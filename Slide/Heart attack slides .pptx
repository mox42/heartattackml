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0" r:id="rId1"/>
  </p:sldMasterIdLst>
  <p:notesMasterIdLst>
    <p:notesMasterId r:id="rId23"/>
  </p:notesMasterIdLst>
  <p:sldIdLst>
    <p:sldId id="256" r:id="rId2"/>
    <p:sldId id="258" r:id="rId3"/>
    <p:sldId id="260" r:id="rId4"/>
    <p:sldId id="259" r:id="rId5"/>
    <p:sldId id="267" r:id="rId6"/>
    <p:sldId id="306" r:id="rId7"/>
    <p:sldId id="272" r:id="rId8"/>
    <p:sldId id="273" r:id="rId9"/>
    <p:sldId id="266" r:id="rId10"/>
    <p:sldId id="308" r:id="rId11"/>
    <p:sldId id="271" r:id="rId12"/>
    <p:sldId id="307" r:id="rId13"/>
    <p:sldId id="309" r:id="rId14"/>
    <p:sldId id="261" r:id="rId15"/>
    <p:sldId id="281" r:id="rId16"/>
    <p:sldId id="310" r:id="rId17"/>
    <p:sldId id="282" r:id="rId18"/>
    <p:sldId id="312" r:id="rId19"/>
    <p:sldId id="311" r:id="rId20"/>
    <p:sldId id="280" r:id="rId21"/>
    <p:sldId id="277" r:id="rId22"/>
  </p:sldIdLst>
  <p:sldSz cx="9144000" cy="5143500" type="screen16x9"/>
  <p:notesSz cx="6858000" cy="9144000"/>
  <p:embeddedFontLst>
    <p:embeddedFont>
      <p:font typeface="Karla" pitchFamily="2" charset="0"/>
      <p:regular r:id="rId24"/>
      <p:bold r:id="rId25"/>
      <p:italic r:id="rId26"/>
      <p:boldItalic r:id="rId27"/>
    </p:embeddedFont>
    <p:embeddedFont>
      <p:font typeface="Outfit" panose="020B0604020202020204" charset="0"/>
      <p:regular r:id="rId28"/>
      <p:bold r:id="rId29"/>
    </p:embeddedFont>
    <p:embeddedFont>
      <p:font typeface="Outfit ExtraBold" panose="020B0604020202020204" charset="0"/>
      <p:bold r:id="rId30"/>
    </p:embeddedFont>
    <p:embeddedFont>
      <p:font typeface="Roboto Condensed Light" panose="02000000000000000000" pitchFamily="2" charset="0"/>
      <p:regular r:id="rId31"/>
      <p: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0F0"/>
    <a:srgbClr val="D93B48"/>
    <a:srgbClr val="F2F2F2"/>
    <a:srgbClr val="010440"/>
    <a:srgbClr val="9E9E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AA91EAA-B484-4FD3-B8BB-24EC6005D34D}">
  <a:tblStyle styleId="{DAA91EAA-B484-4FD3-B8BB-24EC6005D34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259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Google Shape;768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9" name="Google Shape;769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g145c2d0eff7_0_1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4" name="Google Shape;784;g145c2d0eff7_0_1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Google Shape;812;ge266d88436_0_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3" name="Google Shape;813;ge266d88436_0_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Google Shape;806;ge1f83d2858_0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7" name="Google Shape;807;ge1f83d2858_0_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Google Shape;964;g145c251fee2_0_4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5" name="Google Shape;965;g145c251fee2_0_4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Google Shape;806;ge1f83d2858_0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7" name="Google Shape;807;ge1f83d2858_0_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732249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Google Shape;1098;g145c251fee2_0_2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9" name="Google Shape;1099;g145c251fee2_0_2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" name="Google Shape;1105;g145c251fee2_0_2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6" name="Google Shape;1106;g145c251fee2_0_2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145c251fee2_0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145c251fee2_0_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Google Shape;1098;g145c251fee2_0_2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9" name="Google Shape;1099;g145c251fee2_0_2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216508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Google Shape;1052;g145c251fee2_0_2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3" name="Google Shape;1053;g145c251fee2_0_2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Google Shape;900;g145c251fee2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1" name="Google Shape;901;g145c251fee2_0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945407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Google Shape;1098;g145c251fee2_0_2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9" name="Google Shape;1099;g145c251fee2_0_2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45603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Google Shape;819;g146c12675be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0" name="Google Shape;820;g146c12675be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Google Shape;1269;g145c251fee2_0_4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0" name="Google Shape;1270;g145c251fee2_0_4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Google Shape;812;ge266d88436_0_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3" name="Google Shape;813;ge266d88436_0_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17264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Google Shape;1282;g145c251fee2_0_3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3" name="Google Shape;1283;g145c251fee2_0_3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Google Shape;1282;g145c251fee2_0_3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3" name="Google Shape;1283;g145c251fee2_0_3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6476372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Google Shape;812;ge266d88436_0_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3" name="Google Shape;813;ge266d88436_0_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2259882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3" name="Google Shape;1263;g145c251fee2_0_3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4" name="Google Shape;1264;g145c251fee2_0_3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Google Shape;1181;g145c251fee2_0_4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2" name="Google Shape;1182;g145c251fee2_0_4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4137655" y="4746980"/>
            <a:ext cx="772717" cy="680913"/>
          </a:xfrm>
          <a:custGeom>
            <a:avLst/>
            <a:gdLst/>
            <a:ahLst/>
            <a:cxnLst/>
            <a:rect l="l" t="t" r="r" b="b"/>
            <a:pathLst>
              <a:path w="3198" h="2818" extrusionOk="0">
                <a:moveTo>
                  <a:pt x="1598" y="1"/>
                </a:moveTo>
                <a:cubicBezTo>
                  <a:pt x="1419" y="1"/>
                  <a:pt x="1236" y="35"/>
                  <a:pt x="1060" y="108"/>
                </a:cubicBezTo>
                <a:cubicBezTo>
                  <a:pt x="342" y="406"/>
                  <a:pt x="1" y="1229"/>
                  <a:pt x="298" y="1948"/>
                </a:cubicBezTo>
                <a:cubicBezTo>
                  <a:pt x="523" y="2490"/>
                  <a:pt x="1047" y="2817"/>
                  <a:pt x="1600" y="2817"/>
                </a:cubicBezTo>
                <a:cubicBezTo>
                  <a:pt x="1779" y="2817"/>
                  <a:pt x="1961" y="2783"/>
                  <a:pt x="2137" y="2710"/>
                </a:cubicBezTo>
                <a:cubicBezTo>
                  <a:pt x="2856" y="2413"/>
                  <a:pt x="3198" y="1589"/>
                  <a:pt x="2900" y="870"/>
                </a:cubicBezTo>
                <a:cubicBezTo>
                  <a:pt x="2676" y="328"/>
                  <a:pt x="2151" y="1"/>
                  <a:pt x="1598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-1111830" y="260133"/>
            <a:ext cx="1962720" cy="1788304"/>
          </a:xfrm>
          <a:custGeom>
            <a:avLst/>
            <a:gdLst/>
            <a:ahLst/>
            <a:cxnLst/>
            <a:rect l="l" t="t" r="r" b="b"/>
            <a:pathLst>
              <a:path w="8123" h="7401" extrusionOk="0">
                <a:moveTo>
                  <a:pt x="4061" y="1"/>
                </a:moveTo>
                <a:cubicBezTo>
                  <a:pt x="3115" y="1"/>
                  <a:pt x="2168" y="362"/>
                  <a:pt x="1446" y="1085"/>
                </a:cubicBezTo>
                <a:cubicBezTo>
                  <a:pt x="0" y="2529"/>
                  <a:pt x="0" y="4871"/>
                  <a:pt x="1446" y="6317"/>
                </a:cubicBezTo>
                <a:cubicBezTo>
                  <a:pt x="2168" y="7039"/>
                  <a:pt x="3115" y="7400"/>
                  <a:pt x="4061" y="7400"/>
                </a:cubicBezTo>
                <a:cubicBezTo>
                  <a:pt x="5008" y="7400"/>
                  <a:pt x="5955" y="7039"/>
                  <a:pt x="6678" y="6317"/>
                </a:cubicBezTo>
                <a:cubicBezTo>
                  <a:pt x="8122" y="4871"/>
                  <a:pt x="8122" y="2529"/>
                  <a:pt x="6678" y="1085"/>
                </a:cubicBezTo>
                <a:cubicBezTo>
                  <a:pt x="5955" y="362"/>
                  <a:pt x="5008" y="1"/>
                  <a:pt x="406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8600371" y="4541375"/>
            <a:ext cx="1305500" cy="1305527"/>
          </a:xfrm>
          <a:custGeom>
            <a:avLst/>
            <a:gdLst/>
            <a:ahLst/>
            <a:cxnLst/>
            <a:rect l="l" t="t" r="r" b="b"/>
            <a:pathLst>
              <a:path w="5403" h="5403" extrusionOk="0">
                <a:moveTo>
                  <a:pt x="2701" y="1"/>
                </a:moveTo>
                <a:cubicBezTo>
                  <a:pt x="1210" y="1"/>
                  <a:pt x="1" y="1210"/>
                  <a:pt x="1" y="2701"/>
                </a:cubicBezTo>
                <a:cubicBezTo>
                  <a:pt x="1" y="4193"/>
                  <a:pt x="1210" y="5402"/>
                  <a:pt x="2701" y="5402"/>
                </a:cubicBezTo>
                <a:cubicBezTo>
                  <a:pt x="4193" y="5402"/>
                  <a:pt x="5402" y="4193"/>
                  <a:pt x="5402" y="2701"/>
                </a:cubicBezTo>
                <a:cubicBezTo>
                  <a:pt x="5402" y="1210"/>
                  <a:pt x="4193" y="1"/>
                  <a:pt x="2701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450750" y="1124775"/>
            <a:ext cx="8242500" cy="207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6000" b="1">
                <a:latin typeface="Outfit"/>
                <a:ea typeface="Outfit"/>
                <a:cs typeface="Outfit"/>
                <a:sym typeface="Outfi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1771050" y="3519225"/>
            <a:ext cx="5601900" cy="49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8123402" y="-2226216"/>
            <a:ext cx="3649504" cy="3649821"/>
          </a:xfrm>
          <a:custGeom>
            <a:avLst/>
            <a:gdLst/>
            <a:ahLst/>
            <a:cxnLst/>
            <a:rect l="l" t="t" r="r" b="b"/>
            <a:pathLst>
              <a:path w="15104" h="15105" extrusionOk="0">
                <a:moveTo>
                  <a:pt x="7552" y="0"/>
                </a:moveTo>
                <a:cubicBezTo>
                  <a:pt x="5550" y="0"/>
                  <a:pt x="3628" y="797"/>
                  <a:pt x="2212" y="2213"/>
                </a:cubicBezTo>
                <a:cubicBezTo>
                  <a:pt x="796" y="3629"/>
                  <a:pt x="1" y="5549"/>
                  <a:pt x="1" y="7552"/>
                </a:cubicBezTo>
                <a:cubicBezTo>
                  <a:pt x="1" y="9555"/>
                  <a:pt x="796" y="11476"/>
                  <a:pt x="2212" y="12892"/>
                </a:cubicBezTo>
                <a:cubicBezTo>
                  <a:pt x="3628" y="14308"/>
                  <a:pt x="5550" y="15104"/>
                  <a:pt x="7552" y="15104"/>
                </a:cubicBezTo>
                <a:cubicBezTo>
                  <a:pt x="9555" y="15104"/>
                  <a:pt x="11475" y="14308"/>
                  <a:pt x="12892" y="12892"/>
                </a:cubicBezTo>
                <a:cubicBezTo>
                  <a:pt x="14308" y="11476"/>
                  <a:pt x="15104" y="9555"/>
                  <a:pt x="15104" y="7552"/>
                </a:cubicBezTo>
                <a:cubicBezTo>
                  <a:pt x="15104" y="5549"/>
                  <a:pt x="14308" y="3629"/>
                  <a:pt x="12892" y="2213"/>
                </a:cubicBezTo>
                <a:cubicBezTo>
                  <a:pt x="11475" y="797"/>
                  <a:pt x="9555" y="0"/>
                  <a:pt x="7552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8657881" y="-1691735"/>
            <a:ext cx="2580797" cy="2580608"/>
          </a:xfrm>
          <a:custGeom>
            <a:avLst/>
            <a:gdLst/>
            <a:ahLst/>
            <a:cxnLst/>
            <a:rect l="l" t="t" r="r" b="b"/>
            <a:pathLst>
              <a:path w="10681" h="10680" extrusionOk="0">
                <a:moveTo>
                  <a:pt x="5340" y="1"/>
                </a:moveTo>
                <a:cubicBezTo>
                  <a:pt x="2391" y="1"/>
                  <a:pt x="0" y="2391"/>
                  <a:pt x="0" y="5340"/>
                </a:cubicBezTo>
                <a:cubicBezTo>
                  <a:pt x="0" y="8290"/>
                  <a:pt x="2391" y="10680"/>
                  <a:pt x="5340" y="10680"/>
                </a:cubicBezTo>
                <a:cubicBezTo>
                  <a:pt x="8289" y="10680"/>
                  <a:pt x="10680" y="8290"/>
                  <a:pt x="10680" y="5340"/>
                </a:cubicBezTo>
                <a:cubicBezTo>
                  <a:pt x="10680" y="2391"/>
                  <a:pt x="8289" y="1"/>
                  <a:pt x="5340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-235719" y="-769590"/>
            <a:ext cx="1798415" cy="1638493"/>
          </a:xfrm>
          <a:custGeom>
            <a:avLst/>
            <a:gdLst/>
            <a:ahLst/>
            <a:cxnLst/>
            <a:rect l="l" t="t" r="r" b="b"/>
            <a:pathLst>
              <a:path w="7443" h="6781" extrusionOk="0">
                <a:moveTo>
                  <a:pt x="3721" y="1"/>
                </a:moveTo>
                <a:cubicBezTo>
                  <a:pt x="2854" y="1"/>
                  <a:pt x="1986" y="332"/>
                  <a:pt x="1325" y="993"/>
                </a:cubicBezTo>
                <a:cubicBezTo>
                  <a:pt x="1" y="2317"/>
                  <a:pt x="1" y="4464"/>
                  <a:pt x="1325" y="5788"/>
                </a:cubicBezTo>
                <a:cubicBezTo>
                  <a:pt x="1986" y="6449"/>
                  <a:pt x="2854" y="6780"/>
                  <a:pt x="3721" y="6780"/>
                </a:cubicBezTo>
                <a:cubicBezTo>
                  <a:pt x="4589" y="6780"/>
                  <a:pt x="5457" y="6449"/>
                  <a:pt x="6119" y="5788"/>
                </a:cubicBezTo>
                <a:cubicBezTo>
                  <a:pt x="7443" y="4464"/>
                  <a:pt x="7443" y="2317"/>
                  <a:pt x="6119" y="993"/>
                </a:cubicBezTo>
                <a:cubicBezTo>
                  <a:pt x="5457" y="332"/>
                  <a:pt x="4589" y="1"/>
                  <a:pt x="3721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3401498" y="-205396"/>
            <a:ext cx="748796" cy="680672"/>
          </a:xfrm>
          <a:custGeom>
            <a:avLst/>
            <a:gdLst/>
            <a:ahLst/>
            <a:cxnLst/>
            <a:rect l="l" t="t" r="r" b="b"/>
            <a:pathLst>
              <a:path w="3099" h="2817" extrusionOk="0">
                <a:moveTo>
                  <a:pt x="1548" y="0"/>
                </a:moveTo>
                <a:cubicBezTo>
                  <a:pt x="910" y="0"/>
                  <a:pt x="332" y="437"/>
                  <a:pt x="179" y="1086"/>
                </a:cubicBezTo>
                <a:cubicBezTo>
                  <a:pt x="1" y="1842"/>
                  <a:pt x="469" y="2600"/>
                  <a:pt x="1226" y="2778"/>
                </a:cubicBezTo>
                <a:cubicBezTo>
                  <a:pt x="1335" y="2804"/>
                  <a:pt x="1444" y="2817"/>
                  <a:pt x="1552" y="2817"/>
                </a:cubicBezTo>
                <a:cubicBezTo>
                  <a:pt x="2190" y="2817"/>
                  <a:pt x="2767" y="2379"/>
                  <a:pt x="2920" y="1732"/>
                </a:cubicBezTo>
                <a:cubicBezTo>
                  <a:pt x="3098" y="976"/>
                  <a:pt x="2630" y="217"/>
                  <a:pt x="1873" y="38"/>
                </a:cubicBezTo>
                <a:cubicBezTo>
                  <a:pt x="1765" y="12"/>
                  <a:pt x="1656" y="0"/>
                  <a:pt x="1548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2139208" y="-133862"/>
            <a:ext cx="442899" cy="443149"/>
          </a:xfrm>
          <a:custGeom>
            <a:avLst/>
            <a:gdLst/>
            <a:ahLst/>
            <a:cxnLst/>
            <a:rect l="l" t="t" r="r" b="b"/>
            <a:pathLst>
              <a:path w="1833" h="1834" extrusionOk="0">
                <a:moveTo>
                  <a:pt x="916" y="1"/>
                </a:moveTo>
                <a:cubicBezTo>
                  <a:pt x="410" y="1"/>
                  <a:pt x="1" y="412"/>
                  <a:pt x="1" y="918"/>
                </a:cubicBezTo>
                <a:cubicBezTo>
                  <a:pt x="1" y="1423"/>
                  <a:pt x="410" y="1833"/>
                  <a:pt x="916" y="1833"/>
                </a:cubicBezTo>
                <a:cubicBezTo>
                  <a:pt x="1423" y="1833"/>
                  <a:pt x="1833" y="1423"/>
                  <a:pt x="1833" y="918"/>
                </a:cubicBezTo>
                <a:cubicBezTo>
                  <a:pt x="1833" y="412"/>
                  <a:pt x="1423" y="1"/>
                  <a:pt x="91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306734" y="-274495"/>
            <a:ext cx="709894" cy="645394"/>
          </a:xfrm>
          <a:custGeom>
            <a:avLst/>
            <a:gdLst/>
            <a:ahLst/>
            <a:cxnLst/>
            <a:rect l="l" t="t" r="r" b="b"/>
            <a:pathLst>
              <a:path w="2938" h="2671" extrusionOk="0">
                <a:moveTo>
                  <a:pt x="1468" y="1"/>
                </a:moveTo>
                <a:cubicBezTo>
                  <a:pt x="863" y="1"/>
                  <a:pt x="315" y="415"/>
                  <a:pt x="170" y="1030"/>
                </a:cubicBezTo>
                <a:cubicBezTo>
                  <a:pt x="1" y="1746"/>
                  <a:pt x="446" y="2465"/>
                  <a:pt x="1163" y="2635"/>
                </a:cubicBezTo>
                <a:cubicBezTo>
                  <a:pt x="1266" y="2659"/>
                  <a:pt x="1370" y="2671"/>
                  <a:pt x="1472" y="2671"/>
                </a:cubicBezTo>
                <a:cubicBezTo>
                  <a:pt x="2076" y="2671"/>
                  <a:pt x="2624" y="2257"/>
                  <a:pt x="2769" y="1643"/>
                </a:cubicBezTo>
                <a:cubicBezTo>
                  <a:pt x="2937" y="925"/>
                  <a:pt x="2494" y="206"/>
                  <a:pt x="1776" y="37"/>
                </a:cubicBezTo>
                <a:cubicBezTo>
                  <a:pt x="1673" y="12"/>
                  <a:pt x="1570" y="1"/>
                  <a:pt x="146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20" name="Google Shape;20;p2"/>
          <p:cNvSpPr/>
          <p:nvPr/>
        </p:nvSpPr>
        <p:spPr>
          <a:xfrm>
            <a:off x="7223582" y="-250668"/>
            <a:ext cx="600438" cy="600692"/>
          </a:xfrm>
          <a:custGeom>
            <a:avLst/>
            <a:gdLst/>
            <a:ahLst/>
            <a:cxnLst/>
            <a:rect l="l" t="t" r="r" b="b"/>
            <a:pathLst>
              <a:path w="2485" h="2486" extrusionOk="0">
                <a:moveTo>
                  <a:pt x="1242" y="1"/>
                </a:moveTo>
                <a:cubicBezTo>
                  <a:pt x="557" y="1"/>
                  <a:pt x="1" y="557"/>
                  <a:pt x="1" y="1242"/>
                </a:cubicBezTo>
                <a:cubicBezTo>
                  <a:pt x="1" y="1929"/>
                  <a:pt x="557" y="2485"/>
                  <a:pt x="1242" y="2485"/>
                </a:cubicBezTo>
                <a:cubicBezTo>
                  <a:pt x="1929" y="2485"/>
                  <a:pt x="2485" y="1929"/>
                  <a:pt x="2485" y="1242"/>
                </a:cubicBezTo>
                <a:cubicBezTo>
                  <a:pt x="2485" y="557"/>
                  <a:pt x="1929" y="1"/>
                  <a:pt x="1242" y="1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535187" y="79637"/>
            <a:ext cx="345282" cy="345289"/>
          </a:xfrm>
          <a:custGeom>
            <a:avLst/>
            <a:gdLst/>
            <a:ahLst/>
            <a:cxnLst/>
            <a:rect l="l" t="t" r="r" b="b"/>
            <a:pathLst>
              <a:path w="1429" h="1429" extrusionOk="0">
                <a:moveTo>
                  <a:pt x="715" y="1"/>
                </a:moveTo>
                <a:cubicBezTo>
                  <a:pt x="320" y="1"/>
                  <a:pt x="1" y="320"/>
                  <a:pt x="1" y="715"/>
                </a:cubicBezTo>
                <a:cubicBezTo>
                  <a:pt x="1" y="1109"/>
                  <a:pt x="320" y="1428"/>
                  <a:pt x="715" y="1428"/>
                </a:cubicBezTo>
                <a:cubicBezTo>
                  <a:pt x="1108" y="1428"/>
                  <a:pt x="1429" y="1109"/>
                  <a:pt x="1429" y="715"/>
                </a:cubicBezTo>
                <a:cubicBezTo>
                  <a:pt x="1429" y="320"/>
                  <a:pt x="1108" y="1"/>
                  <a:pt x="71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-805274" y="103252"/>
            <a:ext cx="5518357" cy="680924"/>
          </a:xfrm>
          <a:custGeom>
            <a:avLst/>
            <a:gdLst/>
            <a:ahLst/>
            <a:cxnLst/>
            <a:rect l="l" t="t" r="r" b="b"/>
            <a:pathLst>
              <a:path w="52006" h="6417" extrusionOk="0">
                <a:moveTo>
                  <a:pt x="42454" y="0"/>
                </a:moveTo>
                <a:cubicBezTo>
                  <a:pt x="42391" y="0"/>
                  <a:pt x="42321" y="45"/>
                  <a:pt x="42319" y="120"/>
                </a:cubicBezTo>
                <a:cubicBezTo>
                  <a:pt x="42277" y="1651"/>
                  <a:pt x="42138" y="3177"/>
                  <a:pt x="41904" y="4690"/>
                </a:cubicBezTo>
                <a:cubicBezTo>
                  <a:pt x="41880" y="4844"/>
                  <a:pt x="41860" y="5002"/>
                  <a:pt x="41827" y="5154"/>
                </a:cubicBezTo>
                <a:cubicBezTo>
                  <a:pt x="41780" y="5374"/>
                  <a:pt x="41690" y="5467"/>
                  <a:pt x="41454" y="5494"/>
                </a:cubicBezTo>
                <a:cubicBezTo>
                  <a:pt x="41353" y="5505"/>
                  <a:pt x="41249" y="5510"/>
                  <a:pt x="41144" y="5510"/>
                </a:cubicBezTo>
                <a:cubicBezTo>
                  <a:pt x="40842" y="5510"/>
                  <a:pt x="40528" y="5475"/>
                  <a:pt x="40236" y="5468"/>
                </a:cubicBezTo>
                <a:cubicBezTo>
                  <a:pt x="39562" y="5455"/>
                  <a:pt x="38885" y="5461"/>
                  <a:pt x="38211" y="5421"/>
                </a:cubicBezTo>
                <a:cubicBezTo>
                  <a:pt x="37272" y="5364"/>
                  <a:pt x="35982" y="5155"/>
                  <a:pt x="35616" y="4138"/>
                </a:cubicBezTo>
                <a:cubicBezTo>
                  <a:pt x="35480" y="3758"/>
                  <a:pt x="35449" y="3192"/>
                  <a:pt x="34969" y="3077"/>
                </a:cubicBezTo>
                <a:cubicBezTo>
                  <a:pt x="34920" y="3065"/>
                  <a:pt x="34872" y="3060"/>
                  <a:pt x="34826" y="3060"/>
                </a:cubicBezTo>
                <a:cubicBezTo>
                  <a:pt x="34420" y="3060"/>
                  <a:pt x="34115" y="3486"/>
                  <a:pt x="33900" y="3785"/>
                </a:cubicBezTo>
                <a:cubicBezTo>
                  <a:pt x="33107" y="4883"/>
                  <a:pt x="31914" y="5624"/>
                  <a:pt x="30580" y="5847"/>
                </a:cubicBezTo>
                <a:lnTo>
                  <a:pt x="30580" y="5847"/>
                </a:lnTo>
                <a:cubicBezTo>
                  <a:pt x="30238" y="4003"/>
                  <a:pt x="30018" y="2139"/>
                  <a:pt x="29920" y="267"/>
                </a:cubicBezTo>
                <a:cubicBezTo>
                  <a:pt x="29916" y="194"/>
                  <a:pt x="29845" y="148"/>
                  <a:pt x="29782" y="148"/>
                </a:cubicBezTo>
                <a:cubicBezTo>
                  <a:pt x="29734" y="148"/>
                  <a:pt x="29690" y="174"/>
                  <a:pt x="29681" y="235"/>
                </a:cubicBezTo>
                <a:cubicBezTo>
                  <a:pt x="29447" y="1836"/>
                  <a:pt x="29218" y="3436"/>
                  <a:pt x="28980" y="5035"/>
                </a:cubicBezTo>
                <a:cubicBezTo>
                  <a:pt x="28945" y="5263"/>
                  <a:pt x="28949" y="5470"/>
                  <a:pt x="28664" y="5505"/>
                </a:cubicBezTo>
                <a:cubicBezTo>
                  <a:pt x="28629" y="5509"/>
                  <a:pt x="28594" y="5510"/>
                  <a:pt x="28558" y="5510"/>
                </a:cubicBezTo>
                <a:cubicBezTo>
                  <a:pt x="28430" y="5510"/>
                  <a:pt x="28293" y="5491"/>
                  <a:pt x="28172" y="5487"/>
                </a:cubicBezTo>
                <a:lnTo>
                  <a:pt x="26895" y="5435"/>
                </a:lnTo>
                <a:cubicBezTo>
                  <a:pt x="26173" y="5405"/>
                  <a:pt x="25432" y="5418"/>
                  <a:pt x="24716" y="5316"/>
                </a:cubicBezTo>
                <a:cubicBezTo>
                  <a:pt x="24122" y="5229"/>
                  <a:pt x="23557" y="5016"/>
                  <a:pt x="23222" y="4492"/>
                </a:cubicBezTo>
                <a:cubicBezTo>
                  <a:pt x="22970" y="4100"/>
                  <a:pt x="22818" y="3609"/>
                  <a:pt x="22456" y="3298"/>
                </a:cubicBezTo>
                <a:cubicBezTo>
                  <a:pt x="22284" y="3150"/>
                  <a:pt x="22083" y="3079"/>
                  <a:pt x="21880" y="3079"/>
                </a:cubicBezTo>
                <a:cubicBezTo>
                  <a:pt x="21671" y="3079"/>
                  <a:pt x="21461" y="3154"/>
                  <a:pt x="21281" y="3296"/>
                </a:cubicBezTo>
                <a:cubicBezTo>
                  <a:pt x="20822" y="3654"/>
                  <a:pt x="20691" y="4226"/>
                  <a:pt x="20426" y="4716"/>
                </a:cubicBezTo>
                <a:cubicBezTo>
                  <a:pt x="20258" y="5027"/>
                  <a:pt x="20027" y="5267"/>
                  <a:pt x="19679" y="5361"/>
                </a:cubicBezTo>
                <a:cubicBezTo>
                  <a:pt x="19392" y="5437"/>
                  <a:pt x="19090" y="5431"/>
                  <a:pt x="18797" y="5435"/>
                </a:cubicBezTo>
                <a:cubicBezTo>
                  <a:pt x="18366" y="5440"/>
                  <a:pt x="17925" y="5461"/>
                  <a:pt x="17596" y="5728"/>
                </a:cubicBezTo>
                <a:lnTo>
                  <a:pt x="17596" y="5728"/>
                </a:lnTo>
                <a:cubicBezTo>
                  <a:pt x="17258" y="4031"/>
                  <a:pt x="17058" y="2308"/>
                  <a:pt x="17001" y="578"/>
                </a:cubicBezTo>
                <a:cubicBezTo>
                  <a:pt x="16998" y="504"/>
                  <a:pt x="16929" y="459"/>
                  <a:pt x="16866" y="459"/>
                </a:cubicBezTo>
                <a:cubicBezTo>
                  <a:pt x="16817" y="459"/>
                  <a:pt x="16773" y="485"/>
                  <a:pt x="16763" y="545"/>
                </a:cubicBezTo>
                <a:lnTo>
                  <a:pt x="16757" y="578"/>
                </a:lnTo>
                <a:lnTo>
                  <a:pt x="16757" y="578"/>
                </a:lnTo>
                <a:lnTo>
                  <a:pt x="16756" y="578"/>
                </a:lnTo>
                <a:lnTo>
                  <a:pt x="16756" y="578"/>
                </a:lnTo>
                <a:cubicBezTo>
                  <a:pt x="16756" y="579"/>
                  <a:pt x="16756" y="581"/>
                  <a:pt x="16756" y="582"/>
                </a:cubicBezTo>
                <a:lnTo>
                  <a:pt x="16756" y="582"/>
                </a:lnTo>
                <a:lnTo>
                  <a:pt x="16331" y="3057"/>
                </a:lnTo>
                <a:lnTo>
                  <a:pt x="16141" y="4162"/>
                </a:lnTo>
                <a:lnTo>
                  <a:pt x="16037" y="4765"/>
                </a:lnTo>
                <a:cubicBezTo>
                  <a:pt x="16004" y="4963"/>
                  <a:pt x="15994" y="5190"/>
                  <a:pt x="15921" y="5378"/>
                </a:cubicBezTo>
                <a:cubicBezTo>
                  <a:pt x="15854" y="5550"/>
                  <a:pt x="15724" y="5605"/>
                  <a:pt x="15575" y="5605"/>
                </a:cubicBezTo>
                <a:cubicBezTo>
                  <a:pt x="15377" y="5605"/>
                  <a:pt x="15145" y="5509"/>
                  <a:pt x="14979" y="5465"/>
                </a:cubicBezTo>
                <a:cubicBezTo>
                  <a:pt x="14624" y="5370"/>
                  <a:pt x="14255" y="5339"/>
                  <a:pt x="13888" y="5339"/>
                </a:cubicBezTo>
                <a:cubicBezTo>
                  <a:pt x="13866" y="5339"/>
                  <a:pt x="13843" y="5339"/>
                  <a:pt x="13821" y="5339"/>
                </a:cubicBezTo>
                <a:cubicBezTo>
                  <a:pt x="13302" y="5343"/>
                  <a:pt x="12776" y="5411"/>
                  <a:pt x="12254" y="5411"/>
                </a:cubicBezTo>
                <a:cubicBezTo>
                  <a:pt x="12040" y="5411"/>
                  <a:pt x="11827" y="5399"/>
                  <a:pt x="11616" y="5368"/>
                </a:cubicBezTo>
                <a:cubicBezTo>
                  <a:pt x="11061" y="5285"/>
                  <a:pt x="10475" y="5069"/>
                  <a:pt x="10091" y="4643"/>
                </a:cubicBezTo>
                <a:cubicBezTo>
                  <a:pt x="9897" y="4427"/>
                  <a:pt x="9787" y="4173"/>
                  <a:pt x="9743" y="3888"/>
                </a:cubicBezTo>
                <a:cubicBezTo>
                  <a:pt x="9707" y="3654"/>
                  <a:pt x="9705" y="3394"/>
                  <a:pt x="9578" y="3185"/>
                </a:cubicBezTo>
                <a:cubicBezTo>
                  <a:pt x="9464" y="2998"/>
                  <a:pt x="9299" y="2929"/>
                  <a:pt x="9120" y="2929"/>
                </a:cubicBezTo>
                <a:cubicBezTo>
                  <a:pt x="8862" y="2929"/>
                  <a:pt x="8574" y="3073"/>
                  <a:pt x="8373" y="3214"/>
                </a:cubicBezTo>
                <a:cubicBezTo>
                  <a:pt x="7958" y="3505"/>
                  <a:pt x="7656" y="3918"/>
                  <a:pt x="7338" y="4305"/>
                </a:cubicBezTo>
                <a:cubicBezTo>
                  <a:pt x="6905" y="4830"/>
                  <a:pt x="6468" y="5230"/>
                  <a:pt x="5767" y="5318"/>
                </a:cubicBezTo>
                <a:cubicBezTo>
                  <a:pt x="5358" y="5369"/>
                  <a:pt x="4797" y="5459"/>
                  <a:pt x="4526" y="5787"/>
                </a:cubicBezTo>
                <a:lnTo>
                  <a:pt x="4526" y="5787"/>
                </a:lnTo>
                <a:cubicBezTo>
                  <a:pt x="4284" y="4322"/>
                  <a:pt x="4115" y="2847"/>
                  <a:pt x="4017" y="1366"/>
                </a:cubicBezTo>
                <a:lnTo>
                  <a:pt x="4017" y="1366"/>
                </a:lnTo>
                <a:cubicBezTo>
                  <a:pt x="4013" y="1145"/>
                  <a:pt x="4000" y="925"/>
                  <a:pt x="3979" y="705"/>
                </a:cubicBezTo>
                <a:lnTo>
                  <a:pt x="3979" y="705"/>
                </a:lnTo>
                <a:cubicBezTo>
                  <a:pt x="3978" y="695"/>
                  <a:pt x="3978" y="685"/>
                  <a:pt x="3977" y="675"/>
                </a:cubicBezTo>
                <a:lnTo>
                  <a:pt x="3976" y="675"/>
                </a:lnTo>
                <a:cubicBezTo>
                  <a:pt x="3968" y="599"/>
                  <a:pt x="3905" y="560"/>
                  <a:pt x="3845" y="560"/>
                </a:cubicBezTo>
                <a:cubicBezTo>
                  <a:pt x="3786" y="560"/>
                  <a:pt x="3730" y="598"/>
                  <a:pt x="3734" y="676"/>
                </a:cubicBezTo>
                <a:cubicBezTo>
                  <a:pt x="3747" y="925"/>
                  <a:pt x="3761" y="1173"/>
                  <a:pt x="3778" y="1421"/>
                </a:cubicBezTo>
                <a:lnTo>
                  <a:pt x="3778" y="1421"/>
                </a:lnTo>
                <a:cubicBezTo>
                  <a:pt x="3786" y="1975"/>
                  <a:pt x="3742" y="2529"/>
                  <a:pt x="3645" y="3076"/>
                </a:cubicBezTo>
                <a:cubicBezTo>
                  <a:pt x="3513" y="3816"/>
                  <a:pt x="3310" y="4663"/>
                  <a:pt x="2910" y="5307"/>
                </a:cubicBezTo>
                <a:cubicBezTo>
                  <a:pt x="2725" y="5605"/>
                  <a:pt x="2489" y="5702"/>
                  <a:pt x="2225" y="5702"/>
                </a:cubicBezTo>
                <a:cubicBezTo>
                  <a:pt x="1744" y="5702"/>
                  <a:pt x="1174" y="5382"/>
                  <a:pt x="661" y="5382"/>
                </a:cubicBezTo>
                <a:cubicBezTo>
                  <a:pt x="462" y="5382"/>
                  <a:pt x="271" y="5430"/>
                  <a:pt x="98" y="5565"/>
                </a:cubicBezTo>
                <a:cubicBezTo>
                  <a:pt x="0" y="5641"/>
                  <a:pt x="89" y="5765"/>
                  <a:pt x="191" y="5765"/>
                </a:cubicBezTo>
                <a:cubicBezTo>
                  <a:pt x="217" y="5765"/>
                  <a:pt x="245" y="5757"/>
                  <a:pt x="270" y="5737"/>
                </a:cubicBezTo>
                <a:lnTo>
                  <a:pt x="268" y="5737"/>
                </a:lnTo>
                <a:cubicBezTo>
                  <a:pt x="398" y="5636"/>
                  <a:pt x="547" y="5599"/>
                  <a:pt x="705" y="5599"/>
                </a:cubicBezTo>
                <a:cubicBezTo>
                  <a:pt x="1098" y="5599"/>
                  <a:pt x="1547" y="5831"/>
                  <a:pt x="1886" y="5904"/>
                </a:cubicBezTo>
                <a:cubicBezTo>
                  <a:pt x="1999" y="5928"/>
                  <a:pt x="2108" y="5940"/>
                  <a:pt x="2212" y="5940"/>
                </a:cubicBezTo>
                <a:cubicBezTo>
                  <a:pt x="2611" y="5940"/>
                  <a:pt x="2940" y="5761"/>
                  <a:pt x="3159" y="5360"/>
                </a:cubicBezTo>
                <a:cubicBezTo>
                  <a:pt x="3526" y="4685"/>
                  <a:pt x="3742" y="3893"/>
                  <a:pt x="3878" y="3141"/>
                </a:cubicBezTo>
                <a:cubicBezTo>
                  <a:pt x="3888" y="3083"/>
                  <a:pt x="3898" y="3024"/>
                  <a:pt x="3907" y="2966"/>
                </a:cubicBezTo>
                <a:lnTo>
                  <a:pt x="3907" y="2966"/>
                </a:lnTo>
                <a:cubicBezTo>
                  <a:pt x="4021" y="4092"/>
                  <a:pt x="4176" y="5214"/>
                  <a:pt x="4372" y="6330"/>
                </a:cubicBezTo>
                <a:cubicBezTo>
                  <a:pt x="4382" y="6389"/>
                  <a:pt x="4431" y="6416"/>
                  <a:pt x="4482" y="6416"/>
                </a:cubicBezTo>
                <a:cubicBezTo>
                  <a:pt x="4546" y="6416"/>
                  <a:pt x="4613" y="6373"/>
                  <a:pt x="4610" y="6297"/>
                </a:cubicBezTo>
                <a:cubicBezTo>
                  <a:pt x="4571" y="5468"/>
                  <a:pt x="5855" y="5629"/>
                  <a:pt x="6362" y="5431"/>
                </a:cubicBezTo>
                <a:cubicBezTo>
                  <a:pt x="6817" y="5255"/>
                  <a:pt x="7161" y="4894"/>
                  <a:pt x="7467" y="4526"/>
                </a:cubicBezTo>
                <a:cubicBezTo>
                  <a:pt x="7798" y="4129"/>
                  <a:pt x="8106" y="3679"/>
                  <a:pt x="8546" y="3390"/>
                </a:cubicBezTo>
                <a:cubicBezTo>
                  <a:pt x="8695" y="3292"/>
                  <a:pt x="8913" y="3174"/>
                  <a:pt x="9099" y="3174"/>
                </a:cubicBezTo>
                <a:cubicBezTo>
                  <a:pt x="9226" y="3174"/>
                  <a:pt x="9339" y="3229"/>
                  <a:pt x="9405" y="3384"/>
                </a:cubicBezTo>
                <a:cubicBezTo>
                  <a:pt x="9505" y="3622"/>
                  <a:pt x="9481" y="3899"/>
                  <a:pt x="9547" y="4146"/>
                </a:cubicBezTo>
                <a:cubicBezTo>
                  <a:pt x="9821" y="5180"/>
                  <a:pt x="11034" y="5608"/>
                  <a:pt x="11995" y="5644"/>
                </a:cubicBezTo>
                <a:cubicBezTo>
                  <a:pt x="12071" y="5647"/>
                  <a:pt x="12147" y="5649"/>
                  <a:pt x="12223" y="5649"/>
                </a:cubicBezTo>
                <a:cubicBezTo>
                  <a:pt x="12773" y="5649"/>
                  <a:pt x="13322" y="5581"/>
                  <a:pt x="13871" y="5581"/>
                </a:cubicBezTo>
                <a:cubicBezTo>
                  <a:pt x="14012" y="5581"/>
                  <a:pt x="14153" y="5585"/>
                  <a:pt x="14294" y="5596"/>
                </a:cubicBezTo>
                <a:cubicBezTo>
                  <a:pt x="14646" y="5624"/>
                  <a:pt x="14960" y="5734"/>
                  <a:pt x="15300" y="5809"/>
                </a:cubicBezTo>
                <a:cubicBezTo>
                  <a:pt x="15394" y="5830"/>
                  <a:pt x="15493" y="5845"/>
                  <a:pt x="15590" y="5845"/>
                </a:cubicBezTo>
                <a:cubicBezTo>
                  <a:pt x="15749" y="5845"/>
                  <a:pt x="15903" y="5804"/>
                  <a:pt x="16020" y="5679"/>
                </a:cubicBezTo>
                <a:cubicBezTo>
                  <a:pt x="16238" y="5450"/>
                  <a:pt x="16238" y="5021"/>
                  <a:pt x="16288" y="4729"/>
                </a:cubicBezTo>
                <a:lnTo>
                  <a:pt x="16529" y="3323"/>
                </a:lnTo>
                <a:lnTo>
                  <a:pt x="16812" y="1675"/>
                </a:lnTo>
                <a:lnTo>
                  <a:pt x="16812" y="1675"/>
                </a:lnTo>
                <a:cubicBezTo>
                  <a:pt x="16912" y="3130"/>
                  <a:pt x="17110" y="4577"/>
                  <a:pt x="17405" y="6006"/>
                </a:cubicBezTo>
                <a:cubicBezTo>
                  <a:pt x="17418" y="6066"/>
                  <a:pt x="17462" y="6091"/>
                  <a:pt x="17510" y="6091"/>
                </a:cubicBezTo>
                <a:cubicBezTo>
                  <a:pt x="17554" y="6091"/>
                  <a:pt x="17599" y="6070"/>
                  <a:pt x="17626" y="6035"/>
                </a:cubicBezTo>
                <a:cubicBezTo>
                  <a:pt x="17881" y="5699"/>
                  <a:pt x="18325" y="5673"/>
                  <a:pt x="18739" y="5673"/>
                </a:cubicBezTo>
                <a:cubicBezTo>
                  <a:pt x="18815" y="5673"/>
                  <a:pt x="18890" y="5674"/>
                  <a:pt x="18962" y="5674"/>
                </a:cubicBezTo>
                <a:cubicBezTo>
                  <a:pt x="19020" y="5674"/>
                  <a:pt x="19076" y="5673"/>
                  <a:pt x="19130" y="5671"/>
                </a:cubicBezTo>
                <a:cubicBezTo>
                  <a:pt x="19628" y="5653"/>
                  <a:pt x="20108" y="5552"/>
                  <a:pt x="20435" y="5144"/>
                </a:cubicBezTo>
                <a:cubicBezTo>
                  <a:pt x="20805" y="4681"/>
                  <a:pt x="20883" y="4049"/>
                  <a:pt x="21293" y="3611"/>
                </a:cubicBezTo>
                <a:cubicBezTo>
                  <a:pt x="21450" y="3445"/>
                  <a:pt x="21658" y="3316"/>
                  <a:pt x="21882" y="3316"/>
                </a:cubicBezTo>
                <a:cubicBezTo>
                  <a:pt x="21947" y="3316"/>
                  <a:pt x="22012" y="3327"/>
                  <a:pt x="22079" y="3350"/>
                </a:cubicBezTo>
                <a:cubicBezTo>
                  <a:pt x="22345" y="3443"/>
                  <a:pt x="22507" y="3706"/>
                  <a:pt x="22639" y="3939"/>
                </a:cubicBezTo>
                <a:cubicBezTo>
                  <a:pt x="22877" y="4360"/>
                  <a:pt x="23062" y="4811"/>
                  <a:pt x="23461" y="5110"/>
                </a:cubicBezTo>
                <a:cubicBezTo>
                  <a:pt x="23919" y="5452"/>
                  <a:pt x="24507" y="5550"/>
                  <a:pt x="25062" y="5595"/>
                </a:cubicBezTo>
                <a:cubicBezTo>
                  <a:pt x="25790" y="5653"/>
                  <a:pt x="26522" y="5661"/>
                  <a:pt x="27251" y="5691"/>
                </a:cubicBezTo>
                <a:lnTo>
                  <a:pt x="28427" y="5739"/>
                </a:lnTo>
                <a:cubicBezTo>
                  <a:pt x="28484" y="5741"/>
                  <a:pt x="28542" y="5743"/>
                  <a:pt x="28599" y="5743"/>
                </a:cubicBezTo>
                <a:cubicBezTo>
                  <a:pt x="28811" y="5743"/>
                  <a:pt x="29009" y="5708"/>
                  <a:pt x="29121" y="5487"/>
                </a:cubicBezTo>
                <a:cubicBezTo>
                  <a:pt x="29280" y="5172"/>
                  <a:pt x="29269" y="4725"/>
                  <a:pt x="29318" y="4383"/>
                </a:cubicBezTo>
                <a:lnTo>
                  <a:pt x="29512" y="3057"/>
                </a:lnTo>
                <a:lnTo>
                  <a:pt x="29753" y="1409"/>
                </a:lnTo>
                <a:lnTo>
                  <a:pt x="29753" y="1409"/>
                </a:lnTo>
                <a:cubicBezTo>
                  <a:pt x="29875" y="2954"/>
                  <a:pt x="30079" y="4491"/>
                  <a:pt x="30365" y="6015"/>
                </a:cubicBezTo>
                <a:cubicBezTo>
                  <a:pt x="30377" y="6076"/>
                  <a:pt x="30435" y="6101"/>
                  <a:pt x="30489" y="6101"/>
                </a:cubicBezTo>
                <a:cubicBezTo>
                  <a:pt x="30498" y="6101"/>
                  <a:pt x="30506" y="6101"/>
                  <a:pt x="30514" y="6099"/>
                </a:cubicBezTo>
                <a:cubicBezTo>
                  <a:pt x="31726" y="5930"/>
                  <a:pt x="32865" y="5334"/>
                  <a:pt x="33690" y="4430"/>
                </a:cubicBezTo>
                <a:cubicBezTo>
                  <a:pt x="33875" y="4227"/>
                  <a:pt x="34031" y="4006"/>
                  <a:pt x="34196" y="3787"/>
                </a:cubicBezTo>
                <a:cubicBezTo>
                  <a:pt x="34335" y="3602"/>
                  <a:pt x="34583" y="3302"/>
                  <a:pt x="34838" y="3302"/>
                </a:cubicBezTo>
                <a:cubicBezTo>
                  <a:pt x="34915" y="3302"/>
                  <a:pt x="34994" y="3330"/>
                  <a:pt x="35070" y="3398"/>
                </a:cubicBezTo>
                <a:cubicBezTo>
                  <a:pt x="35256" y="3566"/>
                  <a:pt x="35283" y="3884"/>
                  <a:pt x="35352" y="4109"/>
                </a:cubicBezTo>
                <a:cubicBezTo>
                  <a:pt x="35418" y="4330"/>
                  <a:pt x="35525" y="4536"/>
                  <a:pt x="35669" y="4716"/>
                </a:cubicBezTo>
                <a:cubicBezTo>
                  <a:pt x="36291" y="5480"/>
                  <a:pt x="37427" y="5627"/>
                  <a:pt x="38347" y="5670"/>
                </a:cubicBezTo>
                <a:cubicBezTo>
                  <a:pt x="39094" y="5704"/>
                  <a:pt x="39844" y="5704"/>
                  <a:pt x="40592" y="5718"/>
                </a:cubicBezTo>
                <a:cubicBezTo>
                  <a:pt x="40815" y="5723"/>
                  <a:pt x="41069" y="5756"/>
                  <a:pt x="41311" y="5756"/>
                </a:cubicBezTo>
                <a:cubicBezTo>
                  <a:pt x="41433" y="5756"/>
                  <a:pt x="41552" y="5748"/>
                  <a:pt x="41662" y="5723"/>
                </a:cubicBezTo>
                <a:cubicBezTo>
                  <a:pt x="41908" y="5668"/>
                  <a:pt x="42013" y="5446"/>
                  <a:pt x="42061" y="5219"/>
                </a:cubicBezTo>
                <a:cubicBezTo>
                  <a:pt x="42234" y="4405"/>
                  <a:pt x="42314" y="3555"/>
                  <a:pt x="42397" y="2728"/>
                </a:cubicBezTo>
                <a:cubicBezTo>
                  <a:pt x="42442" y="2267"/>
                  <a:pt x="42479" y="1806"/>
                  <a:pt x="42507" y="1345"/>
                </a:cubicBezTo>
                <a:lnTo>
                  <a:pt x="42507" y="1345"/>
                </a:lnTo>
                <a:cubicBezTo>
                  <a:pt x="42753" y="2930"/>
                  <a:pt x="42998" y="4516"/>
                  <a:pt x="43243" y="6101"/>
                </a:cubicBezTo>
                <a:cubicBezTo>
                  <a:pt x="43252" y="6157"/>
                  <a:pt x="43308" y="6188"/>
                  <a:pt x="43362" y="6188"/>
                </a:cubicBezTo>
                <a:cubicBezTo>
                  <a:pt x="43404" y="6188"/>
                  <a:pt x="43446" y="6169"/>
                  <a:pt x="43465" y="6129"/>
                </a:cubicBezTo>
                <a:cubicBezTo>
                  <a:pt x="43691" y="5642"/>
                  <a:pt x="44324" y="5690"/>
                  <a:pt x="44779" y="5649"/>
                </a:cubicBezTo>
                <a:cubicBezTo>
                  <a:pt x="45229" y="5612"/>
                  <a:pt x="45647" y="5521"/>
                  <a:pt x="45984" y="5203"/>
                </a:cubicBezTo>
                <a:cubicBezTo>
                  <a:pt x="46298" y="4907"/>
                  <a:pt x="46504" y="4514"/>
                  <a:pt x="46733" y="4153"/>
                </a:cubicBezTo>
                <a:cubicBezTo>
                  <a:pt x="46952" y="3808"/>
                  <a:pt x="47213" y="3437"/>
                  <a:pt x="47639" y="3389"/>
                </a:cubicBezTo>
                <a:lnTo>
                  <a:pt x="47639" y="3389"/>
                </a:lnTo>
                <a:cubicBezTo>
                  <a:pt x="48138" y="4753"/>
                  <a:pt x="49536" y="5669"/>
                  <a:pt x="50964" y="5669"/>
                </a:cubicBezTo>
                <a:cubicBezTo>
                  <a:pt x="51267" y="5669"/>
                  <a:pt x="51571" y="5628"/>
                  <a:pt x="51868" y="5541"/>
                </a:cubicBezTo>
                <a:cubicBezTo>
                  <a:pt x="52005" y="5501"/>
                  <a:pt x="51964" y="5301"/>
                  <a:pt x="51840" y="5301"/>
                </a:cubicBezTo>
                <a:cubicBezTo>
                  <a:pt x="51828" y="5301"/>
                  <a:pt x="51816" y="5303"/>
                  <a:pt x="51803" y="5307"/>
                </a:cubicBezTo>
                <a:cubicBezTo>
                  <a:pt x="51528" y="5387"/>
                  <a:pt x="51245" y="5425"/>
                  <a:pt x="50963" y="5425"/>
                </a:cubicBezTo>
                <a:cubicBezTo>
                  <a:pt x="49609" y="5425"/>
                  <a:pt x="48275" y="4544"/>
                  <a:pt x="47841" y="3231"/>
                </a:cubicBezTo>
                <a:cubicBezTo>
                  <a:pt x="47826" y="3180"/>
                  <a:pt x="47778" y="3143"/>
                  <a:pt x="47723" y="3142"/>
                </a:cubicBezTo>
                <a:cubicBezTo>
                  <a:pt x="46737" y="3152"/>
                  <a:pt x="46453" y="4355"/>
                  <a:pt x="45891" y="4954"/>
                </a:cubicBezTo>
                <a:cubicBezTo>
                  <a:pt x="45493" y="5377"/>
                  <a:pt x="44966" y="5390"/>
                  <a:pt x="44423" y="5433"/>
                </a:cubicBezTo>
                <a:cubicBezTo>
                  <a:pt x="44067" y="5463"/>
                  <a:pt x="43685" y="5516"/>
                  <a:pt x="43433" y="5757"/>
                </a:cubicBezTo>
                <a:lnTo>
                  <a:pt x="43433" y="5757"/>
                </a:lnTo>
                <a:cubicBezTo>
                  <a:pt x="43143" y="3878"/>
                  <a:pt x="42853" y="1999"/>
                  <a:pt x="42562" y="121"/>
                </a:cubicBezTo>
                <a:lnTo>
                  <a:pt x="42562" y="121"/>
                </a:lnTo>
                <a:cubicBezTo>
                  <a:pt x="42562" y="121"/>
                  <a:pt x="42562" y="120"/>
                  <a:pt x="42562" y="120"/>
                </a:cubicBezTo>
                <a:lnTo>
                  <a:pt x="42562" y="120"/>
                </a:lnTo>
                <a:lnTo>
                  <a:pt x="42562" y="120"/>
                </a:lnTo>
                <a:lnTo>
                  <a:pt x="42562" y="120"/>
                </a:lnTo>
                <a:cubicBezTo>
                  <a:pt x="42561" y="109"/>
                  <a:pt x="42559" y="98"/>
                  <a:pt x="42557" y="88"/>
                </a:cubicBezTo>
                <a:cubicBezTo>
                  <a:pt x="42548" y="27"/>
                  <a:pt x="42503" y="0"/>
                  <a:pt x="4245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0384" y="1005803"/>
            <a:ext cx="1043095" cy="1042633"/>
          </a:xfrm>
          <a:custGeom>
            <a:avLst/>
            <a:gdLst/>
            <a:ahLst/>
            <a:cxnLst/>
            <a:rect l="l" t="t" r="r" b="b"/>
            <a:pathLst>
              <a:path w="4317" h="4315" extrusionOk="0">
                <a:moveTo>
                  <a:pt x="2159" y="0"/>
                </a:moveTo>
                <a:cubicBezTo>
                  <a:pt x="967" y="0"/>
                  <a:pt x="1" y="966"/>
                  <a:pt x="1" y="2157"/>
                </a:cubicBezTo>
                <a:cubicBezTo>
                  <a:pt x="1" y="3348"/>
                  <a:pt x="967" y="4314"/>
                  <a:pt x="2159" y="4314"/>
                </a:cubicBezTo>
                <a:cubicBezTo>
                  <a:pt x="3350" y="4314"/>
                  <a:pt x="4316" y="3348"/>
                  <a:pt x="4316" y="2157"/>
                </a:cubicBezTo>
                <a:cubicBezTo>
                  <a:pt x="4316" y="966"/>
                  <a:pt x="3350" y="0"/>
                  <a:pt x="215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768185" y="3161119"/>
            <a:ext cx="749038" cy="680672"/>
          </a:xfrm>
          <a:custGeom>
            <a:avLst/>
            <a:gdLst/>
            <a:ahLst/>
            <a:cxnLst/>
            <a:rect l="l" t="t" r="r" b="b"/>
            <a:pathLst>
              <a:path w="3100" h="2817" extrusionOk="0">
                <a:moveTo>
                  <a:pt x="1549" y="0"/>
                </a:moveTo>
                <a:cubicBezTo>
                  <a:pt x="910" y="0"/>
                  <a:pt x="332" y="437"/>
                  <a:pt x="179" y="1085"/>
                </a:cubicBezTo>
                <a:cubicBezTo>
                  <a:pt x="1" y="1842"/>
                  <a:pt x="470" y="2600"/>
                  <a:pt x="1227" y="2778"/>
                </a:cubicBezTo>
                <a:cubicBezTo>
                  <a:pt x="1335" y="2804"/>
                  <a:pt x="1444" y="2816"/>
                  <a:pt x="1551" y="2816"/>
                </a:cubicBezTo>
                <a:cubicBezTo>
                  <a:pt x="2189" y="2816"/>
                  <a:pt x="2766" y="2380"/>
                  <a:pt x="2919" y="1732"/>
                </a:cubicBezTo>
                <a:cubicBezTo>
                  <a:pt x="3099" y="974"/>
                  <a:pt x="2630" y="216"/>
                  <a:pt x="1873" y="38"/>
                </a:cubicBezTo>
                <a:cubicBezTo>
                  <a:pt x="1764" y="12"/>
                  <a:pt x="1656" y="0"/>
                  <a:pt x="1549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2"/>
          <p:cNvSpPr/>
          <p:nvPr/>
        </p:nvSpPr>
        <p:spPr>
          <a:xfrm>
            <a:off x="-177263" y="3486824"/>
            <a:ext cx="447489" cy="406905"/>
          </a:xfrm>
          <a:custGeom>
            <a:avLst/>
            <a:gdLst/>
            <a:ahLst/>
            <a:cxnLst/>
            <a:rect l="l" t="t" r="r" b="b"/>
            <a:pathLst>
              <a:path w="1852" h="1684" extrusionOk="0">
                <a:moveTo>
                  <a:pt x="925" y="1"/>
                </a:moveTo>
                <a:cubicBezTo>
                  <a:pt x="544" y="1"/>
                  <a:pt x="199" y="261"/>
                  <a:pt x="107" y="649"/>
                </a:cubicBezTo>
                <a:cubicBezTo>
                  <a:pt x="1" y="1101"/>
                  <a:pt x="280" y="1554"/>
                  <a:pt x="732" y="1660"/>
                </a:cubicBezTo>
                <a:cubicBezTo>
                  <a:pt x="798" y="1676"/>
                  <a:pt x="863" y="1683"/>
                  <a:pt x="927" y="1683"/>
                </a:cubicBezTo>
                <a:cubicBezTo>
                  <a:pt x="1307" y="1683"/>
                  <a:pt x="1653" y="1422"/>
                  <a:pt x="1744" y="1035"/>
                </a:cubicBezTo>
                <a:cubicBezTo>
                  <a:pt x="1851" y="583"/>
                  <a:pt x="1570" y="131"/>
                  <a:pt x="1118" y="23"/>
                </a:cubicBezTo>
                <a:cubicBezTo>
                  <a:pt x="1053" y="8"/>
                  <a:pt x="989" y="1"/>
                  <a:pt x="925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2"/>
          <p:cNvSpPr/>
          <p:nvPr/>
        </p:nvSpPr>
        <p:spPr>
          <a:xfrm>
            <a:off x="-2019548" y="4190684"/>
            <a:ext cx="3649504" cy="3649821"/>
          </a:xfrm>
          <a:custGeom>
            <a:avLst/>
            <a:gdLst/>
            <a:ahLst/>
            <a:cxnLst/>
            <a:rect l="l" t="t" r="r" b="b"/>
            <a:pathLst>
              <a:path w="15104" h="15105" extrusionOk="0">
                <a:moveTo>
                  <a:pt x="7552" y="0"/>
                </a:moveTo>
                <a:cubicBezTo>
                  <a:pt x="5550" y="0"/>
                  <a:pt x="3628" y="797"/>
                  <a:pt x="2212" y="2213"/>
                </a:cubicBezTo>
                <a:cubicBezTo>
                  <a:pt x="796" y="3629"/>
                  <a:pt x="1" y="5549"/>
                  <a:pt x="1" y="7552"/>
                </a:cubicBezTo>
                <a:cubicBezTo>
                  <a:pt x="1" y="9555"/>
                  <a:pt x="796" y="11476"/>
                  <a:pt x="2212" y="12892"/>
                </a:cubicBezTo>
                <a:cubicBezTo>
                  <a:pt x="3628" y="14308"/>
                  <a:pt x="5550" y="15104"/>
                  <a:pt x="7552" y="15104"/>
                </a:cubicBezTo>
                <a:cubicBezTo>
                  <a:pt x="9555" y="15104"/>
                  <a:pt x="11475" y="14308"/>
                  <a:pt x="12892" y="12892"/>
                </a:cubicBezTo>
                <a:cubicBezTo>
                  <a:pt x="14308" y="11476"/>
                  <a:pt x="15104" y="9555"/>
                  <a:pt x="15104" y="7552"/>
                </a:cubicBezTo>
                <a:cubicBezTo>
                  <a:pt x="15104" y="5549"/>
                  <a:pt x="14308" y="3629"/>
                  <a:pt x="12892" y="2213"/>
                </a:cubicBezTo>
                <a:cubicBezTo>
                  <a:pt x="11475" y="797"/>
                  <a:pt x="9555" y="0"/>
                  <a:pt x="7552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2"/>
          <p:cNvSpPr/>
          <p:nvPr/>
        </p:nvSpPr>
        <p:spPr>
          <a:xfrm>
            <a:off x="1451191" y="4455707"/>
            <a:ext cx="437341" cy="406663"/>
          </a:xfrm>
          <a:custGeom>
            <a:avLst/>
            <a:gdLst/>
            <a:ahLst/>
            <a:cxnLst/>
            <a:rect l="l" t="t" r="r" b="b"/>
            <a:pathLst>
              <a:path w="1810" h="1683" extrusionOk="0">
                <a:moveTo>
                  <a:pt x="906" y="0"/>
                </a:moveTo>
                <a:cubicBezTo>
                  <a:pt x="501" y="0"/>
                  <a:pt x="142" y="294"/>
                  <a:pt x="76" y="707"/>
                </a:cubicBezTo>
                <a:cubicBezTo>
                  <a:pt x="1" y="1166"/>
                  <a:pt x="312" y="1598"/>
                  <a:pt x="771" y="1671"/>
                </a:cubicBezTo>
                <a:cubicBezTo>
                  <a:pt x="817" y="1679"/>
                  <a:pt x="863" y="1683"/>
                  <a:pt x="908" y="1683"/>
                </a:cubicBezTo>
                <a:cubicBezTo>
                  <a:pt x="1312" y="1683"/>
                  <a:pt x="1669" y="1389"/>
                  <a:pt x="1736" y="977"/>
                </a:cubicBezTo>
                <a:cubicBezTo>
                  <a:pt x="1810" y="518"/>
                  <a:pt x="1499" y="86"/>
                  <a:pt x="1040" y="11"/>
                </a:cubicBezTo>
                <a:cubicBezTo>
                  <a:pt x="995" y="4"/>
                  <a:pt x="950" y="0"/>
                  <a:pt x="906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4125126" y="4318577"/>
            <a:ext cx="5518357" cy="680924"/>
          </a:xfrm>
          <a:custGeom>
            <a:avLst/>
            <a:gdLst/>
            <a:ahLst/>
            <a:cxnLst/>
            <a:rect l="l" t="t" r="r" b="b"/>
            <a:pathLst>
              <a:path w="52006" h="6417" extrusionOk="0">
                <a:moveTo>
                  <a:pt x="42454" y="0"/>
                </a:moveTo>
                <a:cubicBezTo>
                  <a:pt x="42391" y="0"/>
                  <a:pt x="42321" y="45"/>
                  <a:pt x="42319" y="120"/>
                </a:cubicBezTo>
                <a:cubicBezTo>
                  <a:pt x="42277" y="1651"/>
                  <a:pt x="42138" y="3177"/>
                  <a:pt x="41904" y="4690"/>
                </a:cubicBezTo>
                <a:cubicBezTo>
                  <a:pt x="41880" y="4844"/>
                  <a:pt x="41860" y="5002"/>
                  <a:pt x="41827" y="5154"/>
                </a:cubicBezTo>
                <a:cubicBezTo>
                  <a:pt x="41780" y="5374"/>
                  <a:pt x="41690" y="5467"/>
                  <a:pt x="41454" y="5494"/>
                </a:cubicBezTo>
                <a:cubicBezTo>
                  <a:pt x="41353" y="5505"/>
                  <a:pt x="41249" y="5510"/>
                  <a:pt x="41144" y="5510"/>
                </a:cubicBezTo>
                <a:cubicBezTo>
                  <a:pt x="40842" y="5510"/>
                  <a:pt x="40528" y="5475"/>
                  <a:pt x="40236" y="5468"/>
                </a:cubicBezTo>
                <a:cubicBezTo>
                  <a:pt x="39562" y="5455"/>
                  <a:pt x="38885" y="5461"/>
                  <a:pt x="38211" y="5421"/>
                </a:cubicBezTo>
                <a:cubicBezTo>
                  <a:pt x="37272" y="5364"/>
                  <a:pt x="35982" y="5155"/>
                  <a:pt x="35616" y="4138"/>
                </a:cubicBezTo>
                <a:cubicBezTo>
                  <a:pt x="35480" y="3758"/>
                  <a:pt x="35449" y="3192"/>
                  <a:pt x="34969" y="3077"/>
                </a:cubicBezTo>
                <a:cubicBezTo>
                  <a:pt x="34920" y="3065"/>
                  <a:pt x="34872" y="3060"/>
                  <a:pt x="34826" y="3060"/>
                </a:cubicBezTo>
                <a:cubicBezTo>
                  <a:pt x="34420" y="3060"/>
                  <a:pt x="34115" y="3486"/>
                  <a:pt x="33900" y="3785"/>
                </a:cubicBezTo>
                <a:cubicBezTo>
                  <a:pt x="33107" y="4883"/>
                  <a:pt x="31914" y="5624"/>
                  <a:pt x="30580" y="5847"/>
                </a:cubicBezTo>
                <a:lnTo>
                  <a:pt x="30580" y="5847"/>
                </a:lnTo>
                <a:cubicBezTo>
                  <a:pt x="30238" y="4003"/>
                  <a:pt x="30018" y="2139"/>
                  <a:pt x="29920" y="267"/>
                </a:cubicBezTo>
                <a:cubicBezTo>
                  <a:pt x="29916" y="194"/>
                  <a:pt x="29845" y="148"/>
                  <a:pt x="29782" y="148"/>
                </a:cubicBezTo>
                <a:cubicBezTo>
                  <a:pt x="29734" y="148"/>
                  <a:pt x="29690" y="174"/>
                  <a:pt x="29681" y="235"/>
                </a:cubicBezTo>
                <a:cubicBezTo>
                  <a:pt x="29447" y="1836"/>
                  <a:pt x="29218" y="3436"/>
                  <a:pt x="28980" y="5035"/>
                </a:cubicBezTo>
                <a:cubicBezTo>
                  <a:pt x="28945" y="5263"/>
                  <a:pt x="28949" y="5470"/>
                  <a:pt x="28664" y="5505"/>
                </a:cubicBezTo>
                <a:cubicBezTo>
                  <a:pt x="28629" y="5509"/>
                  <a:pt x="28594" y="5510"/>
                  <a:pt x="28558" y="5510"/>
                </a:cubicBezTo>
                <a:cubicBezTo>
                  <a:pt x="28430" y="5510"/>
                  <a:pt x="28293" y="5491"/>
                  <a:pt x="28172" y="5487"/>
                </a:cubicBezTo>
                <a:lnTo>
                  <a:pt x="26895" y="5435"/>
                </a:lnTo>
                <a:cubicBezTo>
                  <a:pt x="26173" y="5405"/>
                  <a:pt x="25432" y="5418"/>
                  <a:pt x="24716" y="5316"/>
                </a:cubicBezTo>
                <a:cubicBezTo>
                  <a:pt x="24122" y="5229"/>
                  <a:pt x="23557" y="5016"/>
                  <a:pt x="23222" y="4492"/>
                </a:cubicBezTo>
                <a:cubicBezTo>
                  <a:pt x="22970" y="4100"/>
                  <a:pt x="22818" y="3609"/>
                  <a:pt x="22456" y="3298"/>
                </a:cubicBezTo>
                <a:cubicBezTo>
                  <a:pt x="22284" y="3150"/>
                  <a:pt x="22083" y="3079"/>
                  <a:pt x="21880" y="3079"/>
                </a:cubicBezTo>
                <a:cubicBezTo>
                  <a:pt x="21671" y="3079"/>
                  <a:pt x="21461" y="3154"/>
                  <a:pt x="21281" y="3296"/>
                </a:cubicBezTo>
                <a:cubicBezTo>
                  <a:pt x="20822" y="3654"/>
                  <a:pt x="20691" y="4226"/>
                  <a:pt x="20426" y="4716"/>
                </a:cubicBezTo>
                <a:cubicBezTo>
                  <a:pt x="20258" y="5027"/>
                  <a:pt x="20027" y="5267"/>
                  <a:pt x="19679" y="5361"/>
                </a:cubicBezTo>
                <a:cubicBezTo>
                  <a:pt x="19392" y="5437"/>
                  <a:pt x="19090" y="5431"/>
                  <a:pt x="18797" y="5435"/>
                </a:cubicBezTo>
                <a:cubicBezTo>
                  <a:pt x="18366" y="5440"/>
                  <a:pt x="17925" y="5461"/>
                  <a:pt x="17596" y="5728"/>
                </a:cubicBezTo>
                <a:lnTo>
                  <a:pt x="17596" y="5728"/>
                </a:lnTo>
                <a:cubicBezTo>
                  <a:pt x="17258" y="4031"/>
                  <a:pt x="17058" y="2308"/>
                  <a:pt x="17001" y="578"/>
                </a:cubicBezTo>
                <a:cubicBezTo>
                  <a:pt x="16998" y="504"/>
                  <a:pt x="16929" y="459"/>
                  <a:pt x="16866" y="459"/>
                </a:cubicBezTo>
                <a:cubicBezTo>
                  <a:pt x="16817" y="459"/>
                  <a:pt x="16773" y="485"/>
                  <a:pt x="16763" y="545"/>
                </a:cubicBezTo>
                <a:lnTo>
                  <a:pt x="16757" y="578"/>
                </a:lnTo>
                <a:lnTo>
                  <a:pt x="16757" y="578"/>
                </a:lnTo>
                <a:lnTo>
                  <a:pt x="16756" y="578"/>
                </a:lnTo>
                <a:lnTo>
                  <a:pt x="16756" y="578"/>
                </a:lnTo>
                <a:cubicBezTo>
                  <a:pt x="16756" y="579"/>
                  <a:pt x="16756" y="581"/>
                  <a:pt x="16756" y="582"/>
                </a:cubicBezTo>
                <a:lnTo>
                  <a:pt x="16756" y="582"/>
                </a:lnTo>
                <a:lnTo>
                  <a:pt x="16331" y="3057"/>
                </a:lnTo>
                <a:lnTo>
                  <a:pt x="16141" y="4162"/>
                </a:lnTo>
                <a:lnTo>
                  <a:pt x="16037" y="4765"/>
                </a:lnTo>
                <a:cubicBezTo>
                  <a:pt x="16004" y="4963"/>
                  <a:pt x="15994" y="5190"/>
                  <a:pt x="15921" y="5378"/>
                </a:cubicBezTo>
                <a:cubicBezTo>
                  <a:pt x="15854" y="5550"/>
                  <a:pt x="15724" y="5605"/>
                  <a:pt x="15575" y="5605"/>
                </a:cubicBezTo>
                <a:cubicBezTo>
                  <a:pt x="15377" y="5605"/>
                  <a:pt x="15145" y="5509"/>
                  <a:pt x="14979" y="5465"/>
                </a:cubicBezTo>
                <a:cubicBezTo>
                  <a:pt x="14624" y="5370"/>
                  <a:pt x="14255" y="5339"/>
                  <a:pt x="13888" y="5339"/>
                </a:cubicBezTo>
                <a:cubicBezTo>
                  <a:pt x="13866" y="5339"/>
                  <a:pt x="13843" y="5339"/>
                  <a:pt x="13821" y="5339"/>
                </a:cubicBezTo>
                <a:cubicBezTo>
                  <a:pt x="13302" y="5343"/>
                  <a:pt x="12776" y="5411"/>
                  <a:pt x="12254" y="5411"/>
                </a:cubicBezTo>
                <a:cubicBezTo>
                  <a:pt x="12040" y="5411"/>
                  <a:pt x="11827" y="5399"/>
                  <a:pt x="11616" y="5368"/>
                </a:cubicBezTo>
                <a:cubicBezTo>
                  <a:pt x="11061" y="5285"/>
                  <a:pt x="10475" y="5069"/>
                  <a:pt x="10091" y="4643"/>
                </a:cubicBezTo>
                <a:cubicBezTo>
                  <a:pt x="9897" y="4427"/>
                  <a:pt x="9787" y="4173"/>
                  <a:pt x="9743" y="3888"/>
                </a:cubicBezTo>
                <a:cubicBezTo>
                  <a:pt x="9707" y="3654"/>
                  <a:pt x="9705" y="3394"/>
                  <a:pt x="9578" y="3185"/>
                </a:cubicBezTo>
                <a:cubicBezTo>
                  <a:pt x="9464" y="2998"/>
                  <a:pt x="9299" y="2929"/>
                  <a:pt x="9120" y="2929"/>
                </a:cubicBezTo>
                <a:cubicBezTo>
                  <a:pt x="8862" y="2929"/>
                  <a:pt x="8574" y="3073"/>
                  <a:pt x="8373" y="3214"/>
                </a:cubicBezTo>
                <a:cubicBezTo>
                  <a:pt x="7958" y="3505"/>
                  <a:pt x="7656" y="3918"/>
                  <a:pt x="7338" y="4305"/>
                </a:cubicBezTo>
                <a:cubicBezTo>
                  <a:pt x="6905" y="4830"/>
                  <a:pt x="6468" y="5230"/>
                  <a:pt x="5767" y="5318"/>
                </a:cubicBezTo>
                <a:cubicBezTo>
                  <a:pt x="5358" y="5369"/>
                  <a:pt x="4797" y="5459"/>
                  <a:pt x="4526" y="5787"/>
                </a:cubicBezTo>
                <a:lnTo>
                  <a:pt x="4526" y="5787"/>
                </a:lnTo>
                <a:cubicBezTo>
                  <a:pt x="4284" y="4322"/>
                  <a:pt x="4115" y="2847"/>
                  <a:pt x="4017" y="1366"/>
                </a:cubicBezTo>
                <a:lnTo>
                  <a:pt x="4017" y="1366"/>
                </a:lnTo>
                <a:cubicBezTo>
                  <a:pt x="4013" y="1145"/>
                  <a:pt x="4000" y="925"/>
                  <a:pt x="3979" y="705"/>
                </a:cubicBezTo>
                <a:lnTo>
                  <a:pt x="3979" y="705"/>
                </a:lnTo>
                <a:cubicBezTo>
                  <a:pt x="3978" y="695"/>
                  <a:pt x="3978" y="685"/>
                  <a:pt x="3977" y="675"/>
                </a:cubicBezTo>
                <a:lnTo>
                  <a:pt x="3976" y="675"/>
                </a:lnTo>
                <a:cubicBezTo>
                  <a:pt x="3968" y="599"/>
                  <a:pt x="3905" y="560"/>
                  <a:pt x="3845" y="560"/>
                </a:cubicBezTo>
                <a:cubicBezTo>
                  <a:pt x="3786" y="560"/>
                  <a:pt x="3730" y="598"/>
                  <a:pt x="3734" y="676"/>
                </a:cubicBezTo>
                <a:cubicBezTo>
                  <a:pt x="3747" y="925"/>
                  <a:pt x="3761" y="1173"/>
                  <a:pt x="3778" y="1421"/>
                </a:cubicBezTo>
                <a:lnTo>
                  <a:pt x="3778" y="1421"/>
                </a:lnTo>
                <a:cubicBezTo>
                  <a:pt x="3786" y="1975"/>
                  <a:pt x="3742" y="2529"/>
                  <a:pt x="3645" y="3076"/>
                </a:cubicBezTo>
                <a:cubicBezTo>
                  <a:pt x="3513" y="3816"/>
                  <a:pt x="3310" y="4663"/>
                  <a:pt x="2910" y="5307"/>
                </a:cubicBezTo>
                <a:cubicBezTo>
                  <a:pt x="2725" y="5605"/>
                  <a:pt x="2489" y="5702"/>
                  <a:pt x="2225" y="5702"/>
                </a:cubicBezTo>
                <a:cubicBezTo>
                  <a:pt x="1744" y="5702"/>
                  <a:pt x="1174" y="5382"/>
                  <a:pt x="661" y="5382"/>
                </a:cubicBezTo>
                <a:cubicBezTo>
                  <a:pt x="462" y="5382"/>
                  <a:pt x="271" y="5430"/>
                  <a:pt x="98" y="5565"/>
                </a:cubicBezTo>
                <a:cubicBezTo>
                  <a:pt x="0" y="5641"/>
                  <a:pt x="89" y="5765"/>
                  <a:pt x="191" y="5765"/>
                </a:cubicBezTo>
                <a:cubicBezTo>
                  <a:pt x="217" y="5765"/>
                  <a:pt x="245" y="5757"/>
                  <a:pt x="270" y="5737"/>
                </a:cubicBezTo>
                <a:lnTo>
                  <a:pt x="268" y="5737"/>
                </a:lnTo>
                <a:cubicBezTo>
                  <a:pt x="398" y="5636"/>
                  <a:pt x="547" y="5599"/>
                  <a:pt x="705" y="5599"/>
                </a:cubicBezTo>
                <a:cubicBezTo>
                  <a:pt x="1098" y="5599"/>
                  <a:pt x="1547" y="5831"/>
                  <a:pt x="1886" y="5904"/>
                </a:cubicBezTo>
                <a:cubicBezTo>
                  <a:pt x="1999" y="5928"/>
                  <a:pt x="2108" y="5940"/>
                  <a:pt x="2212" y="5940"/>
                </a:cubicBezTo>
                <a:cubicBezTo>
                  <a:pt x="2611" y="5940"/>
                  <a:pt x="2940" y="5761"/>
                  <a:pt x="3159" y="5360"/>
                </a:cubicBezTo>
                <a:cubicBezTo>
                  <a:pt x="3526" y="4685"/>
                  <a:pt x="3742" y="3893"/>
                  <a:pt x="3878" y="3141"/>
                </a:cubicBezTo>
                <a:cubicBezTo>
                  <a:pt x="3888" y="3083"/>
                  <a:pt x="3898" y="3024"/>
                  <a:pt x="3907" y="2966"/>
                </a:cubicBezTo>
                <a:lnTo>
                  <a:pt x="3907" y="2966"/>
                </a:lnTo>
                <a:cubicBezTo>
                  <a:pt x="4021" y="4092"/>
                  <a:pt x="4176" y="5214"/>
                  <a:pt x="4372" y="6330"/>
                </a:cubicBezTo>
                <a:cubicBezTo>
                  <a:pt x="4382" y="6389"/>
                  <a:pt x="4431" y="6416"/>
                  <a:pt x="4482" y="6416"/>
                </a:cubicBezTo>
                <a:cubicBezTo>
                  <a:pt x="4546" y="6416"/>
                  <a:pt x="4613" y="6373"/>
                  <a:pt x="4610" y="6297"/>
                </a:cubicBezTo>
                <a:cubicBezTo>
                  <a:pt x="4571" y="5468"/>
                  <a:pt x="5855" y="5629"/>
                  <a:pt x="6362" y="5431"/>
                </a:cubicBezTo>
                <a:cubicBezTo>
                  <a:pt x="6817" y="5255"/>
                  <a:pt x="7161" y="4894"/>
                  <a:pt x="7467" y="4526"/>
                </a:cubicBezTo>
                <a:cubicBezTo>
                  <a:pt x="7798" y="4129"/>
                  <a:pt x="8106" y="3679"/>
                  <a:pt x="8546" y="3390"/>
                </a:cubicBezTo>
                <a:cubicBezTo>
                  <a:pt x="8695" y="3292"/>
                  <a:pt x="8913" y="3174"/>
                  <a:pt x="9099" y="3174"/>
                </a:cubicBezTo>
                <a:cubicBezTo>
                  <a:pt x="9226" y="3174"/>
                  <a:pt x="9339" y="3229"/>
                  <a:pt x="9405" y="3384"/>
                </a:cubicBezTo>
                <a:cubicBezTo>
                  <a:pt x="9505" y="3622"/>
                  <a:pt x="9481" y="3899"/>
                  <a:pt x="9547" y="4146"/>
                </a:cubicBezTo>
                <a:cubicBezTo>
                  <a:pt x="9821" y="5180"/>
                  <a:pt x="11034" y="5608"/>
                  <a:pt x="11995" y="5644"/>
                </a:cubicBezTo>
                <a:cubicBezTo>
                  <a:pt x="12071" y="5647"/>
                  <a:pt x="12147" y="5649"/>
                  <a:pt x="12223" y="5649"/>
                </a:cubicBezTo>
                <a:cubicBezTo>
                  <a:pt x="12773" y="5649"/>
                  <a:pt x="13322" y="5581"/>
                  <a:pt x="13871" y="5581"/>
                </a:cubicBezTo>
                <a:cubicBezTo>
                  <a:pt x="14012" y="5581"/>
                  <a:pt x="14153" y="5585"/>
                  <a:pt x="14294" y="5596"/>
                </a:cubicBezTo>
                <a:cubicBezTo>
                  <a:pt x="14646" y="5624"/>
                  <a:pt x="14960" y="5734"/>
                  <a:pt x="15300" y="5809"/>
                </a:cubicBezTo>
                <a:cubicBezTo>
                  <a:pt x="15394" y="5830"/>
                  <a:pt x="15493" y="5845"/>
                  <a:pt x="15590" y="5845"/>
                </a:cubicBezTo>
                <a:cubicBezTo>
                  <a:pt x="15749" y="5845"/>
                  <a:pt x="15903" y="5804"/>
                  <a:pt x="16020" y="5679"/>
                </a:cubicBezTo>
                <a:cubicBezTo>
                  <a:pt x="16238" y="5450"/>
                  <a:pt x="16238" y="5021"/>
                  <a:pt x="16288" y="4729"/>
                </a:cubicBezTo>
                <a:lnTo>
                  <a:pt x="16529" y="3323"/>
                </a:lnTo>
                <a:lnTo>
                  <a:pt x="16812" y="1675"/>
                </a:lnTo>
                <a:lnTo>
                  <a:pt x="16812" y="1675"/>
                </a:lnTo>
                <a:cubicBezTo>
                  <a:pt x="16912" y="3130"/>
                  <a:pt x="17110" y="4577"/>
                  <a:pt x="17405" y="6006"/>
                </a:cubicBezTo>
                <a:cubicBezTo>
                  <a:pt x="17418" y="6066"/>
                  <a:pt x="17462" y="6091"/>
                  <a:pt x="17510" y="6091"/>
                </a:cubicBezTo>
                <a:cubicBezTo>
                  <a:pt x="17554" y="6091"/>
                  <a:pt x="17599" y="6070"/>
                  <a:pt x="17626" y="6035"/>
                </a:cubicBezTo>
                <a:cubicBezTo>
                  <a:pt x="17881" y="5699"/>
                  <a:pt x="18325" y="5673"/>
                  <a:pt x="18739" y="5673"/>
                </a:cubicBezTo>
                <a:cubicBezTo>
                  <a:pt x="18815" y="5673"/>
                  <a:pt x="18890" y="5674"/>
                  <a:pt x="18962" y="5674"/>
                </a:cubicBezTo>
                <a:cubicBezTo>
                  <a:pt x="19020" y="5674"/>
                  <a:pt x="19076" y="5673"/>
                  <a:pt x="19130" y="5671"/>
                </a:cubicBezTo>
                <a:cubicBezTo>
                  <a:pt x="19628" y="5653"/>
                  <a:pt x="20108" y="5552"/>
                  <a:pt x="20435" y="5144"/>
                </a:cubicBezTo>
                <a:cubicBezTo>
                  <a:pt x="20805" y="4681"/>
                  <a:pt x="20883" y="4049"/>
                  <a:pt x="21293" y="3611"/>
                </a:cubicBezTo>
                <a:cubicBezTo>
                  <a:pt x="21450" y="3445"/>
                  <a:pt x="21658" y="3316"/>
                  <a:pt x="21882" y="3316"/>
                </a:cubicBezTo>
                <a:cubicBezTo>
                  <a:pt x="21947" y="3316"/>
                  <a:pt x="22012" y="3327"/>
                  <a:pt x="22079" y="3350"/>
                </a:cubicBezTo>
                <a:cubicBezTo>
                  <a:pt x="22345" y="3443"/>
                  <a:pt x="22507" y="3706"/>
                  <a:pt x="22639" y="3939"/>
                </a:cubicBezTo>
                <a:cubicBezTo>
                  <a:pt x="22877" y="4360"/>
                  <a:pt x="23062" y="4811"/>
                  <a:pt x="23461" y="5110"/>
                </a:cubicBezTo>
                <a:cubicBezTo>
                  <a:pt x="23919" y="5452"/>
                  <a:pt x="24507" y="5550"/>
                  <a:pt x="25062" y="5595"/>
                </a:cubicBezTo>
                <a:cubicBezTo>
                  <a:pt x="25790" y="5653"/>
                  <a:pt x="26522" y="5661"/>
                  <a:pt x="27251" y="5691"/>
                </a:cubicBezTo>
                <a:lnTo>
                  <a:pt x="28427" y="5739"/>
                </a:lnTo>
                <a:cubicBezTo>
                  <a:pt x="28484" y="5741"/>
                  <a:pt x="28542" y="5743"/>
                  <a:pt x="28599" y="5743"/>
                </a:cubicBezTo>
                <a:cubicBezTo>
                  <a:pt x="28811" y="5743"/>
                  <a:pt x="29009" y="5708"/>
                  <a:pt x="29121" y="5487"/>
                </a:cubicBezTo>
                <a:cubicBezTo>
                  <a:pt x="29280" y="5172"/>
                  <a:pt x="29269" y="4725"/>
                  <a:pt x="29318" y="4383"/>
                </a:cubicBezTo>
                <a:lnTo>
                  <a:pt x="29512" y="3057"/>
                </a:lnTo>
                <a:lnTo>
                  <a:pt x="29753" y="1409"/>
                </a:lnTo>
                <a:lnTo>
                  <a:pt x="29753" y="1409"/>
                </a:lnTo>
                <a:cubicBezTo>
                  <a:pt x="29875" y="2954"/>
                  <a:pt x="30079" y="4491"/>
                  <a:pt x="30365" y="6015"/>
                </a:cubicBezTo>
                <a:cubicBezTo>
                  <a:pt x="30377" y="6076"/>
                  <a:pt x="30435" y="6101"/>
                  <a:pt x="30489" y="6101"/>
                </a:cubicBezTo>
                <a:cubicBezTo>
                  <a:pt x="30498" y="6101"/>
                  <a:pt x="30506" y="6101"/>
                  <a:pt x="30514" y="6099"/>
                </a:cubicBezTo>
                <a:cubicBezTo>
                  <a:pt x="31726" y="5930"/>
                  <a:pt x="32865" y="5334"/>
                  <a:pt x="33690" y="4430"/>
                </a:cubicBezTo>
                <a:cubicBezTo>
                  <a:pt x="33875" y="4227"/>
                  <a:pt x="34031" y="4006"/>
                  <a:pt x="34196" y="3787"/>
                </a:cubicBezTo>
                <a:cubicBezTo>
                  <a:pt x="34335" y="3602"/>
                  <a:pt x="34583" y="3302"/>
                  <a:pt x="34838" y="3302"/>
                </a:cubicBezTo>
                <a:cubicBezTo>
                  <a:pt x="34915" y="3302"/>
                  <a:pt x="34994" y="3330"/>
                  <a:pt x="35070" y="3398"/>
                </a:cubicBezTo>
                <a:cubicBezTo>
                  <a:pt x="35256" y="3566"/>
                  <a:pt x="35283" y="3884"/>
                  <a:pt x="35352" y="4109"/>
                </a:cubicBezTo>
                <a:cubicBezTo>
                  <a:pt x="35418" y="4330"/>
                  <a:pt x="35525" y="4536"/>
                  <a:pt x="35669" y="4716"/>
                </a:cubicBezTo>
                <a:cubicBezTo>
                  <a:pt x="36291" y="5480"/>
                  <a:pt x="37427" y="5627"/>
                  <a:pt x="38347" y="5670"/>
                </a:cubicBezTo>
                <a:cubicBezTo>
                  <a:pt x="39094" y="5704"/>
                  <a:pt x="39844" y="5704"/>
                  <a:pt x="40592" y="5718"/>
                </a:cubicBezTo>
                <a:cubicBezTo>
                  <a:pt x="40815" y="5723"/>
                  <a:pt x="41069" y="5756"/>
                  <a:pt x="41311" y="5756"/>
                </a:cubicBezTo>
                <a:cubicBezTo>
                  <a:pt x="41433" y="5756"/>
                  <a:pt x="41552" y="5748"/>
                  <a:pt x="41662" y="5723"/>
                </a:cubicBezTo>
                <a:cubicBezTo>
                  <a:pt x="41908" y="5668"/>
                  <a:pt x="42013" y="5446"/>
                  <a:pt x="42061" y="5219"/>
                </a:cubicBezTo>
                <a:cubicBezTo>
                  <a:pt x="42234" y="4405"/>
                  <a:pt x="42314" y="3555"/>
                  <a:pt x="42397" y="2728"/>
                </a:cubicBezTo>
                <a:cubicBezTo>
                  <a:pt x="42442" y="2267"/>
                  <a:pt x="42479" y="1806"/>
                  <a:pt x="42507" y="1345"/>
                </a:cubicBezTo>
                <a:lnTo>
                  <a:pt x="42507" y="1345"/>
                </a:lnTo>
                <a:cubicBezTo>
                  <a:pt x="42753" y="2930"/>
                  <a:pt x="42998" y="4516"/>
                  <a:pt x="43243" y="6101"/>
                </a:cubicBezTo>
                <a:cubicBezTo>
                  <a:pt x="43252" y="6157"/>
                  <a:pt x="43308" y="6188"/>
                  <a:pt x="43362" y="6188"/>
                </a:cubicBezTo>
                <a:cubicBezTo>
                  <a:pt x="43404" y="6188"/>
                  <a:pt x="43446" y="6169"/>
                  <a:pt x="43465" y="6129"/>
                </a:cubicBezTo>
                <a:cubicBezTo>
                  <a:pt x="43691" y="5642"/>
                  <a:pt x="44324" y="5690"/>
                  <a:pt x="44779" y="5649"/>
                </a:cubicBezTo>
                <a:cubicBezTo>
                  <a:pt x="45229" y="5612"/>
                  <a:pt x="45647" y="5521"/>
                  <a:pt x="45984" y="5203"/>
                </a:cubicBezTo>
                <a:cubicBezTo>
                  <a:pt x="46298" y="4907"/>
                  <a:pt x="46504" y="4514"/>
                  <a:pt x="46733" y="4153"/>
                </a:cubicBezTo>
                <a:cubicBezTo>
                  <a:pt x="46952" y="3808"/>
                  <a:pt x="47213" y="3437"/>
                  <a:pt x="47639" y="3389"/>
                </a:cubicBezTo>
                <a:lnTo>
                  <a:pt x="47639" y="3389"/>
                </a:lnTo>
                <a:cubicBezTo>
                  <a:pt x="48138" y="4753"/>
                  <a:pt x="49536" y="5669"/>
                  <a:pt x="50964" y="5669"/>
                </a:cubicBezTo>
                <a:cubicBezTo>
                  <a:pt x="51267" y="5669"/>
                  <a:pt x="51571" y="5628"/>
                  <a:pt x="51868" y="5541"/>
                </a:cubicBezTo>
                <a:cubicBezTo>
                  <a:pt x="52005" y="5501"/>
                  <a:pt x="51964" y="5301"/>
                  <a:pt x="51840" y="5301"/>
                </a:cubicBezTo>
                <a:cubicBezTo>
                  <a:pt x="51828" y="5301"/>
                  <a:pt x="51816" y="5303"/>
                  <a:pt x="51803" y="5307"/>
                </a:cubicBezTo>
                <a:cubicBezTo>
                  <a:pt x="51528" y="5387"/>
                  <a:pt x="51245" y="5425"/>
                  <a:pt x="50963" y="5425"/>
                </a:cubicBezTo>
                <a:cubicBezTo>
                  <a:pt x="49609" y="5425"/>
                  <a:pt x="48275" y="4544"/>
                  <a:pt x="47841" y="3231"/>
                </a:cubicBezTo>
                <a:cubicBezTo>
                  <a:pt x="47826" y="3180"/>
                  <a:pt x="47778" y="3143"/>
                  <a:pt x="47723" y="3142"/>
                </a:cubicBezTo>
                <a:cubicBezTo>
                  <a:pt x="46737" y="3152"/>
                  <a:pt x="46453" y="4355"/>
                  <a:pt x="45891" y="4954"/>
                </a:cubicBezTo>
                <a:cubicBezTo>
                  <a:pt x="45493" y="5377"/>
                  <a:pt x="44966" y="5390"/>
                  <a:pt x="44423" y="5433"/>
                </a:cubicBezTo>
                <a:cubicBezTo>
                  <a:pt x="44067" y="5463"/>
                  <a:pt x="43685" y="5516"/>
                  <a:pt x="43433" y="5757"/>
                </a:cubicBezTo>
                <a:lnTo>
                  <a:pt x="43433" y="5757"/>
                </a:lnTo>
                <a:cubicBezTo>
                  <a:pt x="43143" y="3878"/>
                  <a:pt x="42853" y="1999"/>
                  <a:pt x="42562" y="121"/>
                </a:cubicBezTo>
                <a:lnTo>
                  <a:pt x="42562" y="121"/>
                </a:lnTo>
                <a:cubicBezTo>
                  <a:pt x="42562" y="121"/>
                  <a:pt x="42562" y="120"/>
                  <a:pt x="42562" y="120"/>
                </a:cubicBezTo>
                <a:lnTo>
                  <a:pt x="42562" y="120"/>
                </a:lnTo>
                <a:lnTo>
                  <a:pt x="42562" y="120"/>
                </a:lnTo>
                <a:lnTo>
                  <a:pt x="42562" y="120"/>
                </a:lnTo>
                <a:cubicBezTo>
                  <a:pt x="42561" y="109"/>
                  <a:pt x="42559" y="98"/>
                  <a:pt x="42557" y="88"/>
                </a:cubicBezTo>
                <a:cubicBezTo>
                  <a:pt x="42548" y="27"/>
                  <a:pt x="42503" y="0"/>
                  <a:pt x="4245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2"/>
          <p:cNvSpPr/>
          <p:nvPr/>
        </p:nvSpPr>
        <p:spPr>
          <a:xfrm>
            <a:off x="2139201" y="4777769"/>
            <a:ext cx="213355" cy="182914"/>
          </a:xfrm>
          <a:custGeom>
            <a:avLst/>
            <a:gdLst/>
            <a:ahLst/>
            <a:cxnLst/>
            <a:rect l="l" t="t" r="r" b="b"/>
            <a:pathLst>
              <a:path w="883" h="757" extrusionOk="0">
                <a:moveTo>
                  <a:pt x="505" y="1"/>
                </a:moveTo>
                <a:cubicBezTo>
                  <a:pt x="169" y="1"/>
                  <a:pt x="1" y="407"/>
                  <a:pt x="239" y="645"/>
                </a:cubicBezTo>
                <a:cubicBezTo>
                  <a:pt x="316" y="722"/>
                  <a:pt x="410" y="756"/>
                  <a:pt x="503" y="756"/>
                </a:cubicBezTo>
                <a:cubicBezTo>
                  <a:pt x="697" y="756"/>
                  <a:pt x="883" y="606"/>
                  <a:pt x="883" y="378"/>
                </a:cubicBezTo>
                <a:cubicBezTo>
                  <a:pt x="883" y="169"/>
                  <a:pt x="715" y="1"/>
                  <a:pt x="50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2"/>
          <p:cNvSpPr/>
          <p:nvPr/>
        </p:nvSpPr>
        <p:spPr>
          <a:xfrm>
            <a:off x="7704630" y="5014234"/>
            <a:ext cx="491465" cy="491475"/>
          </a:xfrm>
          <a:custGeom>
            <a:avLst/>
            <a:gdLst/>
            <a:ahLst/>
            <a:cxnLst/>
            <a:rect l="l" t="t" r="r" b="b"/>
            <a:pathLst>
              <a:path w="2034" h="2034" extrusionOk="0">
                <a:moveTo>
                  <a:pt x="1017" y="1"/>
                </a:moveTo>
                <a:cubicBezTo>
                  <a:pt x="456" y="1"/>
                  <a:pt x="1" y="456"/>
                  <a:pt x="1" y="1017"/>
                </a:cubicBezTo>
                <a:cubicBezTo>
                  <a:pt x="1" y="1578"/>
                  <a:pt x="456" y="2034"/>
                  <a:pt x="1017" y="2034"/>
                </a:cubicBezTo>
                <a:cubicBezTo>
                  <a:pt x="1578" y="2034"/>
                  <a:pt x="2033" y="1578"/>
                  <a:pt x="2033" y="1017"/>
                </a:cubicBezTo>
                <a:cubicBezTo>
                  <a:pt x="2033" y="456"/>
                  <a:pt x="1578" y="1"/>
                  <a:pt x="101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3"/>
          <p:cNvSpPr txBox="1">
            <a:spLocks noGrp="1"/>
          </p:cNvSpPr>
          <p:nvPr>
            <p:ph type="title"/>
          </p:nvPr>
        </p:nvSpPr>
        <p:spPr>
          <a:xfrm>
            <a:off x="1024175" y="2379938"/>
            <a:ext cx="3651600" cy="83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4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title" idx="2" hasCustomPrompt="1"/>
          </p:nvPr>
        </p:nvSpPr>
        <p:spPr>
          <a:xfrm>
            <a:off x="1024175" y="1473944"/>
            <a:ext cx="1275300" cy="90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61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4" name="Google Shape;34;p3"/>
          <p:cNvSpPr txBox="1">
            <a:spLocks noGrp="1"/>
          </p:cNvSpPr>
          <p:nvPr>
            <p:ph type="subTitle" idx="1"/>
          </p:nvPr>
        </p:nvSpPr>
        <p:spPr>
          <a:xfrm>
            <a:off x="1024175" y="3216353"/>
            <a:ext cx="2336400" cy="6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3"/>
          <p:cNvSpPr/>
          <p:nvPr/>
        </p:nvSpPr>
        <p:spPr>
          <a:xfrm rot="10800000">
            <a:off x="1121955" y="-434636"/>
            <a:ext cx="491465" cy="491475"/>
          </a:xfrm>
          <a:custGeom>
            <a:avLst/>
            <a:gdLst/>
            <a:ahLst/>
            <a:cxnLst/>
            <a:rect l="l" t="t" r="r" b="b"/>
            <a:pathLst>
              <a:path w="2034" h="2034" extrusionOk="0">
                <a:moveTo>
                  <a:pt x="1017" y="1"/>
                </a:moveTo>
                <a:cubicBezTo>
                  <a:pt x="456" y="1"/>
                  <a:pt x="1" y="456"/>
                  <a:pt x="1" y="1017"/>
                </a:cubicBezTo>
                <a:cubicBezTo>
                  <a:pt x="1" y="1578"/>
                  <a:pt x="456" y="2034"/>
                  <a:pt x="1017" y="2034"/>
                </a:cubicBezTo>
                <a:cubicBezTo>
                  <a:pt x="1578" y="2034"/>
                  <a:pt x="2033" y="1578"/>
                  <a:pt x="2033" y="1017"/>
                </a:cubicBezTo>
                <a:cubicBezTo>
                  <a:pt x="2033" y="456"/>
                  <a:pt x="1578" y="1"/>
                  <a:pt x="101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3"/>
          <p:cNvSpPr/>
          <p:nvPr/>
        </p:nvSpPr>
        <p:spPr>
          <a:xfrm rot="10800000">
            <a:off x="8411852" y="-228884"/>
            <a:ext cx="485425" cy="425027"/>
          </a:xfrm>
          <a:custGeom>
            <a:avLst/>
            <a:gdLst/>
            <a:ahLst/>
            <a:cxnLst/>
            <a:rect l="l" t="t" r="r" b="b"/>
            <a:pathLst>
              <a:path w="2009" h="1759" extrusionOk="0">
                <a:moveTo>
                  <a:pt x="1006" y="0"/>
                </a:moveTo>
                <a:cubicBezTo>
                  <a:pt x="702" y="0"/>
                  <a:pt x="407" y="157"/>
                  <a:pt x="244" y="439"/>
                </a:cubicBezTo>
                <a:cubicBezTo>
                  <a:pt x="1" y="859"/>
                  <a:pt x="144" y="1397"/>
                  <a:pt x="564" y="1640"/>
                </a:cubicBezTo>
                <a:cubicBezTo>
                  <a:pt x="703" y="1721"/>
                  <a:pt x="854" y="1759"/>
                  <a:pt x="1004" y="1759"/>
                </a:cubicBezTo>
                <a:cubicBezTo>
                  <a:pt x="1307" y="1759"/>
                  <a:pt x="1603" y="1602"/>
                  <a:pt x="1766" y="1321"/>
                </a:cubicBezTo>
                <a:cubicBezTo>
                  <a:pt x="2009" y="901"/>
                  <a:pt x="1865" y="363"/>
                  <a:pt x="1445" y="118"/>
                </a:cubicBezTo>
                <a:cubicBezTo>
                  <a:pt x="1306" y="38"/>
                  <a:pt x="1155" y="0"/>
                  <a:pt x="100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3"/>
          <p:cNvSpPr/>
          <p:nvPr/>
        </p:nvSpPr>
        <p:spPr>
          <a:xfrm rot="10800000">
            <a:off x="4407679" y="-356820"/>
            <a:ext cx="772717" cy="680913"/>
          </a:xfrm>
          <a:custGeom>
            <a:avLst/>
            <a:gdLst/>
            <a:ahLst/>
            <a:cxnLst/>
            <a:rect l="l" t="t" r="r" b="b"/>
            <a:pathLst>
              <a:path w="3198" h="2818" extrusionOk="0">
                <a:moveTo>
                  <a:pt x="1598" y="1"/>
                </a:moveTo>
                <a:cubicBezTo>
                  <a:pt x="1419" y="1"/>
                  <a:pt x="1236" y="35"/>
                  <a:pt x="1060" y="108"/>
                </a:cubicBezTo>
                <a:cubicBezTo>
                  <a:pt x="342" y="406"/>
                  <a:pt x="1" y="1229"/>
                  <a:pt x="298" y="1948"/>
                </a:cubicBezTo>
                <a:cubicBezTo>
                  <a:pt x="523" y="2490"/>
                  <a:pt x="1047" y="2817"/>
                  <a:pt x="1600" y="2817"/>
                </a:cubicBezTo>
                <a:cubicBezTo>
                  <a:pt x="1779" y="2817"/>
                  <a:pt x="1961" y="2783"/>
                  <a:pt x="2137" y="2710"/>
                </a:cubicBezTo>
                <a:cubicBezTo>
                  <a:pt x="2856" y="2413"/>
                  <a:pt x="3198" y="1589"/>
                  <a:pt x="2900" y="870"/>
                </a:cubicBezTo>
                <a:cubicBezTo>
                  <a:pt x="2676" y="328"/>
                  <a:pt x="2151" y="1"/>
                  <a:pt x="159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3"/>
          <p:cNvSpPr/>
          <p:nvPr/>
        </p:nvSpPr>
        <p:spPr>
          <a:xfrm rot="10800000">
            <a:off x="5270768" y="110491"/>
            <a:ext cx="437341" cy="406663"/>
          </a:xfrm>
          <a:custGeom>
            <a:avLst/>
            <a:gdLst/>
            <a:ahLst/>
            <a:cxnLst/>
            <a:rect l="l" t="t" r="r" b="b"/>
            <a:pathLst>
              <a:path w="1810" h="1683" extrusionOk="0">
                <a:moveTo>
                  <a:pt x="906" y="0"/>
                </a:moveTo>
                <a:cubicBezTo>
                  <a:pt x="501" y="0"/>
                  <a:pt x="142" y="294"/>
                  <a:pt x="76" y="707"/>
                </a:cubicBezTo>
                <a:cubicBezTo>
                  <a:pt x="1" y="1166"/>
                  <a:pt x="312" y="1598"/>
                  <a:pt x="771" y="1671"/>
                </a:cubicBezTo>
                <a:cubicBezTo>
                  <a:pt x="817" y="1679"/>
                  <a:pt x="863" y="1683"/>
                  <a:pt x="908" y="1683"/>
                </a:cubicBezTo>
                <a:cubicBezTo>
                  <a:pt x="1312" y="1683"/>
                  <a:pt x="1669" y="1389"/>
                  <a:pt x="1736" y="977"/>
                </a:cubicBezTo>
                <a:cubicBezTo>
                  <a:pt x="1810" y="518"/>
                  <a:pt x="1499" y="86"/>
                  <a:pt x="1040" y="11"/>
                </a:cubicBezTo>
                <a:cubicBezTo>
                  <a:pt x="995" y="4"/>
                  <a:pt x="950" y="0"/>
                  <a:pt x="906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3"/>
          <p:cNvSpPr/>
          <p:nvPr/>
        </p:nvSpPr>
        <p:spPr>
          <a:xfrm rot="10800000">
            <a:off x="-587820" y="-775828"/>
            <a:ext cx="1305500" cy="1305527"/>
          </a:xfrm>
          <a:custGeom>
            <a:avLst/>
            <a:gdLst/>
            <a:ahLst/>
            <a:cxnLst/>
            <a:rect l="l" t="t" r="r" b="b"/>
            <a:pathLst>
              <a:path w="5403" h="5403" extrusionOk="0">
                <a:moveTo>
                  <a:pt x="2701" y="1"/>
                </a:moveTo>
                <a:cubicBezTo>
                  <a:pt x="1210" y="1"/>
                  <a:pt x="1" y="1210"/>
                  <a:pt x="1" y="2701"/>
                </a:cubicBezTo>
                <a:cubicBezTo>
                  <a:pt x="1" y="4193"/>
                  <a:pt x="1210" y="5402"/>
                  <a:pt x="2701" y="5402"/>
                </a:cubicBezTo>
                <a:cubicBezTo>
                  <a:pt x="4193" y="5402"/>
                  <a:pt x="5402" y="4193"/>
                  <a:pt x="5402" y="2701"/>
                </a:cubicBezTo>
                <a:cubicBezTo>
                  <a:pt x="5402" y="1210"/>
                  <a:pt x="4193" y="1"/>
                  <a:pt x="270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3"/>
          <p:cNvSpPr/>
          <p:nvPr/>
        </p:nvSpPr>
        <p:spPr>
          <a:xfrm rot="10800000">
            <a:off x="7881405" y="-1058254"/>
            <a:ext cx="1798415" cy="1638493"/>
          </a:xfrm>
          <a:custGeom>
            <a:avLst/>
            <a:gdLst/>
            <a:ahLst/>
            <a:cxnLst/>
            <a:rect l="l" t="t" r="r" b="b"/>
            <a:pathLst>
              <a:path w="7443" h="6781" extrusionOk="0">
                <a:moveTo>
                  <a:pt x="3721" y="1"/>
                </a:moveTo>
                <a:cubicBezTo>
                  <a:pt x="2854" y="1"/>
                  <a:pt x="1986" y="332"/>
                  <a:pt x="1325" y="993"/>
                </a:cubicBezTo>
                <a:cubicBezTo>
                  <a:pt x="1" y="2317"/>
                  <a:pt x="1" y="4464"/>
                  <a:pt x="1325" y="5788"/>
                </a:cubicBezTo>
                <a:cubicBezTo>
                  <a:pt x="1986" y="6449"/>
                  <a:pt x="2854" y="6780"/>
                  <a:pt x="3721" y="6780"/>
                </a:cubicBezTo>
                <a:cubicBezTo>
                  <a:pt x="4589" y="6780"/>
                  <a:pt x="5457" y="6449"/>
                  <a:pt x="6119" y="5788"/>
                </a:cubicBezTo>
                <a:cubicBezTo>
                  <a:pt x="7443" y="4464"/>
                  <a:pt x="7443" y="2317"/>
                  <a:pt x="6119" y="993"/>
                </a:cubicBezTo>
                <a:cubicBezTo>
                  <a:pt x="5457" y="332"/>
                  <a:pt x="4589" y="1"/>
                  <a:pt x="372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3"/>
          <p:cNvSpPr/>
          <p:nvPr/>
        </p:nvSpPr>
        <p:spPr>
          <a:xfrm rot="10800000">
            <a:off x="4813367" y="488398"/>
            <a:ext cx="290433" cy="264102"/>
          </a:xfrm>
          <a:custGeom>
            <a:avLst/>
            <a:gdLst/>
            <a:ahLst/>
            <a:cxnLst/>
            <a:rect l="l" t="t" r="r" b="b"/>
            <a:pathLst>
              <a:path w="1202" h="1093" extrusionOk="0">
                <a:moveTo>
                  <a:pt x="602" y="1"/>
                </a:moveTo>
                <a:cubicBezTo>
                  <a:pt x="354" y="1"/>
                  <a:pt x="129" y="170"/>
                  <a:pt x="70" y="421"/>
                </a:cubicBezTo>
                <a:cubicBezTo>
                  <a:pt x="1" y="715"/>
                  <a:pt x="183" y="1010"/>
                  <a:pt x="477" y="1078"/>
                </a:cubicBezTo>
                <a:cubicBezTo>
                  <a:pt x="519" y="1088"/>
                  <a:pt x="561" y="1093"/>
                  <a:pt x="603" y="1093"/>
                </a:cubicBezTo>
                <a:cubicBezTo>
                  <a:pt x="850" y="1093"/>
                  <a:pt x="1074" y="923"/>
                  <a:pt x="1133" y="672"/>
                </a:cubicBezTo>
                <a:cubicBezTo>
                  <a:pt x="1202" y="378"/>
                  <a:pt x="1021" y="85"/>
                  <a:pt x="727" y="15"/>
                </a:cubicBezTo>
                <a:cubicBezTo>
                  <a:pt x="685" y="5"/>
                  <a:pt x="643" y="1"/>
                  <a:pt x="60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3"/>
          <p:cNvSpPr/>
          <p:nvPr/>
        </p:nvSpPr>
        <p:spPr>
          <a:xfrm rot="-1799986">
            <a:off x="6323378" y="-464874"/>
            <a:ext cx="6269639" cy="691908"/>
          </a:xfrm>
          <a:custGeom>
            <a:avLst/>
            <a:gdLst/>
            <a:ahLst/>
            <a:cxnLst/>
            <a:rect l="l" t="t" r="r" b="b"/>
            <a:pathLst>
              <a:path w="52112" h="5751" extrusionOk="0">
                <a:moveTo>
                  <a:pt x="3269" y="1"/>
                </a:moveTo>
                <a:cubicBezTo>
                  <a:pt x="3210" y="1"/>
                  <a:pt x="3153" y="39"/>
                  <a:pt x="3155" y="117"/>
                </a:cubicBezTo>
                <a:cubicBezTo>
                  <a:pt x="3155" y="117"/>
                  <a:pt x="3155" y="117"/>
                  <a:pt x="3155" y="117"/>
                </a:cubicBezTo>
                <a:lnTo>
                  <a:pt x="3155" y="117"/>
                </a:lnTo>
                <a:cubicBezTo>
                  <a:pt x="3197" y="1798"/>
                  <a:pt x="2863" y="3465"/>
                  <a:pt x="2180" y="5000"/>
                </a:cubicBezTo>
                <a:lnTo>
                  <a:pt x="2180" y="5000"/>
                </a:lnTo>
                <a:cubicBezTo>
                  <a:pt x="1725" y="4827"/>
                  <a:pt x="1251" y="4743"/>
                  <a:pt x="770" y="4743"/>
                </a:cubicBezTo>
                <a:cubicBezTo>
                  <a:pt x="563" y="4743"/>
                  <a:pt x="355" y="4758"/>
                  <a:pt x="147" y="4790"/>
                </a:cubicBezTo>
                <a:cubicBezTo>
                  <a:pt x="1" y="4812"/>
                  <a:pt x="53" y="5025"/>
                  <a:pt x="191" y="5025"/>
                </a:cubicBezTo>
                <a:cubicBezTo>
                  <a:pt x="198" y="5025"/>
                  <a:pt x="205" y="5025"/>
                  <a:pt x="212" y="5024"/>
                </a:cubicBezTo>
                <a:cubicBezTo>
                  <a:pt x="396" y="4996"/>
                  <a:pt x="581" y="4982"/>
                  <a:pt x="765" y="4982"/>
                </a:cubicBezTo>
                <a:cubicBezTo>
                  <a:pt x="1259" y="4982"/>
                  <a:pt x="1747" y="5081"/>
                  <a:pt x="2212" y="5271"/>
                </a:cubicBezTo>
                <a:cubicBezTo>
                  <a:pt x="2222" y="5275"/>
                  <a:pt x="2232" y="5277"/>
                  <a:pt x="2243" y="5277"/>
                </a:cubicBezTo>
                <a:cubicBezTo>
                  <a:pt x="2285" y="5277"/>
                  <a:pt x="2333" y="5251"/>
                  <a:pt x="2348" y="5215"/>
                </a:cubicBezTo>
                <a:cubicBezTo>
                  <a:pt x="2835" y="4153"/>
                  <a:pt x="3157" y="3027"/>
                  <a:pt x="3306" y="1875"/>
                </a:cubicBezTo>
                <a:lnTo>
                  <a:pt x="3306" y="1875"/>
                </a:lnTo>
                <a:cubicBezTo>
                  <a:pt x="3419" y="3129"/>
                  <a:pt x="3546" y="4382"/>
                  <a:pt x="3686" y="5634"/>
                </a:cubicBezTo>
                <a:cubicBezTo>
                  <a:pt x="3695" y="5712"/>
                  <a:pt x="3752" y="5751"/>
                  <a:pt x="3808" y="5751"/>
                </a:cubicBezTo>
                <a:cubicBezTo>
                  <a:pt x="3865" y="5751"/>
                  <a:pt x="3921" y="5712"/>
                  <a:pt x="3928" y="5634"/>
                </a:cubicBezTo>
                <a:lnTo>
                  <a:pt x="3930" y="5634"/>
                </a:lnTo>
                <a:cubicBezTo>
                  <a:pt x="3929" y="5632"/>
                  <a:pt x="3929" y="5630"/>
                  <a:pt x="3929" y="5628"/>
                </a:cubicBezTo>
                <a:lnTo>
                  <a:pt x="3929" y="5628"/>
                </a:lnTo>
                <a:cubicBezTo>
                  <a:pt x="3977" y="5225"/>
                  <a:pt x="4433" y="5080"/>
                  <a:pt x="4766" y="4984"/>
                </a:cubicBezTo>
                <a:cubicBezTo>
                  <a:pt x="5141" y="4875"/>
                  <a:pt x="5514" y="4799"/>
                  <a:pt x="5864" y="4620"/>
                </a:cubicBezTo>
                <a:cubicBezTo>
                  <a:pt x="6547" y="4272"/>
                  <a:pt x="7079" y="3685"/>
                  <a:pt x="7375" y="2982"/>
                </a:cubicBezTo>
                <a:lnTo>
                  <a:pt x="7375" y="2982"/>
                </a:lnTo>
                <a:cubicBezTo>
                  <a:pt x="7832" y="3089"/>
                  <a:pt x="7959" y="3793"/>
                  <a:pt x="8128" y="4157"/>
                </a:cubicBezTo>
                <a:cubicBezTo>
                  <a:pt x="8329" y="4591"/>
                  <a:pt x="8679" y="4920"/>
                  <a:pt x="9107" y="5127"/>
                </a:cubicBezTo>
                <a:cubicBezTo>
                  <a:pt x="9798" y="5460"/>
                  <a:pt x="10572" y="5521"/>
                  <a:pt x="11338" y="5521"/>
                </a:cubicBezTo>
                <a:cubicBezTo>
                  <a:pt x="11671" y="5521"/>
                  <a:pt x="12003" y="5509"/>
                  <a:pt x="12326" y="5503"/>
                </a:cubicBezTo>
                <a:lnTo>
                  <a:pt x="16958" y="5417"/>
                </a:lnTo>
                <a:lnTo>
                  <a:pt x="19326" y="5373"/>
                </a:lnTo>
                <a:cubicBezTo>
                  <a:pt x="19697" y="5365"/>
                  <a:pt x="20073" y="5375"/>
                  <a:pt x="20444" y="5350"/>
                </a:cubicBezTo>
                <a:cubicBezTo>
                  <a:pt x="20703" y="5333"/>
                  <a:pt x="20901" y="5232"/>
                  <a:pt x="21008" y="4988"/>
                </a:cubicBezTo>
                <a:cubicBezTo>
                  <a:pt x="21126" y="4724"/>
                  <a:pt x="21118" y="4402"/>
                  <a:pt x="21143" y="4120"/>
                </a:cubicBezTo>
                <a:lnTo>
                  <a:pt x="21262" y="2799"/>
                </a:lnTo>
                <a:lnTo>
                  <a:pt x="21404" y="1224"/>
                </a:lnTo>
                <a:lnTo>
                  <a:pt x="21957" y="5260"/>
                </a:lnTo>
                <a:cubicBezTo>
                  <a:pt x="21967" y="5321"/>
                  <a:pt x="22030" y="5346"/>
                  <a:pt x="22085" y="5346"/>
                </a:cubicBezTo>
                <a:cubicBezTo>
                  <a:pt x="22092" y="5346"/>
                  <a:pt x="22100" y="5345"/>
                  <a:pt x="22107" y="5344"/>
                </a:cubicBezTo>
                <a:cubicBezTo>
                  <a:pt x="23314" y="5179"/>
                  <a:pt x="24434" y="4624"/>
                  <a:pt x="25298" y="3767"/>
                </a:cubicBezTo>
                <a:cubicBezTo>
                  <a:pt x="25431" y="3635"/>
                  <a:pt x="25546" y="3487"/>
                  <a:pt x="25673" y="3352"/>
                </a:cubicBezTo>
                <a:cubicBezTo>
                  <a:pt x="25764" y="3255"/>
                  <a:pt x="25849" y="3205"/>
                  <a:pt x="25929" y="3205"/>
                </a:cubicBezTo>
                <a:cubicBezTo>
                  <a:pt x="26016" y="3205"/>
                  <a:pt x="26097" y="3264"/>
                  <a:pt x="26174" y="3388"/>
                </a:cubicBezTo>
                <a:cubicBezTo>
                  <a:pt x="26344" y="3659"/>
                  <a:pt x="26388" y="3989"/>
                  <a:pt x="26546" y="4267"/>
                </a:cubicBezTo>
                <a:cubicBezTo>
                  <a:pt x="26694" y="4525"/>
                  <a:pt x="26918" y="4730"/>
                  <a:pt x="27173" y="4879"/>
                </a:cubicBezTo>
                <a:cubicBezTo>
                  <a:pt x="27739" y="5213"/>
                  <a:pt x="28432" y="5297"/>
                  <a:pt x="29076" y="5324"/>
                </a:cubicBezTo>
                <a:cubicBezTo>
                  <a:pt x="29535" y="5343"/>
                  <a:pt x="29995" y="5347"/>
                  <a:pt x="30454" y="5347"/>
                </a:cubicBezTo>
                <a:cubicBezTo>
                  <a:pt x="30863" y="5347"/>
                  <a:pt x="31272" y="5344"/>
                  <a:pt x="31681" y="5344"/>
                </a:cubicBezTo>
                <a:cubicBezTo>
                  <a:pt x="31782" y="5344"/>
                  <a:pt x="31883" y="5344"/>
                  <a:pt x="31983" y="5344"/>
                </a:cubicBezTo>
                <a:lnTo>
                  <a:pt x="35123" y="5361"/>
                </a:lnTo>
                <a:cubicBezTo>
                  <a:pt x="36909" y="5370"/>
                  <a:pt x="38696" y="5396"/>
                  <a:pt x="40482" y="5396"/>
                </a:cubicBezTo>
                <a:cubicBezTo>
                  <a:pt x="40783" y="5396"/>
                  <a:pt x="41085" y="5395"/>
                  <a:pt x="41386" y="5394"/>
                </a:cubicBezTo>
                <a:cubicBezTo>
                  <a:pt x="41731" y="5391"/>
                  <a:pt x="42128" y="5353"/>
                  <a:pt x="42339" y="5041"/>
                </a:cubicBezTo>
                <a:cubicBezTo>
                  <a:pt x="42449" y="4879"/>
                  <a:pt x="42479" y="4684"/>
                  <a:pt x="42504" y="4494"/>
                </a:cubicBezTo>
                <a:cubicBezTo>
                  <a:pt x="42543" y="4208"/>
                  <a:pt x="42577" y="3921"/>
                  <a:pt x="42605" y="3634"/>
                </a:cubicBezTo>
                <a:cubicBezTo>
                  <a:pt x="42612" y="3568"/>
                  <a:pt x="42618" y="3502"/>
                  <a:pt x="42624" y="3436"/>
                </a:cubicBezTo>
                <a:lnTo>
                  <a:pt x="42624" y="3436"/>
                </a:lnTo>
                <a:cubicBezTo>
                  <a:pt x="42698" y="4175"/>
                  <a:pt x="42799" y="4912"/>
                  <a:pt x="42927" y="5644"/>
                </a:cubicBezTo>
                <a:cubicBezTo>
                  <a:pt x="42938" y="5704"/>
                  <a:pt x="42987" y="5731"/>
                  <a:pt x="43038" y="5731"/>
                </a:cubicBezTo>
                <a:cubicBezTo>
                  <a:pt x="43091" y="5731"/>
                  <a:pt x="43147" y="5701"/>
                  <a:pt x="43161" y="5644"/>
                </a:cubicBezTo>
                <a:cubicBezTo>
                  <a:pt x="43381" y="4804"/>
                  <a:pt x="44645" y="5119"/>
                  <a:pt x="45251" y="4852"/>
                </a:cubicBezTo>
                <a:cubicBezTo>
                  <a:pt x="45816" y="4602"/>
                  <a:pt x="46074" y="4009"/>
                  <a:pt x="46390" y="3520"/>
                </a:cubicBezTo>
                <a:cubicBezTo>
                  <a:pt x="46497" y="3355"/>
                  <a:pt x="46788" y="2903"/>
                  <a:pt x="47041" y="2903"/>
                </a:cubicBezTo>
                <a:cubicBezTo>
                  <a:pt x="47066" y="2903"/>
                  <a:pt x="47091" y="2907"/>
                  <a:pt x="47116" y="2917"/>
                </a:cubicBezTo>
                <a:cubicBezTo>
                  <a:pt x="47407" y="3036"/>
                  <a:pt x="47468" y="3581"/>
                  <a:pt x="47557" y="3838"/>
                </a:cubicBezTo>
                <a:cubicBezTo>
                  <a:pt x="47783" y="4499"/>
                  <a:pt x="48335" y="4969"/>
                  <a:pt x="48973" y="5223"/>
                </a:cubicBezTo>
                <a:cubicBezTo>
                  <a:pt x="49426" y="5405"/>
                  <a:pt x="49902" y="5466"/>
                  <a:pt x="50383" y="5466"/>
                </a:cubicBezTo>
                <a:cubicBezTo>
                  <a:pt x="50912" y="5466"/>
                  <a:pt x="51447" y="5392"/>
                  <a:pt x="51964" y="5320"/>
                </a:cubicBezTo>
                <a:cubicBezTo>
                  <a:pt x="52111" y="5300"/>
                  <a:pt x="52058" y="5084"/>
                  <a:pt x="51918" y="5084"/>
                </a:cubicBezTo>
                <a:cubicBezTo>
                  <a:pt x="51912" y="5084"/>
                  <a:pt x="51906" y="5085"/>
                  <a:pt x="51899" y="5086"/>
                </a:cubicBezTo>
                <a:cubicBezTo>
                  <a:pt x="51409" y="5154"/>
                  <a:pt x="50894" y="5226"/>
                  <a:pt x="50386" y="5226"/>
                </a:cubicBezTo>
                <a:cubicBezTo>
                  <a:pt x="49883" y="5226"/>
                  <a:pt x="49386" y="5155"/>
                  <a:pt x="48925" y="4941"/>
                </a:cubicBezTo>
                <a:cubicBezTo>
                  <a:pt x="48534" y="4759"/>
                  <a:pt x="48175" y="4484"/>
                  <a:pt x="47949" y="4113"/>
                </a:cubicBezTo>
                <a:cubicBezTo>
                  <a:pt x="47761" y="3804"/>
                  <a:pt x="47718" y="3443"/>
                  <a:pt x="47571" y="3119"/>
                </a:cubicBezTo>
                <a:cubicBezTo>
                  <a:pt x="47485" y="2930"/>
                  <a:pt x="47289" y="2636"/>
                  <a:pt x="47047" y="2636"/>
                </a:cubicBezTo>
                <a:cubicBezTo>
                  <a:pt x="47034" y="2636"/>
                  <a:pt x="47020" y="2637"/>
                  <a:pt x="47006" y="2639"/>
                </a:cubicBezTo>
                <a:cubicBezTo>
                  <a:pt x="46751" y="2675"/>
                  <a:pt x="46495" y="2970"/>
                  <a:pt x="46349" y="3159"/>
                </a:cubicBezTo>
                <a:cubicBezTo>
                  <a:pt x="45947" y="3679"/>
                  <a:pt x="45719" y="4446"/>
                  <a:pt x="45040" y="4673"/>
                </a:cubicBezTo>
                <a:cubicBezTo>
                  <a:pt x="44452" y="4869"/>
                  <a:pt x="43522" y="4702"/>
                  <a:pt x="43101" y="5225"/>
                </a:cubicBezTo>
                <a:lnTo>
                  <a:pt x="43101" y="5225"/>
                </a:lnTo>
                <a:cubicBezTo>
                  <a:pt x="42895" y="3953"/>
                  <a:pt x="42772" y="2670"/>
                  <a:pt x="42733" y="1382"/>
                </a:cubicBezTo>
                <a:lnTo>
                  <a:pt x="42733" y="1382"/>
                </a:lnTo>
                <a:cubicBezTo>
                  <a:pt x="42739" y="973"/>
                  <a:pt x="42735" y="564"/>
                  <a:pt x="42721" y="155"/>
                </a:cubicBezTo>
                <a:lnTo>
                  <a:pt x="42721" y="155"/>
                </a:lnTo>
                <a:cubicBezTo>
                  <a:pt x="42721" y="146"/>
                  <a:pt x="42722" y="137"/>
                  <a:pt x="42722" y="128"/>
                </a:cubicBezTo>
                <a:lnTo>
                  <a:pt x="42720" y="128"/>
                </a:lnTo>
                <a:cubicBezTo>
                  <a:pt x="42720" y="127"/>
                  <a:pt x="42720" y="127"/>
                  <a:pt x="42720" y="127"/>
                </a:cubicBezTo>
                <a:cubicBezTo>
                  <a:pt x="42718" y="48"/>
                  <a:pt x="42658" y="9"/>
                  <a:pt x="42598" y="9"/>
                </a:cubicBezTo>
                <a:cubicBezTo>
                  <a:pt x="42538" y="9"/>
                  <a:pt x="42479" y="48"/>
                  <a:pt x="42479" y="127"/>
                </a:cubicBezTo>
                <a:cubicBezTo>
                  <a:pt x="42474" y="547"/>
                  <a:pt x="42478" y="968"/>
                  <a:pt x="42491" y="1388"/>
                </a:cubicBezTo>
                <a:lnTo>
                  <a:pt x="42491" y="1388"/>
                </a:lnTo>
                <a:cubicBezTo>
                  <a:pt x="42483" y="1969"/>
                  <a:pt x="42456" y="2550"/>
                  <a:pt x="42410" y="3129"/>
                </a:cubicBezTo>
                <a:cubicBezTo>
                  <a:pt x="42370" y="3623"/>
                  <a:pt x="42340" y="4134"/>
                  <a:pt x="42242" y="4620"/>
                </a:cubicBezTo>
                <a:cubicBezTo>
                  <a:pt x="42144" y="5115"/>
                  <a:pt x="41735" y="5153"/>
                  <a:pt x="41323" y="5153"/>
                </a:cubicBezTo>
                <a:cubicBezTo>
                  <a:pt x="41263" y="5153"/>
                  <a:pt x="41203" y="5152"/>
                  <a:pt x="41144" y="5152"/>
                </a:cubicBezTo>
                <a:lnTo>
                  <a:pt x="35073" y="5119"/>
                </a:lnTo>
                <a:cubicBezTo>
                  <a:pt x="34771" y="5118"/>
                  <a:pt x="34469" y="5117"/>
                  <a:pt x="34166" y="5117"/>
                </a:cubicBezTo>
                <a:cubicBezTo>
                  <a:pt x="33486" y="5117"/>
                  <a:pt x="32806" y="5120"/>
                  <a:pt x="32125" y="5120"/>
                </a:cubicBezTo>
                <a:cubicBezTo>
                  <a:pt x="31142" y="5120"/>
                  <a:pt x="30159" y="5114"/>
                  <a:pt x="29178" y="5086"/>
                </a:cubicBezTo>
                <a:cubicBezTo>
                  <a:pt x="28519" y="5065"/>
                  <a:pt x="27783" y="4994"/>
                  <a:pt x="27217" y="4622"/>
                </a:cubicBezTo>
                <a:cubicBezTo>
                  <a:pt x="26919" y="4426"/>
                  <a:pt x="26740" y="4160"/>
                  <a:pt x="26622" y="3828"/>
                </a:cubicBezTo>
                <a:cubicBezTo>
                  <a:pt x="26533" y="3574"/>
                  <a:pt x="26445" y="3278"/>
                  <a:pt x="26246" y="3087"/>
                </a:cubicBezTo>
                <a:cubicBezTo>
                  <a:pt x="26151" y="2995"/>
                  <a:pt x="26043" y="2953"/>
                  <a:pt x="25934" y="2953"/>
                </a:cubicBezTo>
                <a:cubicBezTo>
                  <a:pt x="25798" y="2953"/>
                  <a:pt x="25663" y="3017"/>
                  <a:pt x="25552" y="3125"/>
                </a:cubicBezTo>
                <a:cubicBezTo>
                  <a:pt x="25223" y="3451"/>
                  <a:pt x="24945" y="3797"/>
                  <a:pt x="24571" y="4078"/>
                </a:cubicBezTo>
                <a:cubicBezTo>
                  <a:pt x="23868" y="4607"/>
                  <a:pt x="23044" y="4950"/>
                  <a:pt x="22179" y="5091"/>
                </a:cubicBezTo>
                <a:lnTo>
                  <a:pt x="22179" y="5091"/>
                </a:lnTo>
                <a:lnTo>
                  <a:pt x="21497" y="127"/>
                </a:lnTo>
                <a:cubicBezTo>
                  <a:pt x="21488" y="65"/>
                  <a:pt x="21446" y="39"/>
                  <a:pt x="21399" y="39"/>
                </a:cubicBezTo>
                <a:cubicBezTo>
                  <a:pt x="21336" y="39"/>
                  <a:pt x="21265" y="87"/>
                  <a:pt x="21258" y="159"/>
                </a:cubicBezTo>
                <a:cubicBezTo>
                  <a:pt x="21127" y="1614"/>
                  <a:pt x="21026" y="3075"/>
                  <a:pt x="20866" y="4526"/>
                </a:cubicBezTo>
                <a:cubicBezTo>
                  <a:pt x="20849" y="4672"/>
                  <a:pt x="20838" y="4844"/>
                  <a:pt x="20746" y="4966"/>
                </a:cubicBezTo>
                <a:cubicBezTo>
                  <a:pt x="20643" y="5102"/>
                  <a:pt x="20478" y="5116"/>
                  <a:pt x="20315" y="5116"/>
                </a:cubicBezTo>
                <a:cubicBezTo>
                  <a:pt x="20271" y="5116"/>
                  <a:pt x="20228" y="5115"/>
                  <a:pt x="20185" y="5115"/>
                </a:cubicBezTo>
                <a:cubicBezTo>
                  <a:pt x="20173" y="5115"/>
                  <a:pt x="20161" y="5115"/>
                  <a:pt x="20150" y="5116"/>
                </a:cubicBezTo>
                <a:lnTo>
                  <a:pt x="19018" y="5136"/>
                </a:lnTo>
                <a:lnTo>
                  <a:pt x="16856" y="5176"/>
                </a:lnTo>
                <a:lnTo>
                  <a:pt x="12431" y="5259"/>
                </a:lnTo>
                <a:cubicBezTo>
                  <a:pt x="12062" y="5266"/>
                  <a:pt x="11674" y="5285"/>
                  <a:pt x="11285" y="5285"/>
                </a:cubicBezTo>
                <a:cubicBezTo>
                  <a:pt x="10553" y="5285"/>
                  <a:pt x="9814" y="5219"/>
                  <a:pt x="9173" y="4889"/>
                </a:cubicBezTo>
                <a:cubicBezTo>
                  <a:pt x="8635" y="4611"/>
                  <a:pt x="8395" y="4182"/>
                  <a:pt x="8178" y="3639"/>
                </a:cubicBezTo>
                <a:cubicBezTo>
                  <a:pt x="8011" y="3221"/>
                  <a:pt x="7804" y="2767"/>
                  <a:pt x="7300" y="2728"/>
                </a:cubicBezTo>
                <a:cubicBezTo>
                  <a:pt x="7297" y="2728"/>
                  <a:pt x="7294" y="2728"/>
                  <a:pt x="7291" y="2728"/>
                </a:cubicBezTo>
                <a:cubicBezTo>
                  <a:pt x="7240" y="2728"/>
                  <a:pt x="7200" y="2772"/>
                  <a:pt x="7183" y="2816"/>
                </a:cubicBezTo>
                <a:cubicBezTo>
                  <a:pt x="6850" y="3684"/>
                  <a:pt x="6109" y="4365"/>
                  <a:pt x="5212" y="4616"/>
                </a:cubicBezTo>
                <a:cubicBezTo>
                  <a:pt x="4778" y="4737"/>
                  <a:pt x="4185" y="4833"/>
                  <a:pt x="3880" y="5183"/>
                </a:cubicBezTo>
                <a:lnTo>
                  <a:pt x="3880" y="5183"/>
                </a:lnTo>
                <a:cubicBezTo>
                  <a:pt x="3695" y="3497"/>
                  <a:pt x="3535" y="1808"/>
                  <a:pt x="3398" y="117"/>
                </a:cubicBezTo>
                <a:cubicBezTo>
                  <a:pt x="3392" y="40"/>
                  <a:pt x="3329" y="1"/>
                  <a:pt x="326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3"/>
          <p:cNvSpPr/>
          <p:nvPr/>
        </p:nvSpPr>
        <p:spPr>
          <a:xfrm rot="10800000">
            <a:off x="8866120" y="662185"/>
            <a:ext cx="687665" cy="625580"/>
          </a:xfrm>
          <a:custGeom>
            <a:avLst/>
            <a:gdLst/>
            <a:ahLst/>
            <a:cxnLst/>
            <a:rect l="l" t="t" r="r" b="b"/>
            <a:pathLst>
              <a:path w="2846" h="2589" extrusionOk="0">
                <a:moveTo>
                  <a:pt x="1422" y="1"/>
                </a:moveTo>
                <a:cubicBezTo>
                  <a:pt x="835" y="1"/>
                  <a:pt x="304" y="402"/>
                  <a:pt x="163" y="998"/>
                </a:cubicBezTo>
                <a:cubicBezTo>
                  <a:pt x="0" y="1694"/>
                  <a:pt x="431" y="2389"/>
                  <a:pt x="1125" y="2554"/>
                </a:cubicBezTo>
                <a:cubicBezTo>
                  <a:pt x="1225" y="2577"/>
                  <a:pt x="1326" y="2589"/>
                  <a:pt x="1424" y="2589"/>
                </a:cubicBezTo>
                <a:cubicBezTo>
                  <a:pt x="2011" y="2589"/>
                  <a:pt x="2542" y="2187"/>
                  <a:pt x="2681" y="1593"/>
                </a:cubicBezTo>
                <a:cubicBezTo>
                  <a:pt x="2845" y="897"/>
                  <a:pt x="2415" y="200"/>
                  <a:pt x="1720" y="36"/>
                </a:cubicBezTo>
                <a:cubicBezTo>
                  <a:pt x="1620" y="12"/>
                  <a:pt x="1520" y="1"/>
                  <a:pt x="142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3"/>
          <p:cNvSpPr/>
          <p:nvPr/>
        </p:nvSpPr>
        <p:spPr>
          <a:xfrm rot="10800000">
            <a:off x="-263021" y="845133"/>
            <a:ext cx="749037" cy="680672"/>
          </a:xfrm>
          <a:custGeom>
            <a:avLst/>
            <a:gdLst/>
            <a:ahLst/>
            <a:cxnLst/>
            <a:rect l="l" t="t" r="r" b="b"/>
            <a:pathLst>
              <a:path w="3100" h="2817" extrusionOk="0">
                <a:moveTo>
                  <a:pt x="1549" y="0"/>
                </a:moveTo>
                <a:cubicBezTo>
                  <a:pt x="910" y="0"/>
                  <a:pt x="332" y="437"/>
                  <a:pt x="179" y="1085"/>
                </a:cubicBezTo>
                <a:cubicBezTo>
                  <a:pt x="1" y="1842"/>
                  <a:pt x="470" y="2600"/>
                  <a:pt x="1227" y="2778"/>
                </a:cubicBezTo>
                <a:cubicBezTo>
                  <a:pt x="1335" y="2804"/>
                  <a:pt x="1444" y="2816"/>
                  <a:pt x="1551" y="2816"/>
                </a:cubicBezTo>
                <a:cubicBezTo>
                  <a:pt x="2189" y="2816"/>
                  <a:pt x="2766" y="2380"/>
                  <a:pt x="2919" y="1732"/>
                </a:cubicBezTo>
                <a:cubicBezTo>
                  <a:pt x="3099" y="974"/>
                  <a:pt x="2630" y="216"/>
                  <a:pt x="1873" y="38"/>
                </a:cubicBezTo>
                <a:cubicBezTo>
                  <a:pt x="1764" y="12"/>
                  <a:pt x="1656" y="0"/>
                  <a:pt x="154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3"/>
          <p:cNvSpPr/>
          <p:nvPr/>
        </p:nvSpPr>
        <p:spPr>
          <a:xfrm rot="-1799986">
            <a:off x="-2000972" y="21113"/>
            <a:ext cx="6269639" cy="691908"/>
          </a:xfrm>
          <a:custGeom>
            <a:avLst/>
            <a:gdLst/>
            <a:ahLst/>
            <a:cxnLst/>
            <a:rect l="l" t="t" r="r" b="b"/>
            <a:pathLst>
              <a:path w="52112" h="5751" extrusionOk="0">
                <a:moveTo>
                  <a:pt x="3269" y="1"/>
                </a:moveTo>
                <a:cubicBezTo>
                  <a:pt x="3210" y="1"/>
                  <a:pt x="3153" y="39"/>
                  <a:pt x="3155" y="117"/>
                </a:cubicBezTo>
                <a:cubicBezTo>
                  <a:pt x="3155" y="117"/>
                  <a:pt x="3155" y="117"/>
                  <a:pt x="3155" y="117"/>
                </a:cubicBezTo>
                <a:lnTo>
                  <a:pt x="3155" y="117"/>
                </a:lnTo>
                <a:cubicBezTo>
                  <a:pt x="3197" y="1798"/>
                  <a:pt x="2863" y="3465"/>
                  <a:pt x="2180" y="5000"/>
                </a:cubicBezTo>
                <a:lnTo>
                  <a:pt x="2180" y="5000"/>
                </a:lnTo>
                <a:cubicBezTo>
                  <a:pt x="1725" y="4827"/>
                  <a:pt x="1251" y="4743"/>
                  <a:pt x="770" y="4743"/>
                </a:cubicBezTo>
                <a:cubicBezTo>
                  <a:pt x="563" y="4743"/>
                  <a:pt x="355" y="4758"/>
                  <a:pt x="147" y="4790"/>
                </a:cubicBezTo>
                <a:cubicBezTo>
                  <a:pt x="1" y="4812"/>
                  <a:pt x="53" y="5025"/>
                  <a:pt x="191" y="5025"/>
                </a:cubicBezTo>
                <a:cubicBezTo>
                  <a:pt x="198" y="5025"/>
                  <a:pt x="205" y="5025"/>
                  <a:pt x="212" y="5024"/>
                </a:cubicBezTo>
                <a:cubicBezTo>
                  <a:pt x="396" y="4996"/>
                  <a:pt x="581" y="4982"/>
                  <a:pt x="765" y="4982"/>
                </a:cubicBezTo>
                <a:cubicBezTo>
                  <a:pt x="1259" y="4982"/>
                  <a:pt x="1747" y="5081"/>
                  <a:pt x="2212" y="5271"/>
                </a:cubicBezTo>
                <a:cubicBezTo>
                  <a:pt x="2222" y="5275"/>
                  <a:pt x="2232" y="5277"/>
                  <a:pt x="2243" y="5277"/>
                </a:cubicBezTo>
                <a:cubicBezTo>
                  <a:pt x="2285" y="5277"/>
                  <a:pt x="2333" y="5251"/>
                  <a:pt x="2348" y="5215"/>
                </a:cubicBezTo>
                <a:cubicBezTo>
                  <a:pt x="2835" y="4153"/>
                  <a:pt x="3157" y="3027"/>
                  <a:pt x="3306" y="1875"/>
                </a:cubicBezTo>
                <a:lnTo>
                  <a:pt x="3306" y="1875"/>
                </a:lnTo>
                <a:cubicBezTo>
                  <a:pt x="3419" y="3129"/>
                  <a:pt x="3546" y="4382"/>
                  <a:pt x="3686" y="5634"/>
                </a:cubicBezTo>
                <a:cubicBezTo>
                  <a:pt x="3695" y="5712"/>
                  <a:pt x="3752" y="5751"/>
                  <a:pt x="3808" y="5751"/>
                </a:cubicBezTo>
                <a:cubicBezTo>
                  <a:pt x="3865" y="5751"/>
                  <a:pt x="3921" y="5712"/>
                  <a:pt x="3928" y="5634"/>
                </a:cubicBezTo>
                <a:lnTo>
                  <a:pt x="3930" y="5634"/>
                </a:lnTo>
                <a:cubicBezTo>
                  <a:pt x="3929" y="5632"/>
                  <a:pt x="3929" y="5630"/>
                  <a:pt x="3929" y="5628"/>
                </a:cubicBezTo>
                <a:lnTo>
                  <a:pt x="3929" y="5628"/>
                </a:lnTo>
                <a:cubicBezTo>
                  <a:pt x="3977" y="5225"/>
                  <a:pt x="4433" y="5080"/>
                  <a:pt x="4766" y="4984"/>
                </a:cubicBezTo>
                <a:cubicBezTo>
                  <a:pt x="5141" y="4875"/>
                  <a:pt x="5514" y="4799"/>
                  <a:pt x="5864" y="4620"/>
                </a:cubicBezTo>
                <a:cubicBezTo>
                  <a:pt x="6547" y="4272"/>
                  <a:pt x="7079" y="3685"/>
                  <a:pt x="7375" y="2982"/>
                </a:cubicBezTo>
                <a:lnTo>
                  <a:pt x="7375" y="2982"/>
                </a:lnTo>
                <a:cubicBezTo>
                  <a:pt x="7832" y="3089"/>
                  <a:pt x="7959" y="3793"/>
                  <a:pt x="8128" y="4157"/>
                </a:cubicBezTo>
                <a:cubicBezTo>
                  <a:pt x="8329" y="4591"/>
                  <a:pt x="8679" y="4920"/>
                  <a:pt x="9107" y="5127"/>
                </a:cubicBezTo>
                <a:cubicBezTo>
                  <a:pt x="9798" y="5460"/>
                  <a:pt x="10572" y="5521"/>
                  <a:pt x="11338" y="5521"/>
                </a:cubicBezTo>
                <a:cubicBezTo>
                  <a:pt x="11671" y="5521"/>
                  <a:pt x="12003" y="5509"/>
                  <a:pt x="12326" y="5503"/>
                </a:cubicBezTo>
                <a:lnTo>
                  <a:pt x="16958" y="5417"/>
                </a:lnTo>
                <a:lnTo>
                  <a:pt x="19326" y="5373"/>
                </a:lnTo>
                <a:cubicBezTo>
                  <a:pt x="19697" y="5365"/>
                  <a:pt x="20073" y="5375"/>
                  <a:pt x="20444" y="5350"/>
                </a:cubicBezTo>
                <a:cubicBezTo>
                  <a:pt x="20703" y="5333"/>
                  <a:pt x="20901" y="5232"/>
                  <a:pt x="21008" y="4988"/>
                </a:cubicBezTo>
                <a:cubicBezTo>
                  <a:pt x="21126" y="4724"/>
                  <a:pt x="21118" y="4402"/>
                  <a:pt x="21143" y="4120"/>
                </a:cubicBezTo>
                <a:lnTo>
                  <a:pt x="21262" y="2799"/>
                </a:lnTo>
                <a:lnTo>
                  <a:pt x="21404" y="1224"/>
                </a:lnTo>
                <a:lnTo>
                  <a:pt x="21957" y="5260"/>
                </a:lnTo>
                <a:cubicBezTo>
                  <a:pt x="21967" y="5321"/>
                  <a:pt x="22030" y="5346"/>
                  <a:pt x="22085" y="5346"/>
                </a:cubicBezTo>
                <a:cubicBezTo>
                  <a:pt x="22092" y="5346"/>
                  <a:pt x="22100" y="5345"/>
                  <a:pt x="22107" y="5344"/>
                </a:cubicBezTo>
                <a:cubicBezTo>
                  <a:pt x="23314" y="5179"/>
                  <a:pt x="24434" y="4624"/>
                  <a:pt x="25298" y="3767"/>
                </a:cubicBezTo>
                <a:cubicBezTo>
                  <a:pt x="25431" y="3635"/>
                  <a:pt x="25546" y="3487"/>
                  <a:pt x="25673" y="3352"/>
                </a:cubicBezTo>
                <a:cubicBezTo>
                  <a:pt x="25764" y="3255"/>
                  <a:pt x="25849" y="3205"/>
                  <a:pt x="25929" y="3205"/>
                </a:cubicBezTo>
                <a:cubicBezTo>
                  <a:pt x="26016" y="3205"/>
                  <a:pt x="26097" y="3264"/>
                  <a:pt x="26174" y="3388"/>
                </a:cubicBezTo>
                <a:cubicBezTo>
                  <a:pt x="26344" y="3659"/>
                  <a:pt x="26388" y="3989"/>
                  <a:pt x="26546" y="4267"/>
                </a:cubicBezTo>
                <a:cubicBezTo>
                  <a:pt x="26694" y="4525"/>
                  <a:pt x="26918" y="4730"/>
                  <a:pt x="27173" y="4879"/>
                </a:cubicBezTo>
                <a:cubicBezTo>
                  <a:pt x="27739" y="5213"/>
                  <a:pt x="28432" y="5297"/>
                  <a:pt x="29076" y="5324"/>
                </a:cubicBezTo>
                <a:cubicBezTo>
                  <a:pt x="29535" y="5343"/>
                  <a:pt x="29995" y="5347"/>
                  <a:pt x="30454" y="5347"/>
                </a:cubicBezTo>
                <a:cubicBezTo>
                  <a:pt x="30863" y="5347"/>
                  <a:pt x="31272" y="5344"/>
                  <a:pt x="31681" y="5344"/>
                </a:cubicBezTo>
                <a:cubicBezTo>
                  <a:pt x="31782" y="5344"/>
                  <a:pt x="31883" y="5344"/>
                  <a:pt x="31983" y="5344"/>
                </a:cubicBezTo>
                <a:lnTo>
                  <a:pt x="35123" y="5361"/>
                </a:lnTo>
                <a:cubicBezTo>
                  <a:pt x="36909" y="5370"/>
                  <a:pt x="38696" y="5396"/>
                  <a:pt x="40482" y="5396"/>
                </a:cubicBezTo>
                <a:cubicBezTo>
                  <a:pt x="40783" y="5396"/>
                  <a:pt x="41085" y="5395"/>
                  <a:pt x="41386" y="5394"/>
                </a:cubicBezTo>
                <a:cubicBezTo>
                  <a:pt x="41731" y="5391"/>
                  <a:pt x="42128" y="5353"/>
                  <a:pt x="42339" y="5041"/>
                </a:cubicBezTo>
                <a:cubicBezTo>
                  <a:pt x="42449" y="4879"/>
                  <a:pt x="42479" y="4684"/>
                  <a:pt x="42504" y="4494"/>
                </a:cubicBezTo>
                <a:cubicBezTo>
                  <a:pt x="42543" y="4208"/>
                  <a:pt x="42577" y="3921"/>
                  <a:pt x="42605" y="3634"/>
                </a:cubicBezTo>
                <a:cubicBezTo>
                  <a:pt x="42612" y="3568"/>
                  <a:pt x="42618" y="3502"/>
                  <a:pt x="42624" y="3436"/>
                </a:cubicBezTo>
                <a:lnTo>
                  <a:pt x="42624" y="3436"/>
                </a:lnTo>
                <a:cubicBezTo>
                  <a:pt x="42698" y="4175"/>
                  <a:pt x="42799" y="4912"/>
                  <a:pt x="42927" y="5644"/>
                </a:cubicBezTo>
                <a:cubicBezTo>
                  <a:pt x="42938" y="5704"/>
                  <a:pt x="42987" y="5731"/>
                  <a:pt x="43038" y="5731"/>
                </a:cubicBezTo>
                <a:cubicBezTo>
                  <a:pt x="43091" y="5731"/>
                  <a:pt x="43147" y="5701"/>
                  <a:pt x="43161" y="5644"/>
                </a:cubicBezTo>
                <a:cubicBezTo>
                  <a:pt x="43381" y="4804"/>
                  <a:pt x="44645" y="5119"/>
                  <a:pt x="45251" y="4852"/>
                </a:cubicBezTo>
                <a:cubicBezTo>
                  <a:pt x="45816" y="4602"/>
                  <a:pt x="46074" y="4009"/>
                  <a:pt x="46390" y="3520"/>
                </a:cubicBezTo>
                <a:cubicBezTo>
                  <a:pt x="46497" y="3355"/>
                  <a:pt x="46788" y="2903"/>
                  <a:pt x="47041" y="2903"/>
                </a:cubicBezTo>
                <a:cubicBezTo>
                  <a:pt x="47066" y="2903"/>
                  <a:pt x="47091" y="2907"/>
                  <a:pt x="47116" y="2917"/>
                </a:cubicBezTo>
                <a:cubicBezTo>
                  <a:pt x="47407" y="3036"/>
                  <a:pt x="47468" y="3581"/>
                  <a:pt x="47557" y="3838"/>
                </a:cubicBezTo>
                <a:cubicBezTo>
                  <a:pt x="47783" y="4499"/>
                  <a:pt x="48335" y="4969"/>
                  <a:pt x="48973" y="5223"/>
                </a:cubicBezTo>
                <a:cubicBezTo>
                  <a:pt x="49426" y="5405"/>
                  <a:pt x="49902" y="5466"/>
                  <a:pt x="50383" y="5466"/>
                </a:cubicBezTo>
                <a:cubicBezTo>
                  <a:pt x="50912" y="5466"/>
                  <a:pt x="51447" y="5392"/>
                  <a:pt x="51964" y="5320"/>
                </a:cubicBezTo>
                <a:cubicBezTo>
                  <a:pt x="52111" y="5300"/>
                  <a:pt x="52058" y="5084"/>
                  <a:pt x="51918" y="5084"/>
                </a:cubicBezTo>
                <a:cubicBezTo>
                  <a:pt x="51912" y="5084"/>
                  <a:pt x="51906" y="5085"/>
                  <a:pt x="51899" y="5086"/>
                </a:cubicBezTo>
                <a:cubicBezTo>
                  <a:pt x="51409" y="5154"/>
                  <a:pt x="50894" y="5226"/>
                  <a:pt x="50386" y="5226"/>
                </a:cubicBezTo>
                <a:cubicBezTo>
                  <a:pt x="49883" y="5226"/>
                  <a:pt x="49386" y="5155"/>
                  <a:pt x="48925" y="4941"/>
                </a:cubicBezTo>
                <a:cubicBezTo>
                  <a:pt x="48534" y="4759"/>
                  <a:pt x="48175" y="4484"/>
                  <a:pt x="47949" y="4113"/>
                </a:cubicBezTo>
                <a:cubicBezTo>
                  <a:pt x="47761" y="3804"/>
                  <a:pt x="47718" y="3443"/>
                  <a:pt x="47571" y="3119"/>
                </a:cubicBezTo>
                <a:cubicBezTo>
                  <a:pt x="47485" y="2930"/>
                  <a:pt x="47289" y="2636"/>
                  <a:pt x="47047" y="2636"/>
                </a:cubicBezTo>
                <a:cubicBezTo>
                  <a:pt x="47034" y="2636"/>
                  <a:pt x="47020" y="2637"/>
                  <a:pt x="47006" y="2639"/>
                </a:cubicBezTo>
                <a:cubicBezTo>
                  <a:pt x="46751" y="2675"/>
                  <a:pt x="46495" y="2970"/>
                  <a:pt x="46349" y="3159"/>
                </a:cubicBezTo>
                <a:cubicBezTo>
                  <a:pt x="45947" y="3679"/>
                  <a:pt x="45719" y="4446"/>
                  <a:pt x="45040" y="4673"/>
                </a:cubicBezTo>
                <a:cubicBezTo>
                  <a:pt x="44452" y="4869"/>
                  <a:pt x="43522" y="4702"/>
                  <a:pt x="43101" y="5225"/>
                </a:cubicBezTo>
                <a:lnTo>
                  <a:pt x="43101" y="5225"/>
                </a:lnTo>
                <a:cubicBezTo>
                  <a:pt x="42895" y="3953"/>
                  <a:pt x="42772" y="2670"/>
                  <a:pt x="42733" y="1382"/>
                </a:cubicBezTo>
                <a:lnTo>
                  <a:pt x="42733" y="1382"/>
                </a:lnTo>
                <a:cubicBezTo>
                  <a:pt x="42739" y="973"/>
                  <a:pt x="42735" y="564"/>
                  <a:pt x="42721" y="155"/>
                </a:cubicBezTo>
                <a:lnTo>
                  <a:pt x="42721" y="155"/>
                </a:lnTo>
                <a:cubicBezTo>
                  <a:pt x="42721" y="146"/>
                  <a:pt x="42722" y="137"/>
                  <a:pt x="42722" y="128"/>
                </a:cubicBezTo>
                <a:lnTo>
                  <a:pt x="42720" y="128"/>
                </a:lnTo>
                <a:cubicBezTo>
                  <a:pt x="42720" y="127"/>
                  <a:pt x="42720" y="127"/>
                  <a:pt x="42720" y="127"/>
                </a:cubicBezTo>
                <a:cubicBezTo>
                  <a:pt x="42718" y="48"/>
                  <a:pt x="42658" y="9"/>
                  <a:pt x="42598" y="9"/>
                </a:cubicBezTo>
                <a:cubicBezTo>
                  <a:pt x="42538" y="9"/>
                  <a:pt x="42479" y="48"/>
                  <a:pt x="42479" y="127"/>
                </a:cubicBezTo>
                <a:cubicBezTo>
                  <a:pt x="42474" y="547"/>
                  <a:pt x="42478" y="968"/>
                  <a:pt x="42491" y="1388"/>
                </a:cubicBezTo>
                <a:lnTo>
                  <a:pt x="42491" y="1388"/>
                </a:lnTo>
                <a:cubicBezTo>
                  <a:pt x="42483" y="1969"/>
                  <a:pt x="42456" y="2550"/>
                  <a:pt x="42410" y="3129"/>
                </a:cubicBezTo>
                <a:cubicBezTo>
                  <a:pt x="42370" y="3623"/>
                  <a:pt x="42340" y="4134"/>
                  <a:pt x="42242" y="4620"/>
                </a:cubicBezTo>
                <a:cubicBezTo>
                  <a:pt x="42144" y="5115"/>
                  <a:pt x="41735" y="5153"/>
                  <a:pt x="41323" y="5153"/>
                </a:cubicBezTo>
                <a:cubicBezTo>
                  <a:pt x="41263" y="5153"/>
                  <a:pt x="41203" y="5152"/>
                  <a:pt x="41144" y="5152"/>
                </a:cubicBezTo>
                <a:lnTo>
                  <a:pt x="35073" y="5119"/>
                </a:lnTo>
                <a:cubicBezTo>
                  <a:pt x="34771" y="5118"/>
                  <a:pt x="34469" y="5117"/>
                  <a:pt x="34166" y="5117"/>
                </a:cubicBezTo>
                <a:cubicBezTo>
                  <a:pt x="33486" y="5117"/>
                  <a:pt x="32806" y="5120"/>
                  <a:pt x="32125" y="5120"/>
                </a:cubicBezTo>
                <a:cubicBezTo>
                  <a:pt x="31142" y="5120"/>
                  <a:pt x="30159" y="5114"/>
                  <a:pt x="29178" y="5086"/>
                </a:cubicBezTo>
                <a:cubicBezTo>
                  <a:pt x="28519" y="5065"/>
                  <a:pt x="27783" y="4994"/>
                  <a:pt x="27217" y="4622"/>
                </a:cubicBezTo>
                <a:cubicBezTo>
                  <a:pt x="26919" y="4426"/>
                  <a:pt x="26740" y="4160"/>
                  <a:pt x="26622" y="3828"/>
                </a:cubicBezTo>
                <a:cubicBezTo>
                  <a:pt x="26533" y="3574"/>
                  <a:pt x="26445" y="3278"/>
                  <a:pt x="26246" y="3087"/>
                </a:cubicBezTo>
                <a:cubicBezTo>
                  <a:pt x="26151" y="2995"/>
                  <a:pt x="26043" y="2953"/>
                  <a:pt x="25934" y="2953"/>
                </a:cubicBezTo>
                <a:cubicBezTo>
                  <a:pt x="25798" y="2953"/>
                  <a:pt x="25663" y="3017"/>
                  <a:pt x="25552" y="3125"/>
                </a:cubicBezTo>
                <a:cubicBezTo>
                  <a:pt x="25223" y="3451"/>
                  <a:pt x="24945" y="3797"/>
                  <a:pt x="24571" y="4078"/>
                </a:cubicBezTo>
                <a:cubicBezTo>
                  <a:pt x="23868" y="4607"/>
                  <a:pt x="23044" y="4950"/>
                  <a:pt x="22179" y="5091"/>
                </a:cubicBezTo>
                <a:lnTo>
                  <a:pt x="22179" y="5091"/>
                </a:lnTo>
                <a:lnTo>
                  <a:pt x="21497" y="127"/>
                </a:lnTo>
                <a:cubicBezTo>
                  <a:pt x="21488" y="65"/>
                  <a:pt x="21446" y="39"/>
                  <a:pt x="21399" y="39"/>
                </a:cubicBezTo>
                <a:cubicBezTo>
                  <a:pt x="21336" y="39"/>
                  <a:pt x="21265" y="87"/>
                  <a:pt x="21258" y="159"/>
                </a:cubicBezTo>
                <a:cubicBezTo>
                  <a:pt x="21127" y="1614"/>
                  <a:pt x="21026" y="3075"/>
                  <a:pt x="20866" y="4526"/>
                </a:cubicBezTo>
                <a:cubicBezTo>
                  <a:pt x="20849" y="4672"/>
                  <a:pt x="20838" y="4844"/>
                  <a:pt x="20746" y="4966"/>
                </a:cubicBezTo>
                <a:cubicBezTo>
                  <a:pt x="20643" y="5102"/>
                  <a:pt x="20478" y="5116"/>
                  <a:pt x="20315" y="5116"/>
                </a:cubicBezTo>
                <a:cubicBezTo>
                  <a:pt x="20271" y="5116"/>
                  <a:pt x="20228" y="5115"/>
                  <a:pt x="20185" y="5115"/>
                </a:cubicBezTo>
                <a:cubicBezTo>
                  <a:pt x="20173" y="5115"/>
                  <a:pt x="20161" y="5115"/>
                  <a:pt x="20150" y="5116"/>
                </a:cubicBezTo>
                <a:lnTo>
                  <a:pt x="19018" y="5136"/>
                </a:lnTo>
                <a:lnTo>
                  <a:pt x="16856" y="5176"/>
                </a:lnTo>
                <a:lnTo>
                  <a:pt x="12431" y="5259"/>
                </a:lnTo>
                <a:cubicBezTo>
                  <a:pt x="12062" y="5266"/>
                  <a:pt x="11674" y="5285"/>
                  <a:pt x="11285" y="5285"/>
                </a:cubicBezTo>
                <a:cubicBezTo>
                  <a:pt x="10553" y="5285"/>
                  <a:pt x="9814" y="5219"/>
                  <a:pt x="9173" y="4889"/>
                </a:cubicBezTo>
                <a:cubicBezTo>
                  <a:pt x="8635" y="4611"/>
                  <a:pt x="8395" y="4182"/>
                  <a:pt x="8178" y="3639"/>
                </a:cubicBezTo>
                <a:cubicBezTo>
                  <a:pt x="8011" y="3221"/>
                  <a:pt x="7804" y="2767"/>
                  <a:pt x="7300" y="2728"/>
                </a:cubicBezTo>
                <a:cubicBezTo>
                  <a:pt x="7297" y="2728"/>
                  <a:pt x="7294" y="2728"/>
                  <a:pt x="7291" y="2728"/>
                </a:cubicBezTo>
                <a:cubicBezTo>
                  <a:pt x="7240" y="2728"/>
                  <a:pt x="7200" y="2772"/>
                  <a:pt x="7183" y="2816"/>
                </a:cubicBezTo>
                <a:cubicBezTo>
                  <a:pt x="6850" y="3684"/>
                  <a:pt x="6109" y="4365"/>
                  <a:pt x="5212" y="4616"/>
                </a:cubicBezTo>
                <a:cubicBezTo>
                  <a:pt x="4778" y="4737"/>
                  <a:pt x="4185" y="4833"/>
                  <a:pt x="3880" y="5183"/>
                </a:cubicBezTo>
                <a:lnTo>
                  <a:pt x="3880" y="5183"/>
                </a:lnTo>
                <a:cubicBezTo>
                  <a:pt x="3695" y="3497"/>
                  <a:pt x="3535" y="1808"/>
                  <a:pt x="3398" y="117"/>
                </a:cubicBezTo>
                <a:cubicBezTo>
                  <a:pt x="3392" y="40"/>
                  <a:pt x="3329" y="1"/>
                  <a:pt x="326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3"/>
          <p:cNvSpPr/>
          <p:nvPr/>
        </p:nvSpPr>
        <p:spPr>
          <a:xfrm rot="10800000">
            <a:off x="9106275" y="1748070"/>
            <a:ext cx="447490" cy="406905"/>
          </a:xfrm>
          <a:custGeom>
            <a:avLst/>
            <a:gdLst/>
            <a:ahLst/>
            <a:cxnLst/>
            <a:rect l="l" t="t" r="r" b="b"/>
            <a:pathLst>
              <a:path w="1852" h="1684" extrusionOk="0">
                <a:moveTo>
                  <a:pt x="925" y="1"/>
                </a:moveTo>
                <a:cubicBezTo>
                  <a:pt x="544" y="1"/>
                  <a:pt x="199" y="261"/>
                  <a:pt x="107" y="649"/>
                </a:cubicBezTo>
                <a:cubicBezTo>
                  <a:pt x="1" y="1101"/>
                  <a:pt x="280" y="1554"/>
                  <a:pt x="732" y="1660"/>
                </a:cubicBezTo>
                <a:cubicBezTo>
                  <a:pt x="798" y="1676"/>
                  <a:pt x="863" y="1683"/>
                  <a:pt x="927" y="1683"/>
                </a:cubicBezTo>
                <a:cubicBezTo>
                  <a:pt x="1307" y="1683"/>
                  <a:pt x="1653" y="1422"/>
                  <a:pt x="1744" y="1035"/>
                </a:cubicBezTo>
                <a:cubicBezTo>
                  <a:pt x="1851" y="583"/>
                  <a:pt x="1570" y="131"/>
                  <a:pt x="1118" y="23"/>
                </a:cubicBezTo>
                <a:cubicBezTo>
                  <a:pt x="1053" y="8"/>
                  <a:pt x="989" y="1"/>
                  <a:pt x="92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3"/>
          <p:cNvSpPr/>
          <p:nvPr/>
        </p:nvSpPr>
        <p:spPr>
          <a:xfrm rot="10800000" flipH="1">
            <a:off x="8215577" y="3322812"/>
            <a:ext cx="1043095" cy="1042633"/>
          </a:xfrm>
          <a:custGeom>
            <a:avLst/>
            <a:gdLst/>
            <a:ahLst/>
            <a:cxnLst/>
            <a:rect l="l" t="t" r="r" b="b"/>
            <a:pathLst>
              <a:path w="4317" h="4315" extrusionOk="0">
                <a:moveTo>
                  <a:pt x="2159" y="0"/>
                </a:moveTo>
                <a:cubicBezTo>
                  <a:pt x="967" y="0"/>
                  <a:pt x="1" y="966"/>
                  <a:pt x="1" y="2157"/>
                </a:cubicBezTo>
                <a:cubicBezTo>
                  <a:pt x="1" y="3348"/>
                  <a:pt x="967" y="4314"/>
                  <a:pt x="2159" y="4314"/>
                </a:cubicBezTo>
                <a:cubicBezTo>
                  <a:pt x="3350" y="4314"/>
                  <a:pt x="4316" y="3348"/>
                  <a:pt x="4316" y="2157"/>
                </a:cubicBezTo>
                <a:cubicBezTo>
                  <a:pt x="4316" y="966"/>
                  <a:pt x="3350" y="0"/>
                  <a:pt x="215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3"/>
          <p:cNvSpPr/>
          <p:nvPr/>
        </p:nvSpPr>
        <p:spPr>
          <a:xfrm rot="10800000">
            <a:off x="5866745" y="4172287"/>
            <a:ext cx="442899" cy="443149"/>
          </a:xfrm>
          <a:custGeom>
            <a:avLst/>
            <a:gdLst/>
            <a:ahLst/>
            <a:cxnLst/>
            <a:rect l="l" t="t" r="r" b="b"/>
            <a:pathLst>
              <a:path w="1833" h="1834" extrusionOk="0">
                <a:moveTo>
                  <a:pt x="916" y="1"/>
                </a:moveTo>
                <a:cubicBezTo>
                  <a:pt x="410" y="1"/>
                  <a:pt x="1" y="412"/>
                  <a:pt x="1" y="918"/>
                </a:cubicBezTo>
                <a:cubicBezTo>
                  <a:pt x="1" y="1423"/>
                  <a:pt x="410" y="1833"/>
                  <a:pt x="916" y="1833"/>
                </a:cubicBezTo>
                <a:cubicBezTo>
                  <a:pt x="1423" y="1833"/>
                  <a:pt x="1833" y="1423"/>
                  <a:pt x="1833" y="918"/>
                </a:cubicBezTo>
                <a:cubicBezTo>
                  <a:pt x="1833" y="412"/>
                  <a:pt x="1423" y="1"/>
                  <a:pt x="91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3"/>
          <p:cNvSpPr/>
          <p:nvPr/>
        </p:nvSpPr>
        <p:spPr>
          <a:xfrm rot="10800000">
            <a:off x="7372532" y="4270147"/>
            <a:ext cx="345282" cy="345289"/>
          </a:xfrm>
          <a:custGeom>
            <a:avLst/>
            <a:gdLst/>
            <a:ahLst/>
            <a:cxnLst/>
            <a:rect l="l" t="t" r="r" b="b"/>
            <a:pathLst>
              <a:path w="1429" h="1429" extrusionOk="0">
                <a:moveTo>
                  <a:pt x="715" y="1"/>
                </a:moveTo>
                <a:cubicBezTo>
                  <a:pt x="320" y="1"/>
                  <a:pt x="1" y="320"/>
                  <a:pt x="1" y="715"/>
                </a:cubicBezTo>
                <a:cubicBezTo>
                  <a:pt x="1" y="1109"/>
                  <a:pt x="320" y="1428"/>
                  <a:pt x="715" y="1428"/>
                </a:cubicBezTo>
                <a:cubicBezTo>
                  <a:pt x="1108" y="1428"/>
                  <a:pt x="1429" y="1109"/>
                  <a:pt x="1429" y="715"/>
                </a:cubicBezTo>
                <a:cubicBezTo>
                  <a:pt x="1429" y="320"/>
                  <a:pt x="1108" y="1"/>
                  <a:pt x="71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3"/>
          <p:cNvSpPr/>
          <p:nvPr/>
        </p:nvSpPr>
        <p:spPr>
          <a:xfrm rot="-1799986">
            <a:off x="3790503" y="3148788"/>
            <a:ext cx="6269639" cy="691908"/>
          </a:xfrm>
          <a:custGeom>
            <a:avLst/>
            <a:gdLst/>
            <a:ahLst/>
            <a:cxnLst/>
            <a:rect l="l" t="t" r="r" b="b"/>
            <a:pathLst>
              <a:path w="52112" h="5751" extrusionOk="0">
                <a:moveTo>
                  <a:pt x="3269" y="1"/>
                </a:moveTo>
                <a:cubicBezTo>
                  <a:pt x="3210" y="1"/>
                  <a:pt x="3153" y="39"/>
                  <a:pt x="3155" y="117"/>
                </a:cubicBezTo>
                <a:cubicBezTo>
                  <a:pt x="3155" y="117"/>
                  <a:pt x="3155" y="117"/>
                  <a:pt x="3155" y="117"/>
                </a:cubicBezTo>
                <a:lnTo>
                  <a:pt x="3155" y="117"/>
                </a:lnTo>
                <a:cubicBezTo>
                  <a:pt x="3197" y="1798"/>
                  <a:pt x="2863" y="3465"/>
                  <a:pt x="2180" y="5000"/>
                </a:cubicBezTo>
                <a:lnTo>
                  <a:pt x="2180" y="5000"/>
                </a:lnTo>
                <a:cubicBezTo>
                  <a:pt x="1725" y="4827"/>
                  <a:pt x="1251" y="4743"/>
                  <a:pt x="770" y="4743"/>
                </a:cubicBezTo>
                <a:cubicBezTo>
                  <a:pt x="563" y="4743"/>
                  <a:pt x="355" y="4758"/>
                  <a:pt x="147" y="4790"/>
                </a:cubicBezTo>
                <a:cubicBezTo>
                  <a:pt x="1" y="4812"/>
                  <a:pt x="53" y="5025"/>
                  <a:pt x="191" y="5025"/>
                </a:cubicBezTo>
                <a:cubicBezTo>
                  <a:pt x="198" y="5025"/>
                  <a:pt x="205" y="5025"/>
                  <a:pt x="212" y="5024"/>
                </a:cubicBezTo>
                <a:cubicBezTo>
                  <a:pt x="396" y="4996"/>
                  <a:pt x="581" y="4982"/>
                  <a:pt x="765" y="4982"/>
                </a:cubicBezTo>
                <a:cubicBezTo>
                  <a:pt x="1259" y="4982"/>
                  <a:pt x="1747" y="5081"/>
                  <a:pt x="2212" y="5271"/>
                </a:cubicBezTo>
                <a:cubicBezTo>
                  <a:pt x="2222" y="5275"/>
                  <a:pt x="2232" y="5277"/>
                  <a:pt x="2243" y="5277"/>
                </a:cubicBezTo>
                <a:cubicBezTo>
                  <a:pt x="2285" y="5277"/>
                  <a:pt x="2333" y="5251"/>
                  <a:pt x="2348" y="5215"/>
                </a:cubicBezTo>
                <a:cubicBezTo>
                  <a:pt x="2835" y="4153"/>
                  <a:pt x="3157" y="3027"/>
                  <a:pt x="3306" y="1875"/>
                </a:cubicBezTo>
                <a:lnTo>
                  <a:pt x="3306" y="1875"/>
                </a:lnTo>
                <a:cubicBezTo>
                  <a:pt x="3419" y="3129"/>
                  <a:pt x="3546" y="4382"/>
                  <a:pt x="3686" y="5634"/>
                </a:cubicBezTo>
                <a:cubicBezTo>
                  <a:pt x="3695" y="5712"/>
                  <a:pt x="3752" y="5751"/>
                  <a:pt x="3808" y="5751"/>
                </a:cubicBezTo>
                <a:cubicBezTo>
                  <a:pt x="3865" y="5751"/>
                  <a:pt x="3921" y="5712"/>
                  <a:pt x="3928" y="5634"/>
                </a:cubicBezTo>
                <a:lnTo>
                  <a:pt x="3930" y="5634"/>
                </a:lnTo>
                <a:cubicBezTo>
                  <a:pt x="3929" y="5632"/>
                  <a:pt x="3929" y="5630"/>
                  <a:pt x="3929" y="5628"/>
                </a:cubicBezTo>
                <a:lnTo>
                  <a:pt x="3929" y="5628"/>
                </a:lnTo>
                <a:cubicBezTo>
                  <a:pt x="3977" y="5225"/>
                  <a:pt x="4433" y="5080"/>
                  <a:pt x="4766" y="4984"/>
                </a:cubicBezTo>
                <a:cubicBezTo>
                  <a:pt x="5141" y="4875"/>
                  <a:pt x="5514" y="4799"/>
                  <a:pt x="5864" y="4620"/>
                </a:cubicBezTo>
                <a:cubicBezTo>
                  <a:pt x="6547" y="4272"/>
                  <a:pt x="7079" y="3685"/>
                  <a:pt x="7375" y="2982"/>
                </a:cubicBezTo>
                <a:lnTo>
                  <a:pt x="7375" y="2982"/>
                </a:lnTo>
                <a:cubicBezTo>
                  <a:pt x="7832" y="3089"/>
                  <a:pt x="7959" y="3793"/>
                  <a:pt x="8128" y="4157"/>
                </a:cubicBezTo>
                <a:cubicBezTo>
                  <a:pt x="8329" y="4591"/>
                  <a:pt x="8679" y="4920"/>
                  <a:pt x="9107" y="5127"/>
                </a:cubicBezTo>
                <a:cubicBezTo>
                  <a:pt x="9798" y="5460"/>
                  <a:pt x="10572" y="5521"/>
                  <a:pt x="11338" y="5521"/>
                </a:cubicBezTo>
                <a:cubicBezTo>
                  <a:pt x="11671" y="5521"/>
                  <a:pt x="12003" y="5509"/>
                  <a:pt x="12326" y="5503"/>
                </a:cubicBezTo>
                <a:lnTo>
                  <a:pt x="16958" y="5417"/>
                </a:lnTo>
                <a:lnTo>
                  <a:pt x="19326" y="5373"/>
                </a:lnTo>
                <a:cubicBezTo>
                  <a:pt x="19697" y="5365"/>
                  <a:pt x="20073" y="5375"/>
                  <a:pt x="20444" y="5350"/>
                </a:cubicBezTo>
                <a:cubicBezTo>
                  <a:pt x="20703" y="5333"/>
                  <a:pt x="20901" y="5232"/>
                  <a:pt x="21008" y="4988"/>
                </a:cubicBezTo>
                <a:cubicBezTo>
                  <a:pt x="21126" y="4724"/>
                  <a:pt x="21118" y="4402"/>
                  <a:pt x="21143" y="4120"/>
                </a:cubicBezTo>
                <a:lnTo>
                  <a:pt x="21262" y="2799"/>
                </a:lnTo>
                <a:lnTo>
                  <a:pt x="21404" y="1224"/>
                </a:lnTo>
                <a:lnTo>
                  <a:pt x="21957" y="5260"/>
                </a:lnTo>
                <a:cubicBezTo>
                  <a:pt x="21967" y="5321"/>
                  <a:pt x="22030" y="5346"/>
                  <a:pt x="22085" y="5346"/>
                </a:cubicBezTo>
                <a:cubicBezTo>
                  <a:pt x="22092" y="5346"/>
                  <a:pt x="22100" y="5345"/>
                  <a:pt x="22107" y="5344"/>
                </a:cubicBezTo>
                <a:cubicBezTo>
                  <a:pt x="23314" y="5179"/>
                  <a:pt x="24434" y="4624"/>
                  <a:pt x="25298" y="3767"/>
                </a:cubicBezTo>
                <a:cubicBezTo>
                  <a:pt x="25431" y="3635"/>
                  <a:pt x="25546" y="3487"/>
                  <a:pt x="25673" y="3352"/>
                </a:cubicBezTo>
                <a:cubicBezTo>
                  <a:pt x="25764" y="3255"/>
                  <a:pt x="25849" y="3205"/>
                  <a:pt x="25929" y="3205"/>
                </a:cubicBezTo>
                <a:cubicBezTo>
                  <a:pt x="26016" y="3205"/>
                  <a:pt x="26097" y="3264"/>
                  <a:pt x="26174" y="3388"/>
                </a:cubicBezTo>
                <a:cubicBezTo>
                  <a:pt x="26344" y="3659"/>
                  <a:pt x="26388" y="3989"/>
                  <a:pt x="26546" y="4267"/>
                </a:cubicBezTo>
                <a:cubicBezTo>
                  <a:pt x="26694" y="4525"/>
                  <a:pt x="26918" y="4730"/>
                  <a:pt x="27173" y="4879"/>
                </a:cubicBezTo>
                <a:cubicBezTo>
                  <a:pt x="27739" y="5213"/>
                  <a:pt x="28432" y="5297"/>
                  <a:pt x="29076" y="5324"/>
                </a:cubicBezTo>
                <a:cubicBezTo>
                  <a:pt x="29535" y="5343"/>
                  <a:pt x="29995" y="5347"/>
                  <a:pt x="30454" y="5347"/>
                </a:cubicBezTo>
                <a:cubicBezTo>
                  <a:pt x="30863" y="5347"/>
                  <a:pt x="31272" y="5344"/>
                  <a:pt x="31681" y="5344"/>
                </a:cubicBezTo>
                <a:cubicBezTo>
                  <a:pt x="31782" y="5344"/>
                  <a:pt x="31883" y="5344"/>
                  <a:pt x="31983" y="5344"/>
                </a:cubicBezTo>
                <a:lnTo>
                  <a:pt x="35123" y="5361"/>
                </a:lnTo>
                <a:cubicBezTo>
                  <a:pt x="36909" y="5370"/>
                  <a:pt x="38696" y="5396"/>
                  <a:pt x="40482" y="5396"/>
                </a:cubicBezTo>
                <a:cubicBezTo>
                  <a:pt x="40783" y="5396"/>
                  <a:pt x="41085" y="5395"/>
                  <a:pt x="41386" y="5394"/>
                </a:cubicBezTo>
                <a:cubicBezTo>
                  <a:pt x="41731" y="5391"/>
                  <a:pt x="42128" y="5353"/>
                  <a:pt x="42339" y="5041"/>
                </a:cubicBezTo>
                <a:cubicBezTo>
                  <a:pt x="42449" y="4879"/>
                  <a:pt x="42479" y="4684"/>
                  <a:pt x="42504" y="4494"/>
                </a:cubicBezTo>
                <a:cubicBezTo>
                  <a:pt x="42543" y="4208"/>
                  <a:pt x="42577" y="3921"/>
                  <a:pt x="42605" y="3634"/>
                </a:cubicBezTo>
                <a:cubicBezTo>
                  <a:pt x="42612" y="3568"/>
                  <a:pt x="42618" y="3502"/>
                  <a:pt x="42624" y="3436"/>
                </a:cubicBezTo>
                <a:lnTo>
                  <a:pt x="42624" y="3436"/>
                </a:lnTo>
                <a:cubicBezTo>
                  <a:pt x="42698" y="4175"/>
                  <a:pt x="42799" y="4912"/>
                  <a:pt x="42927" y="5644"/>
                </a:cubicBezTo>
                <a:cubicBezTo>
                  <a:pt x="42938" y="5704"/>
                  <a:pt x="42987" y="5731"/>
                  <a:pt x="43038" y="5731"/>
                </a:cubicBezTo>
                <a:cubicBezTo>
                  <a:pt x="43091" y="5731"/>
                  <a:pt x="43147" y="5701"/>
                  <a:pt x="43161" y="5644"/>
                </a:cubicBezTo>
                <a:cubicBezTo>
                  <a:pt x="43381" y="4804"/>
                  <a:pt x="44645" y="5119"/>
                  <a:pt x="45251" y="4852"/>
                </a:cubicBezTo>
                <a:cubicBezTo>
                  <a:pt x="45816" y="4602"/>
                  <a:pt x="46074" y="4009"/>
                  <a:pt x="46390" y="3520"/>
                </a:cubicBezTo>
                <a:cubicBezTo>
                  <a:pt x="46497" y="3355"/>
                  <a:pt x="46788" y="2903"/>
                  <a:pt x="47041" y="2903"/>
                </a:cubicBezTo>
                <a:cubicBezTo>
                  <a:pt x="47066" y="2903"/>
                  <a:pt x="47091" y="2907"/>
                  <a:pt x="47116" y="2917"/>
                </a:cubicBezTo>
                <a:cubicBezTo>
                  <a:pt x="47407" y="3036"/>
                  <a:pt x="47468" y="3581"/>
                  <a:pt x="47557" y="3838"/>
                </a:cubicBezTo>
                <a:cubicBezTo>
                  <a:pt x="47783" y="4499"/>
                  <a:pt x="48335" y="4969"/>
                  <a:pt x="48973" y="5223"/>
                </a:cubicBezTo>
                <a:cubicBezTo>
                  <a:pt x="49426" y="5405"/>
                  <a:pt x="49902" y="5466"/>
                  <a:pt x="50383" y="5466"/>
                </a:cubicBezTo>
                <a:cubicBezTo>
                  <a:pt x="50912" y="5466"/>
                  <a:pt x="51447" y="5392"/>
                  <a:pt x="51964" y="5320"/>
                </a:cubicBezTo>
                <a:cubicBezTo>
                  <a:pt x="52111" y="5300"/>
                  <a:pt x="52058" y="5084"/>
                  <a:pt x="51918" y="5084"/>
                </a:cubicBezTo>
                <a:cubicBezTo>
                  <a:pt x="51912" y="5084"/>
                  <a:pt x="51906" y="5085"/>
                  <a:pt x="51899" y="5086"/>
                </a:cubicBezTo>
                <a:cubicBezTo>
                  <a:pt x="51409" y="5154"/>
                  <a:pt x="50894" y="5226"/>
                  <a:pt x="50386" y="5226"/>
                </a:cubicBezTo>
                <a:cubicBezTo>
                  <a:pt x="49883" y="5226"/>
                  <a:pt x="49386" y="5155"/>
                  <a:pt x="48925" y="4941"/>
                </a:cubicBezTo>
                <a:cubicBezTo>
                  <a:pt x="48534" y="4759"/>
                  <a:pt x="48175" y="4484"/>
                  <a:pt x="47949" y="4113"/>
                </a:cubicBezTo>
                <a:cubicBezTo>
                  <a:pt x="47761" y="3804"/>
                  <a:pt x="47718" y="3443"/>
                  <a:pt x="47571" y="3119"/>
                </a:cubicBezTo>
                <a:cubicBezTo>
                  <a:pt x="47485" y="2930"/>
                  <a:pt x="47289" y="2636"/>
                  <a:pt x="47047" y="2636"/>
                </a:cubicBezTo>
                <a:cubicBezTo>
                  <a:pt x="47034" y="2636"/>
                  <a:pt x="47020" y="2637"/>
                  <a:pt x="47006" y="2639"/>
                </a:cubicBezTo>
                <a:cubicBezTo>
                  <a:pt x="46751" y="2675"/>
                  <a:pt x="46495" y="2970"/>
                  <a:pt x="46349" y="3159"/>
                </a:cubicBezTo>
                <a:cubicBezTo>
                  <a:pt x="45947" y="3679"/>
                  <a:pt x="45719" y="4446"/>
                  <a:pt x="45040" y="4673"/>
                </a:cubicBezTo>
                <a:cubicBezTo>
                  <a:pt x="44452" y="4869"/>
                  <a:pt x="43522" y="4702"/>
                  <a:pt x="43101" y="5225"/>
                </a:cubicBezTo>
                <a:lnTo>
                  <a:pt x="43101" y="5225"/>
                </a:lnTo>
                <a:cubicBezTo>
                  <a:pt x="42895" y="3953"/>
                  <a:pt x="42772" y="2670"/>
                  <a:pt x="42733" y="1382"/>
                </a:cubicBezTo>
                <a:lnTo>
                  <a:pt x="42733" y="1382"/>
                </a:lnTo>
                <a:cubicBezTo>
                  <a:pt x="42739" y="973"/>
                  <a:pt x="42735" y="564"/>
                  <a:pt x="42721" y="155"/>
                </a:cubicBezTo>
                <a:lnTo>
                  <a:pt x="42721" y="155"/>
                </a:lnTo>
                <a:cubicBezTo>
                  <a:pt x="42721" y="146"/>
                  <a:pt x="42722" y="137"/>
                  <a:pt x="42722" y="128"/>
                </a:cubicBezTo>
                <a:lnTo>
                  <a:pt x="42720" y="128"/>
                </a:lnTo>
                <a:cubicBezTo>
                  <a:pt x="42720" y="127"/>
                  <a:pt x="42720" y="127"/>
                  <a:pt x="42720" y="127"/>
                </a:cubicBezTo>
                <a:cubicBezTo>
                  <a:pt x="42718" y="48"/>
                  <a:pt x="42658" y="9"/>
                  <a:pt x="42598" y="9"/>
                </a:cubicBezTo>
                <a:cubicBezTo>
                  <a:pt x="42538" y="9"/>
                  <a:pt x="42479" y="48"/>
                  <a:pt x="42479" y="127"/>
                </a:cubicBezTo>
                <a:cubicBezTo>
                  <a:pt x="42474" y="547"/>
                  <a:pt x="42478" y="968"/>
                  <a:pt x="42491" y="1388"/>
                </a:cubicBezTo>
                <a:lnTo>
                  <a:pt x="42491" y="1388"/>
                </a:lnTo>
                <a:cubicBezTo>
                  <a:pt x="42483" y="1969"/>
                  <a:pt x="42456" y="2550"/>
                  <a:pt x="42410" y="3129"/>
                </a:cubicBezTo>
                <a:cubicBezTo>
                  <a:pt x="42370" y="3623"/>
                  <a:pt x="42340" y="4134"/>
                  <a:pt x="42242" y="4620"/>
                </a:cubicBezTo>
                <a:cubicBezTo>
                  <a:pt x="42144" y="5115"/>
                  <a:pt x="41735" y="5153"/>
                  <a:pt x="41323" y="5153"/>
                </a:cubicBezTo>
                <a:cubicBezTo>
                  <a:pt x="41263" y="5153"/>
                  <a:pt x="41203" y="5152"/>
                  <a:pt x="41144" y="5152"/>
                </a:cubicBezTo>
                <a:lnTo>
                  <a:pt x="35073" y="5119"/>
                </a:lnTo>
                <a:cubicBezTo>
                  <a:pt x="34771" y="5118"/>
                  <a:pt x="34469" y="5117"/>
                  <a:pt x="34166" y="5117"/>
                </a:cubicBezTo>
                <a:cubicBezTo>
                  <a:pt x="33486" y="5117"/>
                  <a:pt x="32806" y="5120"/>
                  <a:pt x="32125" y="5120"/>
                </a:cubicBezTo>
                <a:cubicBezTo>
                  <a:pt x="31142" y="5120"/>
                  <a:pt x="30159" y="5114"/>
                  <a:pt x="29178" y="5086"/>
                </a:cubicBezTo>
                <a:cubicBezTo>
                  <a:pt x="28519" y="5065"/>
                  <a:pt x="27783" y="4994"/>
                  <a:pt x="27217" y="4622"/>
                </a:cubicBezTo>
                <a:cubicBezTo>
                  <a:pt x="26919" y="4426"/>
                  <a:pt x="26740" y="4160"/>
                  <a:pt x="26622" y="3828"/>
                </a:cubicBezTo>
                <a:cubicBezTo>
                  <a:pt x="26533" y="3574"/>
                  <a:pt x="26445" y="3278"/>
                  <a:pt x="26246" y="3087"/>
                </a:cubicBezTo>
                <a:cubicBezTo>
                  <a:pt x="26151" y="2995"/>
                  <a:pt x="26043" y="2953"/>
                  <a:pt x="25934" y="2953"/>
                </a:cubicBezTo>
                <a:cubicBezTo>
                  <a:pt x="25798" y="2953"/>
                  <a:pt x="25663" y="3017"/>
                  <a:pt x="25552" y="3125"/>
                </a:cubicBezTo>
                <a:cubicBezTo>
                  <a:pt x="25223" y="3451"/>
                  <a:pt x="24945" y="3797"/>
                  <a:pt x="24571" y="4078"/>
                </a:cubicBezTo>
                <a:cubicBezTo>
                  <a:pt x="23868" y="4607"/>
                  <a:pt x="23044" y="4950"/>
                  <a:pt x="22179" y="5091"/>
                </a:cubicBezTo>
                <a:lnTo>
                  <a:pt x="22179" y="5091"/>
                </a:lnTo>
                <a:lnTo>
                  <a:pt x="21497" y="127"/>
                </a:lnTo>
                <a:cubicBezTo>
                  <a:pt x="21488" y="65"/>
                  <a:pt x="21446" y="39"/>
                  <a:pt x="21399" y="39"/>
                </a:cubicBezTo>
                <a:cubicBezTo>
                  <a:pt x="21336" y="39"/>
                  <a:pt x="21265" y="87"/>
                  <a:pt x="21258" y="159"/>
                </a:cubicBezTo>
                <a:cubicBezTo>
                  <a:pt x="21127" y="1614"/>
                  <a:pt x="21026" y="3075"/>
                  <a:pt x="20866" y="4526"/>
                </a:cubicBezTo>
                <a:cubicBezTo>
                  <a:pt x="20849" y="4672"/>
                  <a:pt x="20838" y="4844"/>
                  <a:pt x="20746" y="4966"/>
                </a:cubicBezTo>
                <a:cubicBezTo>
                  <a:pt x="20643" y="5102"/>
                  <a:pt x="20478" y="5116"/>
                  <a:pt x="20315" y="5116"/>
                </a:cubicBezTo>
                <a:cubicBezTo>
                  <a:pt x="20271" y="5116"/>
                  <a:pt x="20228" y="5115"/>
                  <a:pt x="20185" y="5115"/>
                </a:cubicBezTo>
                <a:cubicBezTo>
                  <a:pt x="20173" y="5115"/>
                  <a:pt x="20161" y="5115"/>
                  <a:pt x="20150" y="5116"/>
                </a:cubicBezTo>
                <a:lnTo>
                  <a:pt x="19018" y="5136"/>
                </a:lnTo>
                <a:lnTo>
                  <a:pt x="16856" y="5176"/>
                </a:lnTo>
                <a:lnTo>
                  <a:pt x="12431" y="5259"/>
                </a:lnTo>
                <a:cubicBezTo>
                  <a:pt x="12062" y="5266"/>
                  <a:pt x="11674" y="5285"/>
                  <a:pt x="11285" y="5285"/>
                </a:cubicBezTo>
                <a:cubicBezTo>
                  <a:pt x="10553" y="5285"/>
                  <a:pt x="9814" y="5219"/>
                  <a:pt x="9173" y="4889"/>
                </a:cubicBezTo>
                <a:cubicBezTo>
                  <a:pt x="8635" y="4611"/>
                  <a:pt x="8395" y="4182"/>
                  <a:pt x="8178" y="3639"/>
                </a:cubicBezTo>
                <a:cubicBezTo>
                  <a:pt x="8011" y="3221"/>
                  <a:pt x="7804" y="2767"/>
                  <a:pt x="7300" y="2728"/>
                </a:cubicBezTo>
                <a:cubicBezTo>
                  <a:pt x="7297" y="2728"/>
                  <a:pt x="7294" y="2728"/>
                  <a:pt x="7291" y="2728"/>
                </a:cubicBezTo>
                <a:cubicBezTo>
                  <a:pt x="7240" y="2728"/>
                  <a:pt x="7200" y="2772"/>
                  <a:pt x="7183" y="2816"/>
                </a:cubicBezTo>
                <a:cubicBezTo>
                  <a:pt x="6850" y="3684"/>
                  <a:pt x="6109" y="4365"/>
                  <a:pt x="5212" y="4616"/>
                </a:cubicBezTo>
                <a:cubicBezTo>
                  <a:pt x="4778" y="4737"/>
                  <a:pt x="4185" y="4833"/>
                  <a:pt x="3880" y="5183"/>
                </a:cubicBezTo>
                <a:lnTo>
                  <a:pt x="3880" y="5183"/>
                </a:lnTo>
                <a:cubicBezTo>
                  <a:pt x="3695" y="3497"/>
                  <a:pt x="3535" y="1808"/>
                  <a:pt x="3398" y="117"/>
                </a:cubicBezTo>
                <a:cubicBezTo>
                  <a:pt x="3392" y="40"/>
                  <a:pt x="3329" y="1"/>
                  <a:pt x="326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3"/>
          <p:cNvSpPr/>
          <p:nvPr/>
        </p:nvSpPr>
        <p:spPr>
          <a:xfrm rot="10800000">
            <a:off x="5451038" y="4817960"/>
            <a:ext cx="461745" cy="406905"/>
          </a:xfrm>
          <a:custGeom>
            <a:avLst/>
            <a:gdLst/>
            <a:ahLst/>
            <a:cxnLst/>
            <a:rect l="l" t="t" r="r" b="b"/>
            <a:pathLst>
              <a:path w="1911" h="1684" extrusionOk="0">
                <a:moveTo>
                  <a:pt x="956" y="1"/>
                </a:moveTo>
                <a:cubicBezTo>
                  <a:pt x="848" y="1"/>
                  <a:pt x="739" y="22"/>
                  <a:pt x="634" y="66"/>
                </a:cubicBezTo>
                <a:cubicBezTo>
                  <a:pt x="204" y="243"/>
                  <a:pt x="0" y="734"/>
                  <a:pt x="179" y="1163"/>
                </a:cubicBezTo>
                <a:cubicBezTo>
                  <a:pt x="312" y="1487"/>
                  <a:pt x="625" y="1683"/>
                  <a:pt x="956" y="1683"/>
                </a:cubicBezTo>
                <a:cubicBezTo>
                  <a:pt x="1063" y="1683"/>
                  <a:pt x="1172" y="1662"/>
                  <a:pt x="1278" y="1619"/>
                </a:cubicBezTo>
                <a:cubicBezTo>
                  <a:pt x="1706" y="1441"/>
                  <a:pt x="1910" y="949"/>
                  <a:pt x="1733" y="521"/>
                </a:cubicBezTo>
                <a:cubicBezTo>
                  <a:pt x="1598" y="197"/>
                  <a:pt x="1285" y="1"/>
                  <a:pt x="95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3"/>
          <p:cNvSpPr/>
          <p:nvPr/>
        </p:nvSpPr>
        <p:spPr>
          <a:xfrm rot="10800000">
            <a:off x="855531" y="4721062"/>
            <a:ext cx="600438" cy="600692"/>
          </a:xfrm>
          <a:custGeom>
            <a:avLst/>
            <a:gdLst/>
            <a:ahLst/>
            <a:cxnLst/>
            <a:rect l="l" t="t" r="r" b="b"/>
            <a:pathLst>
              <a:path w="2485" h="2486" extrusionOk="0">
                <a:moveTo>
                  <a:pt x="1242" y="1"/>
                </a:moveTo>
                <a:cubicBezTo>
                  <a:pt x="557" y="1"/>
                  <a:pt x="1" y="557"/>
                  <a:pt x="1" y="1242"/>
                </a:cubicBezTo>
                <a:cubicBezTo>
                  <a:pt x="1" y="1929"/>
                  <a:pt x="557" y="2485"/>
                  <a:pt x="1242" y="2485"/>
                </a:cubicBezTo>
                <a:cubicBezTo>
                  <a:pt x="1929" y="2485"/>
                  <a:pt x="2485" y="1929"/>
                  <a:pt x="2485" y="1242"/>
                </a:cubicBezTo>
                <a:cubicBezTo>
                  <a:pt x="2485" y="557"/>
                  <a:pt x="1929" y="1"/>
                  <a:pt x="12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3"/>
          <p:cNvSpPr/>
          <p:nvPr/>
        </p:nvSpPr>
        <p:spPr>
          <a:xfrm rot="10800000">
            <a:off x="6309657" y="4681072"/>
            <a:ext cx="748796" cy="680672"/>
          </a:xfrm>
          <a:custGeom>
            <a:avLst/>
            <a:gdLst/>
            <a:ahLst/>
            <a:cxnLst/>
            <a:rect l="l" t="t" r="r" b="b"/>
            <a:pathLst>
              <a:path w="3099" h="2817" extrusionOk="0">
                <a:moveTo>
                  <a:pt x="1548" y="0"/>
                </a:moveTo>
                <a:cubicBezTo>
                  <a:pt x="910" y="0"/>
                  <a:pt x="332" y="437"/>
                  <a:pt x="179" y="1086"/>
                </a:cubicBezTo>
                <a:cubicBezTo>
                  <a:pt x="1" y="1842"/>
                  <a:pt x="469" y="2600"/>
                  <a:pt x="1226" y="2778"/>
                </a:cubicBezTo>
                <a:cubicBezTo>
                  <a:pt x="1335" y="2804"/>
                  <a:pt x="1444" y="2817"/>
                  <a:pt x="1552" y="2817"/>
                </a:cubicBezTo>
                <a:cubicBezTo>
                  <a:pt x="2190" y="2817"/>
                  <a:pt x="2767" y="2379"/>
                  <a:pt x="2920" y="1732"/>
                </a:cubicBezTo>
                <a:cubicBezTo>
                  <a:pt x="3098" y="976"/>
                  <a:pt x="2630" y="217"/>
                  <a:pt x="1873" y="38"/>
                </a:cubicBezTo>
                <a:cubicBezTo>
                  <a:pt x="1765" y="12"/>
                  <a:pt x="1656" y="0"/>
                  <a:pt x="154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3"/>
          <p:cNvSpPr/>
          <p:nvPr/>
        </p:nvSpPr>
        <p:spPr>
          <a:xfrm rot="10800000">
            <a:off x="-916426" y="4330237"/>
            <a:ext cx="1962720" cy="1788304"/>
          </a:xfrm>
          <a:custGeom>
            <a:avLst/>
            <a:gdLst/>
            <a:ahLst/>
            <a:cxnLst/>
            <a:rect l="l" t="t" r="r" b="b"/>
            <a:pathLst>
              <a:path w="8123" h="7401" extrusionOk="0">
                <a:moveTo>
                  <a:pt x="4061" y="1"/>
                </a:moveTo>
                <a:cubicBezTo>
                  <a:pt x="3115" y="1"/>
                  <a:pt x="2168" y="362"/>
                  <a:pt x="1446" y="1085"/>
                </a:cubicBezTo>
                <a:cubicBezTo>
                  <a:pt x="0" y="2529"/>
                  <a:pt x="0" y="4871"/>
                  <a:pt x="1446" y="6317"/>
                </a:cubicBezTo>
                <a:cubicBezTo>
                  <a:pt x="2168" y="7039"/>
                  <a:pt x="3115" y="7400"/>
                  <a:pt x="4061" y="7400"/>
                </a:cubicBezTo>
                <a:cubicBezTo>
                  <a:pt x="5008" y="7400"/>
                  <a:pt x="5955" y="7039"/>
                  <a:pt x="6678" y="6317"/>
                </a:cubicBezTo>
                <a:cubicBezTo>
                  <a:pt x="8122" y="4871"/>
                  <a:pt x="8122" y="2529"/>
                  <a:pt x="6678" y="1085"/>
                </a:cubicBezTo>
                <a:cubicBezTo>
                  <a:pt x="5955" y="362"/>
                  <a:pt x="5008" y="1"/>
                  <a:pt x="406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3"/>
          <p:cNvSpPr/>
          <p:nvPr/>
        </p:nvSpPr>
        <p:spPr>
          <a:xfrm rot="10800000">
            <a:off x="6570373" y="6190025"/>
            <a:ext cx="709894" cy="645394"/>
          </a:xfrm>
          <a:custGeom>
            <a:avLst/>
            <a:gdLst/>
            <a:ahLst/>
            <a:cxnLst/>
            <a:rect l="l" t="t" r="r" b="b"/>
            <a:pathLst>
              <a:path w="2938" h="2671" extrusionOk="0">
                <a:moveTo>
                  <a:pt x="1468" y="1"/>
                </a:moveTo>
                <a:cubicBezTo>
                  <a:pt x="863" y="1"/>
                  <a:pt x="315" y="415"/>
                  <a:pt x="170" y="1030"/>
                </a:cubicBezTo>
                <a:cubicBezTo>
                  <a:pt x="1" y="1746"/>
                  <a:pt x="446" y="2465"/>
                  <a:pt x="1163" y="2635"/>
                </a:cubicBezTo>
                <a:cubicBezTo>
                  <a:pt x="1266" y="2659"/>
                  <a:pt x="1370" y="2671"/>
                  <a:pt x="1472" y="2671"/>
                </a:cubicBezTo>
                <a:cubicBezTo>
                  <a:pt x="2076" y="2671"/>
                  <a:pt x="2624" y="2257"/>
                  <a:pt x="2769" y="1643"/>
                </a:cubicBezTo>
                <a:cubicBezTo>
                  <a:pt x="2937" y="925"/>
                  <a:pt x="2494" y="206"/>
                  <a:pt x="1776" y="37"/>
                </a:cubicBezTo>
                <a:cubicBezTo>
                  <a:pt x="1673" y="12"/>
                  <a:pt x="1570" y="1"/>
                  <a:pt x="1468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3"/>
          <p:cNvSpPr/>
          <p:nvPr/>
        </p:nvSpPr>
        <p:spPr>
          <a:xfrm rot="-1799986">
            <a:off x="-4001547" y="5222326"/>
            <a:ext cx="6269639" cy="691908"/>
          </a:xfrm>
          <a:custGeom>
            <a:avLst/>
            <a:gdLst/>
            <a:ahLst/>
            <a:cxnLst/>
            <a:rect l="l" t="t" r="r" b="b"/>
            <a:pathLst>
              <a:path w="52112" h="5751" extrusionOk="0">
                <a:moveTo>
                  <a:pt x="3269" y="1"/>
                </a:moveTo>
                <a:cubicBezTo>
                  <a:pt x="3210" y="1"/>
                  <a:pt x="3153" y="39"/>
                  <a:pt x="3155" y="117"/>
                </a:cubicBezTo>
                <a:cubicBezTo>
                  <a:pt x="3155" y="117"/>
                  <a:pt x="3155" y="117"/>
                  <a:pt x="3155" y="117"/>
                </a:cubicBezTo>
                <a:lnTo>
                  <a:pt x="3155" y="117"/>
                </a:lnTo>
                <a:cubicBezTo>
                  <a:pt x="3197" y="1798"/>
                  <a:pt x="2863" y="3465"/>
                  <a:pt x="2180" y="5000"/>
                </a:cubicBezTo>
                <a:lnTo>
                  <a:pt x="2180" y="5000"/>
                </a:lnTo>
                <a:cubicBezTo>
                  <a:pt x="1725" y="4827"/>
                  <a:pt x="1251" y="4743"/>
                  <a:pt x="770" y="4743"/>
                </a:cubicBezTo>
                <a:cubicBezTo>
                  <a:pt x="563" y="4743"/>
                  <a:pt x="355" y="4758"/>
                  <a:pt x="147" y="4790"/>
                </a:cubicBezTo>
                <a:cubicBezTo>
                  <a:pt x="1" y="4812"/>
                  <a:pt x="53" y="5025"/>
                  <a:pt x="191" y="5025"/>
                </a:cubicBezTo>
                <a:cubicBezTo>
                  <a:pt x="198" y="5025"/>
                  <a:pt x="205" y="5025"/>
                  <a:pt x="212" y="5024"/>
                </a:cubicBezTo>
                <a:cubicBezTo>
                  <a:pt x="396" y="4996"/>
                  <a:pt x="581" y="4982"/>
                  <a:pt x="765" y="4982"/>
                </a:cubicBezTo>
                <a:cubicBezTo>
                  <a:pt x="1259" y="4982"/>
                  <a:pt x="1747" y="5081"/>
                  <a:pt x="2212" y="5271"/>
                </a:cubicBezTo>
                <a:cubicBezTo>
                  <a:pt x="2222" y="5275"/>
                  <a:pt x="2232" y="5277"/>
                  <a:pt x="2243" y="5277"/>
                </a:cubicBezTo>
                <a:cubicBezTo>
                  <a:pt x="2285" y="5277"/>
                  <a:pt x="2333" y="5251"/>
                  <a:pt x="2348" y="5215"/>
                </a:cubicBezTo>
                <a:cubicBezTo>
                  <a:pt x="2835" y="4153"/>
                  <a:pt x="3157" y="3027"/>
                  <a:pt x="3306" y="1875"/>
                </a:cubicBezTo>
                <a:lnTo>
                  <a:pt x="3306" y="1875"/>
                </a:lnTo>
                <a:cubicBezTo>
                  <a:pt x="3419" y="3129"/>
                  <a:pt x="3546" y="4382"/>
                  <a:pt x="3686" y="5634"/>
                </a:cubicBezTo>
                <a:cubicBezTo>
                  <a:pt x="3695" y="5712"/>
                  <a:pt x="3752" y="5751"/>
                  <a:pt x="3808" y="5751"/>
                </a:cubicBezTo>
                <a:cubicBezTo>
                  <a:pt x="3865" y="5751"/>
                  <a:pt x="3921" y="5712"/>
                  <a:pt x="3928" y="5634"/>
                </a:cubicBezTo>
                <a:lnTo>
                  <a:pt x="3930" y="5634"/>
                </a:lnTo>
                <a:cubicBezTo>
                  <a:pt x="3929" y="5632"/>
                  <a:pt x="3929" y="5630"/>
                  <a:pt x="3929" y="5628"/>
                </a:cubicBezTo>
                <a:lnTo>
                  <a:pt x="3929" y="5628"/>
                </a:lnTo>
                <a:cubicBezTo>
                  <a:pt x="3977" y="5225"/>
                  <a:pt x="4433" y="5080"/>
                  <a:pt x="4766" y="4984"/>
                </a:cubicBezTo>
                <a:cubicBezTo>
                  <a:pt x="5141" y="4875"/>
                  <a:pt x="5514" y="4799"/>
                  <a:pt x="5864" y="4620"/>
                </a:cubicBezTo>
                <a:cubicBezTo>
                  <a:pt x="6547" y="4272"/>
                  <a:pt x="7079" y="3685"/>
                  <a:pt x="7375" y="2982"/>
                </a:cubicBezTo>
                <a:lnTo>
                  <a:pt x="7375" y="2982"/>
                </a:lnTo>
                <a:cubicBezTo>
                  <a:pt x="7832" y="3089"/>
                  <a:pt x="7959" y="3793"/>
                  <a:pt x="8128" y="4157"/>
                </a:cubicBezTo>
                <a:cubicBezTo>
                  <a:pt x="8329" y="4591"/>
                  <a:pt x="8679" y="4920"/>
                  <a:pt x="9107" y="5127"/>
                </a:cubicBezTo>
                <a:cubicBezTo>
                  <a:pt x="9798" y="5460"/>
                  <a:pt x="10572" y="5521"/>
                  <a:pt x="11338" y="5521"/>
                </a:cubicBezTo>
                <a:cubicBezTo>
                  <a:pt x="11671" y="5521"/>
                  <a:pt x="12003" y="5509"/>
                  <a:pt x="12326" y="5503"/>
                </a:cubicBezTo>
                <a:lnTo>
                  <a:pt x="16958" y="5417"/>
                </a:lnTo>
                <a:lnTo>
                  <a:pt x="19326" y="5373"/>
                </a:lnTo>
                <a:cubicBezTo>
                  <a:pt x="19697" y="5365"/>
                  <a:pt x="20073" y="5375"/>
                  <a:pt x="20444" y="5350"/>
                </a:cubicBezTo>
                <a:cubicBezTo>
                  <a:pt x="20703" y="5333"/>
                  <a:pt x="20901" y="5232"/>
                  <a:pt x="21008" y="4988"/>
                </a:cubicBezTo>
                <a:cubicBezTo>
                  <a:pt x="21126" y="4724"/>
                  <a:pt x="21118" y="4402"/>
                  <a:pt x="21143" y="4120"/>
                </a:cubicBezTo>
                <a:lnTo>
                  <a:pt x="21262" y="2799"/>
                </a:lnTo>
                <a:lnTo>
                  <a:pt x="21404" y="1224"/>
                </a:lnTo>
                <a:lnTo>
                  <a:pt x="21957" y="5260"/>
                </a:lnTo>
                <a:cubicBezTo>
                  <a:pt x="21967" y="5321"/>
                  <a:pt x="22030" y="5346"/>
                  <a:pt x="22085" y="5346"/>
                </a:cubicBezTo>
                <a:cubicBezTo>
                  <a:pt x="22092" y="5346"/>
                  <a:pt x="22100" y="5345"/>
                  <a:pt x="22107" y="5344"/>
                </a:cubicBezTo>
                <a:cubicBezTo>
                  <a:pt x="23314" y="5179"/>
                  <a:pt x="24434" y="4624"/>
                  <a:pt x="25298" y="3767"/>
                </a:cubicBezTo>
                <a:cubicBezTo>
                  <a:pt x="25431" y="3635"/>
                  <a:pt x="25546" y="3487"/>
                  <a:pt x="25673" y="3352"/>
                </a:cubicBezTo>
                <a:cubicBezTo>
                  <a:pt x="25764" y="3255"/>
                  <a:pt x="25849" y="3205"/>
                  <a:pt x="25929" y="3205"/>
                </a:cubicBezTo>
                <a:cubicBezTo>
                  <a:pt x="26016" y="3205"/>
                  <a:pt x="26097" y="3264"/>
                  <a:pt x="26174" y="3388"/>
                </a:cubicBezTo>
                <a:cubicBezTo>
                  <a:pt x="26344" y="3659"/>
                  <a:pt x="26388" y="3989"/>
                  <a:pt x="26546" y="4267"/>
                </a:cubicBezTo>
                <a:cubicBezTo>
                  <a:pt x="26694" y="4525"/>
                  <a:pt x="26918" y="4730"/>
                  <a:pt x="27173" y="4879"/>
                </a:cubicBezTo>
                <a:cubicBezTo>
                  <a:pt x="27739" y="5213"/>
                  <a:pt x="28432" y="5297"/>
                  <a:pt x="29076" y="5324"/>
                </a:cubicBezTo>
                <a:cubicBezTo>
                  <a:pt x="29535" y="5343"/>
                  <a:pt x="29995" y="5347"/>
                  <a:pt x="30454" y="5347"/>
                </a:cubicBezTo>
                <a:cubicBezTo>
                  <a:pt x="30863" y="5347"/>
                  <a:pt x="31272" y="5344"/>
                  <a:pt x="31681" y="5344"/>
                </a:cubicBezTo>
                <a:cubicBezTo>
                  <a:pt x="31782" y="5344"/>
                  <a:pt x="31883" y="5344"/>
                  <a:pt x="31983" y="5344"/>
                </a:cubicBezTo>
                <a:lnTo>
                  <a:pt x="35123" y="5361"/>
                </a:lnTo>
                <a:cubicBezTo>
                  <a:pt x="36909" y="5370"/>
                  <a:pt x="38696" y="5396"/>
                  <a:pt x="40482" y="5396"/>
                </a:cubicBezTo>
                <a:cubicBezTo>
                  <a:pt x="40783" y="5396"/>
                  <a:pt x="41085" y="5395"/>
                  <a:pt x="41386" y="5394"/>
                </a:cubicBezTo>
                <a:cubicBezTo>
                  <a:pt x="41731" y="5391"/>
                  <a:pt x="42128" y="5353"/>
                  <a:pt x="42339" y="5041"/>
                </a:cubicBezTo>
                <a:cubicBezTo>
                  <a:pt x="42449" y="4879"/>
                  <a:pt x="42479" y="4684"/>
                  <a:pt x="42504" y="4494"/>
                </a:cubicBezTo>
                <a:cubicBezTo>
                  <a:pt x="42543" y="4208"/>
                  <a:pt x="42577" y="3921"/>
                  <a:pt x="42605" y="3634"/>
                </a:cubicBezTo>
                <a:cubicBezTo>
                  <a:pt x="42612" y="3568"/>
                  <a:pt x="42618" y="3502"/>
                  <a:pt x="42624" y="3436"/>
                </a:cubicBezTo>
                <a:lnTo>
                  <a:pt x="42624" y="3436"/>
                </a:lnTo>
                <a:cubicBezTo>
                  <a:pt x="42698" y="4175"/>
                  <a:pt x="42799" y="4912"/>
                  <a:pt x="42927" y="5644"/>
                </a:cubicBezTo>
                <a:cubicBezTo>
                  <a:pt x="42938" y="5704"/>
                  <a:pt x="42987" y="5731"/>
                  <a:pt x="43038" y="5731"/>
                </a:cubicBezTo>
                <a:cubicBezTo>
                  <a:pt x="43091" y="5731"/>
                  <a:pt x="43147" y="5701"/>
                  <a:pt x="43161" y="5644"/>
                </a:cubicBezTo>
                <a:cubicBezTo>
                  <a:pt x="43381" y="4804"/>
                  <a:pt x="44645" y="5119"/>
                  <a:pt x="45251" y="4852"/>
                </a:cubicBezTo>
                <a:cubicBezTo>
                  <a:pt x="45816" y="4602"/>
                  <a:pt x="46074" y="4009"/>
                  <a:pt x="46390" y="3520"/>
                </a:cubicBezTo>
                <a:cubicBezTo>
                  <a:pt x="46497" y="3355"/>
                  <a:pt x="46788" y="2903"/>
                  <a:pt x="47041" y="2903"/>
                </a:cubicBezTo>
                <a:cubicBezTo>
                  <a:pt x="47066" y="2903"/>
                  <a:pt x="47091" y="2907"/>
                  <a:pt x="47116" y="2917"/>
                </a:cubicBezTo>
                <a:cubicBezTo>
                  <a:pt x="47407" y="3036"/>
                  <a:pt x="47468" y="3581"/>
                  <a:pt x="47557" y="3838"/>
                </a:cubicBezTo>
                <a:cubicBezTo>
                  <a:pt x="47783" y="4499"/>
                  <a:pt x="48335" y="4969"/>
                  <a:pt x="48973" y="5223"/>
                </a:cubicBezTo>
                <a:cubicBezTo>
                  <a:pt x="49426" y="5405"/>
                  <a:pt x="49902" y="5466"/>
                  <a:pt x="50383" y="5466"/>
                </a:cubicBezTo>
                <a:cubicBezTo>
                  <a:pt x="50912" y="5466"/>
                  <a:pt x="51447" y="5392"/>
                  <a:pt x="51964" y="5320"/>
                </a:cubicBezTo>
                <a:cubicBezTo>
                  <a:pt x="52111" y="5300"/>
                  <a:pt x="52058" y="5084"/>
                  <a:pt x="51918" y="5084"/>
                </a:cubicBezTo>
                <a:cubicBezTo>
                  <a:pt x="51912" y="5084"/>
                  <a:pt x="51906" y="5085"/>
                  <a:pt x="51899" y="5086"/>
                </a:cubicBezTo>
                <a:cubicBezTo>
                  <a:pt x="51409" y="5154"/>
                  <a:pt x="50894" y="5226"/>
                  <a:pt x="50386" y="5226"/>
                </a:cubicBezTo>
                <a:cubicBezTo>
                  <a:pt x="49883" y="5226"/>
                  <a:pt x="49386" y="5155"/>
                  <a:pt x="48925" y="4941"/>
                </a:cubicBezTo>
                <a:cubicBezTo>
                  <a:pt x="48534" y="4759"/>
                  <a:pt x="48175" y="4484"/>
                  <a:pt x="47949" y="4113"/>
                </a:cubicBezTo>
                <a:cubicBezTo>
                  <a:pt x="47761" y="3804"/>
                  <a:pt x="47718" y="3443"/>
                  <a:pt x="47571" y="3119"/>
                </a:cubicBezTo>
                <a:cubicBezTo>
                  <a:pt x="47485" y="2930"/>
                  <a:pt x="47289" y="2636"/>
                  <a:pt x="47047" y="2636"/>
                </a:cubicBezTo>
                <a:cubicBezTo>
                  <a:pt x="47034" y="2636"/>
                  <a:pt x="47020" y="2637"/>
                  <a:pt x="47006" y="2639"/>
                </a:cubicBezTo>
                <a:cubicBezTo>
                  <a:pt x="46751" y="2675"/>
                  <a:pt x="46495" y="2970"/>
                  <a:pt x="46349" y="3159"/>
                </a:cubicBezTo>
                <a:cubicBezTo>
                  <a:pt x="45947" y="3679"/>
                  <a:pt x="45719" y="4446"/>
                  <a:pt x="45040" y="4673"/>
                </a:cubicBezTo>
                <a:cubicBezTo>
                  <a:pt x="44452" y="4869"/>
                  <a:pt x="43522" y="4702"/>
                  <a:pt x="43101" y="5225"/>
                </a:cubicBezTo>
                <a:lnTo>
                  <a:pt x="43101" y="5225"/>
                </a:lnTo>
                <a:cubicBezTo>
                  <a:pt x="42895" y="3953"/>
                  <a:pt x="42772" y="2670"/>
                  <a:pt x="42733" y="1382"/>
                </a:cubicBezTo>
                <a:lnTo>
                  <a:pt x="42733" y="1382"/>
                </a:lnTo>
                <a:cubicBezTo>
                  <a:pt x="42739" y="973"/>
                  <a:pt x="42735" y="564"/>
                  <a:pt x="42721" y="155"/>
                </a:cubicBezTo>
                <a:lnTo>
                  <a:pt x="42721" y="155"/>
                </a:lnTo>
                <a:cubicBezTo>
                  <a:pt x="42721" y="146"/>
                  <a:pt x="42722" y="137"/>
                  <a:pt x="42722" y="128"/>
                </a:cubicBezTo>
                <a:lnTo>
                  <a:pt x="42720" y="128"/>
                </a:lnTo>
                <a:cubicBezTo>
                  <a:pt x="42720" y="127"/>
                  <a:pt x="42720" y="127"/>
                  <a:pt x="42720" y="127"/>
                </a:cubicBezTo>
                <a:cubicBezTo>
                  <a:pt x="42718" y="48"/>
                  <a:pt x="42658" y="9"/>
                  <a:pt x="42598" y="9"/>
                </a:cubicBezTo>
                <a:cubicBezTo>
                  <a:pt x="42538" y="9"/>
                  <a:pt x="42479" y="48"/>
                  <a:pt x="42479" y="127"/>
                </a:cubicBezTo>
                <a:cubicBezTo>
                  <a:pt x="42474" y="547"/>
                  <a:pt x="42478" y="968"/>
                  <a:pt x="42491" y="1388"/>
                </a:cubicBezTo>
                <a:lnTo>
                  <a:pt x="42491" y="1388"/>
                </a:lnTo>
                <a:cubicBezTo>
                  <a:pt x="42483" y="1969"/>
                  <a:pt x="42456" y="2550"/>
                  <a:pt x="42410" y="3129"/>
                </a:cubicBezTo>
                <a:cubicBezTo>
                  <a:pt x="42370" y="3623"/>
                  <a:pt x="42340" y="4134"/>
                  <a:pt x="42242" y="4620"/>
                </a:cubicBezTo>
                <a:cubicBezTo>
                  <a:pt x="42144" y="5115"/>
                  <a:pt x="41735" y="5153"/>
                  <a:pt x="41323" y="5153"/>
                </a:cubicBezTo>
                <a:cubicBezTo>
                  <a:pt x="41263" y="5153"/>
                  <a:pt x="41203" y="5152"/>
                  <a:pt x="41144" y="5152"/>
                </a:cubicBezTo>
                <a:lnTo>
                  <a:pt x="35073" y="5119"/>
                </a:lnTo>
                <a:cubicBezTo>
                  <a:pt x="34771" y="5118"/>
                  <a:pt x="34469" y="5117"/>
                  <a:pt x="34166" y="5117"/>
                </a:cubicBezTo>
                <a:cubicBezTo>
                  <a:pt x="33486" y="5117"/>
                  <a:pt x="32806" y="5120"/>
                  <a:pt x="32125" y="5120"/>
                </a:cubicBezTo>
                <a:cubicBezTo>
                  <a:pt x="31142" y="5120"/>
                  <a:pt x="30159" y="5114"/>
                  <a:pt x="29178" y="5086"/>
                </a:cubicBezTo>
                <a:cubicBezTo>
                  <a:pt x="28519" y="5065"/>
                  <a:pt x="27783" y="4994"/>
                  <a:pt x="27217" y="4622"/>
                </a:cubicBezTo>
                <a:cubicBezTo>
                  <a:pt x="26919" y="4426"/>
                  <a:pt x="26740" y="4160"/>
                  <a:pt x="26622" y="3828"/>
                </a:cubicBezTo>
                <a:cubicBezTo>
                  <a:pt x="26533" y="3574"/>
                  <a:pt x="26445" y="3278"/>
                  <a:pt x="26246" y="3087"/>
                </a:cubicBezTo>
                <a:cubicBezTo>
                  <a:pt x="26151" y="2995"/>
                  <a:pt x="26043" y="2953"/>
                  <a:pt x="25934" y="2953"/>
                </a:cubicBezTo>
                <a:cubicBezTo>
                  <a:pt x="25798" y="2953"/>
                  <a:pt x="25663" y="3017"/>
                  <a:pt x="25552" y="3125"/>
                </a:cubicBezTo>
                <a:cubicBezTo>
                  <a:pt x="25223" y="3451"/>
                  <a:pt x="24945" y="3797"/>
                  <a:pt x="24571" y="4078"/>
                </a:cubicBezTo>
                <a:cubicBezTo>
                  <a:pt x="23868" y="4607"/>
                  <a:pt x="23044" y="4950"/>
                  <a:pt x="22179" y="5091"/>
                </a:cubicBezTo>
                <a:lnTo>
                  <a:pt x="22179" y="5091"/>
                </a:lnTo>
                <a:lnTo>
                  <a:pt x="21497" y="127"/>
                </a:lnTo>
                <a:cubicBezTo>
                  <a:pt x="21488" y="65"/>
                  <a:pt x="21446" y="39"/>
                  <a:pt x="21399" y="39"/>
                </a:cubicBezTo>
                <a:cubicBezTo>
                  <a:pt x="21336" y="39"/>
                  <a:pt x="21265" y="87"/>
                  <a:pt x="21258" y="159"/>
                </a:cubicBezTo>
                <a:cubicBezTo>
                  <a:pt x="21127" y="1614"/>
                  <a:pt x="21026" y="3075"/>
                  <a:pt x="20866" y="4526"/>
                </a:cubicBezTo>
                <a:cubicBezTo>
                  <a:pt x="20849" y="4672"/>
                  <a:pt x="20838" y="4844"/>
                  <a:pt x="20746" y="4966"/>
                </a:cubicBezTo>
                <a:cubicBezTo>
                  <a:pt x="20643" y="5102"/>
                  <a:pt x="20478" y="5116"/>
                  <a:pt x="20315" y="5116"/>
                </a:cubicBezTo>
                <a:cubicBezTo>
                  <a:pt x="20271" y="5116"/>
                  <a:pt x="20228" y="5115"/>
                  <a:pt x="20185" y="5115"/>
                </a:cubicBezTo>
                <a:cubicBezTo>
                  <a:pt x="20173" y="5115"/>
                  <a:pt x="20161" y="5115"/>
                  <a:pt x="20150" y="5116"/>
                </a:cubicBezTo>
                <a:lnTo>
                  <a:pt x="19018" y="5136"/>
                </a:lnTo>
                <a:lnTo>
                  <a:pt x="16856" y="5176"/>
                </a:lnTo>
                <a:lnTo>
                  <a:pt x="12431" y="5259"/>
                </a:lnTo>
                <a:cubicBezTo>
                  <a:pt x="12062" y="5266"/>
                  <a:pt x="11674" y="5285"/>
                  <a:pt x="11285" y="5285"/>
                </a:cubicBezTo>
                <a:cubicBezTo>
                  <a:pt x="10553" y="5285"/>
                  <a:pt x="9814" y="5219"/>
                  <a:pt x="9173" y="4889"/>
                </a:cubicBezTo>
                <a:cubicBezTo>
                  <a:pt x="8635" y="4611"/>
                  <a:pt x="8395" y="4182"/>
                  <a:pt x="8178" y="3639"/>
                </a:cubicBezTo>
                <a:cubicBezTo>
                  <a:pt x="8011" y="3221"/>
                  <a:pt x="7804" y="2767"/>
                  <a:pt x="7300" y="2728"/>
                </a:cubicBezTo>
                <a:cubicBezTo>
                  <a:pt x="7297" y="2728"/>
                  <a:pt x="7294" y="2728"/>
                  <a:pt x="7291" y="2728"/>
                </a:cubicBezTo>
                <a:cubicBezTo>
                  <a:pt x="7240" y="2728"/>
                  <a:pt x="7200" y="2772"/>
                  <a:pt x="7183" y="2816"/>
                </a:cubicBezTo>
                <a:cubicBezTo>
                  <a:pt x="6850" y="3684"/>
                  <a:pt x="6109" y="4365"/>
                  <a:pt x="5212" y="4616"/>
                </a:cubicBezTo>
                <a:cubicBezTo>
                  <a:pt x="4778" y="4737"/>
                  <a:pt x="4185" y="4833"/>
                  <a:pt x="3880" y="5183"/>
                </a:cubicBezTo>
                <a:lnTo>
                  <a:pt x="3880" y="5183"/>
                </a:lnTo>
                <a:cubicBezTo>
                  <a:pt x="3695" y="3497"/>
                  <a:pt x="3535" y="1808"/>
                  <a:pt x="3398" y="117"/>
                </a:cubicBezTo>
                <a:cubicBezTo>
                  <a:pt x="3392" y="40"/>
                  <a:pt x="3329" y="1"/>
                  <a:pt x="326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3"/>
          <p:cNvSpPr/>
          <p:nvPr/>
        </p:nvSpPr>
        <p:spPr>
          <a:xfrm rot="10800000" flipH="1">
            <a:off x="8252299" y="4420001"/>
            <a:ext cx="2580797" cy="2580608"/>
          </a:xfrm>
          <a:custGeom>
            <a:avLst/>
            <a:gdLst/>
            <a:ahLst/>
            <a:cxnLst/>
            <a:rect l="l" t="t" r="r" b="b"/>
            <a:pathLst>
              <a:path w="10681" h="10680" extrusionOk="0">
                <a:moveTo>
                  <a:pt x="5340" y="1"/>
                </a:moveTo>
                <a:cubicBezTo>
                  <a:pt x="2391" y="1"/>
                  <a:pt x="0" y="2391"/>
                  <a:pt x="0" y="5340"/>
                </a:cubicBezTo>
                <a:cubicBezTo>
                  <a:pt x="0" y="8290"/>
                  <a:pt x="2391" y="10680"/>
                  <a:pt x="5340" y="10680"/>
                </a:cubicBezTo>
                <a:cubicBezTo>
                  <a:pt x="8289" y="10680"/>
                  <a:pt x="10680" y="8290"/>
                  <a:pt x="10680" y="5340"/>
                </a:cubicBezTo>
                <a:cubicBezTo>
                  <a:pt x="10680" y="2391"/>
                  <a:pt x="8289" y="1"/>
                  <a:pt x="53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3"/>
          <p:cNvSpPr/>
          <p:nvPr/>
        </p:nvSpPr>
        <p:spPr>
          <a:xfrm rot="10800000" flipH="1">
            <a:off x="7717820" y="3885268"/>
            <a:ext cx="3649504" cy="3649821"/>
          </a:xfrm>
          <a:custGeom>
            <a:avLst/>
            <a:gdLst/>
            <a:ahLst/>
            <a:cxnLst/>
            <a:rect l="l" t="t" r="r" b="b"/>
            <a:pathLst>
              <a:path w="15104" h="15105" extrusionOk="0">
                <a:moveTo>
                  <a:pt x="7552" y="0"/>
                </a:moveTo>
                <a:cubicBezTo>
                  <a:pt x="5550" y="0"/>
                  <a:pt x="3628" y="797"/>
                  <a:pt x="2212" y="2213"/>
                </a:cubicBezTo>
                <a:cubicBezTo>
                  <a:pt x="796" y="3629"/>
                  <a:pt x="1" y="5549"/>
                  <a:pt x="1" y="7552"/>
                </a:cubicBezTo>
                <a:cubicBezTo>
                  <a:pt x="1" y="9555"/>
                  <a:pt x="796" y="11476"/>
                  <a:pt x="2212" y="12892"/>
                </a:cubicBezTo>
                <a:cubicBezTo>
                  <a:pt x="3628" y="14308"/>
                  <a:pt x="5550" y="15104"/>
                  <a:pt x="7552" y="15104"/>
                </a:cubicBezTo>
                <a:cubicBezTo>
                  <a:pt x="9555" y="15104"/>
                  <a:pt x="11475" y="14308"/>
                  <a:pt x="12892" y="12892"/>
                </a:cubicBezTo>
                <a:cubicBezTo>
                  <a:pt x="14308" y="11476"/>
                  <a:pt x="15104" y="9555"/>
                  <a:pt x="15104" y="7552"/>
                </a:cubicBezTo>
                <a:cubicBezTo>
                  <a:pt x="15104" y="5549"/>
                  <a:pt x="14308" y="3629"/>
                  <a:pt x="12892" y="2213"/>
                </a:cubicBezTo>
                <a:cubicBezTo>
                  <a:pt x="11475" y="797"/>
                  <a:pt x="9555" y="0"/>
                  <a:pt x="755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4"/>
          <p:cNvSpPr txBox="1">
            <a:spLocks noGrp="1"/>
          </p:cNvSpPr>
          <p:nvPr>
            <p:ph type="title"/>
          </p:nvPr>
        </p:nvSpPr>
        <p:spPr>
          <a:xfrm>
            <a:off x="788900" y="434600"/>
            <a:ext cx="7679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4"/>
          <p:cNvSpPr txBox="1">
            <a:spLocks noGrp="1"/>
          </p:cNvSpPr>
          <p:nvPr>
            <p:ph type="body" idx="1"/>
          </p:nvPr>
        </p:nvSpPr>
        <p:spPr>
          <a:xfrm>
            <a:off x="2089500" y="1638670"/>
            <a:ext cx="4965000" cy="202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Char char="■"/>
              <a:defRPr/>
            </a:lvl9pPr>
          </a:lstStyle>
          <a:p>
            <a:endParaRPr/>
          </a:p>
        </p:txBody>
      </p:sp>
      <p:sp>
        <p:nvSpPr>
          <p:cNvPr id="62" name="Google Shape;62;p4"/>
          <p:cNvSpPr/>
          <p:nvPr/>
        </p:nvSpPr>
        <p:spPr>
          <a:xfrm rot="10800000">
            <a:off x="7881405" y="-1058254"/>
            <a:ext cx="1798415" cy="1638493"/>
          </a:xfrm>
          <a:custGeom>
            <a:avLst/>
            <a:gdLst/>
            <a:ahLst/>
            <a:cxnLst/>
            <a:rect l="l" t="t" r="r" b="b"/>
            <a:pathLst>
              <a:path w="7443" h="6781" extrusionOk="0">
                <a:moveTo>
                  <a:pt x="3721" y="1"/>
                </a:moveTo>
                <a:cubicBezTo>
                  <a:pt x="2854" y="1"/>
                  <a:pt x="1986" y="332"/>
                  <a:pt x="1325" y="993"/>
                </a:cubicBezTo>
                <a:cubicBezTo>
                  <a:pt x="1" y="2317"/>
                  <a:pt x="1" y="4464"/>
                  <a:pt x="1325" y="5788"/>
                </a:cubicBezTo>
                <a:cubicBezTo>
                  <a:pt x="1986" y="6449"/>
                  <a:pt x="2854" y="6780"/>
                  <a:pt x="3721" y="6780"/>
                </a:cubicBezTo>
                <a:cubicBezTo>
                  <a:pt x="4589" y="6780"/>
                  <a:pt x="5457" y="6449"/>
                  <a:pt x="6119" y="5788"/>
                </a:cubicBezTo>
                <a:cubicBezTo>
                  <a:pt x="7443" y="4464"/>
                  <a:pt x="7443" y="2317"/>
                  <a:pt x="6119" y="993"/>
                </a:cubicBezTo>
                <a:cubicBezTo>
                  <a:pt x="5457" y="332"/>
                  <a:pt x="4589" y="1"/>
                  <a:pt x="372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4"/>
          <p:cNvSpPr/>
          <p:nvPr/>
        </p:nvSpPr>
        <p:spPr>
          <a:xfrm rot="10800000" flipH="1">
            <a:off x="7832120" y="4088093"/>
            <a:ext cx="3649504" cy="3649821"/>
          </a:xfrm>
          <a:custGeom>
            <a:avLst/>
            <a:gdLst/>
            <a:ahLst/>
            <a:cxnLst/>
            <a:rect l="l" t="t" r="r" b="b"/>
            <a:pathLst>
              <a:path w="15104" h="15105" extrusionOk="0">
                <a:moveTo>
                  <a:pt x="7552" y="0"/>
                </a:moveTo>
                <a:cubicBezTo>
                  <a:pt x="5550" y="0"/>
                  <a:pt x="3628" y="797"/>
                  <a:pt x="2212" y="2213"/>
                </a:cubicBezTo>
                <a:cubicBezTo>
                  <a:pt x="796" y="3629"/>
                  <a:pt x="1" y="5549"/>
                  <a:pt x="1" y="7552"/>
                </a:cubicBezTo>
                <a:cubicBezTo>
                  <a:pt x="1" y="9555"/>
                  <a:pt x="796" y="11476"/>
                  <a:pt x="2212" y="12892"/>
                </a:cubicBezTo>
                <a:cubicBezTo>
                  <a:pt x="3628" y="14308"/>
                  <a:pt x="5550" y="15104"/>
                  <a:pt x="7552" y="15104"/>
                </a:cubicBezTo>
                <a:cubicBezTo>
                  <a:pt x="9555" y="15104"/>
                  <a:pt x="11475" y="14308"/>
                  <a:pt x="12892" y="12892"/>
                </a:cubicBezTo>
                <a:cubicBezTo>
                  <a:pt x="14308" y="11476"/>
                  <a:pt x="15104" y="9555"/>
                  <a:pt x="15104" y="7552"/>
                </a:cubicBezTo>
                <a:cubicBezTo>
                  <a:pt x="15104" y="5549"/>
                  <a:pt x="14308" y="3629"/>
                  <a:pt x="12892" y="2213"/>
                </a:cubicBezTo>
                <a:cubicBezTo>
                  <a:pt x="11475" y="797"/>
                  <a:pt x="9555" y="0"/>
                  <a:pt x="755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4"/>
          <p:cNvSpPr/>
          <p:nvPr/>
        </p:nvSpPr>
        <p:spPr>
          <a:xfrm rot="10800000" flipH="1">
            <a:off x="8366599" y="4622826"/>
            <a:ext cx="2580797" cy="2580608"/>
          </a:xfrm>
          <a:custGeom>
            <a:avLst/>
            <a:gdLst/>
            <a:ahLst/>
            <a:cxnLst/>
            <a:rect l="l" t="t" r="r" b="b"/>
            <a:pathLst>
              <a:path w="10681" h="10680" extrusionOk="0">
                <a:moveTo>
                  <a:pt x="5340" y="1"/>
                </a:moveTo>
                <a:cubicBezTo>
                  <a:pt x="2391" y="1"/>
                  <a:pt x="0" y="2391"/>
                  <a:pt x="0" y="5340"/>
                </a:cubicBezTo>
                <a:cubicBezTo>
                  <a:pt x="0" y="8290"/>
                  <a:pt x="2391" y="10680"/>
                  <a:pt x="5340" y="10680"/>
                </a:cubicBezTo>
                <a:cubicBezTo>
                  <a:pt x="8289" y="10680"/>
                  <a:pt x="10680" y="8290"/>
                  <a:pt x="10680" y="5340"/>
                </a:cubicBezTo>
                <a:cubicBezTo>
                  <a:pt x="10680" y="2391"/>
                  <a:pt x="8289" y="1"/>
                  <a:pt x="53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4"/>
          <p:cNvSpPr/>
          <p:nvPr/>
        </p:nvSpPr>
        <p:spPr>
          <a:xfrm rot="10800000">
            <a:off x="8411852" y="-228884"/>
            <a:ext cx="485425" cy="425027"/>
          </a:xfrm>
          <a:custGeom>
            <a:avLst/>
            <a:gdLst/>
            <a:ahLst/>
            <a:cxnLst/>
            <a:rect l="l" t="t" r="r" b="b"/>
            <a:pathLst>
              <a:path w="2009" h="1759" extrusionOk="0">
                <a:moveTo>
                  <a:pt x="1006" y="0"/>
                </a:moveTo>
                <a:cubicBezTo>
                  <a:pt x="702" y="0"/>
                  <a:pt x="407" y="157"/>
                  <a:pt x="244" y="439"/>
                </a:cubicBezTo>
                <a:cubicBezTo>
                  <a:pt x="1" y="859"/>
                  <a:pt x="144" y="1397"/>
                  <a:pt x="564" y="1640"/>
                </a:cubicBezTo>
                <a:cubicBezTo>
                  <a:pt x="703" y="1721"/>
                  <a:pt x="854" y="1759"/>
                  <a:pt x="1004" y="1759"/>
                </a:cubicBezTo>
                <a:cubicBezTo>
                  <a:pt x="1307" y="1759"/>
                  <a:pt x="1603" y="1602"/>
                  <a:pt x="1766" y="1321"/>
                </a:cubicBezTo>
                <a:cubicBezTo>
                  <a:pt x="2009" y="901"/>
                  <a:pt x="1865" y="363"/>
                  <a:pt x="1445" y="118"/>
                </a:cubicBezTo>
                <a:cubicBezTo>
                  <a:pt x="1306" y="38"/>
                  <a:pt x="1155" y="0"/>
                  <a:pt x="100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4"/>
          <p:cNvSpPr/>
          <p:nvPr/>
        </p:nvSpPr>
        <p:spPr>
          <a:xfrm rot="10800000">
            <a:off x="6684673" y="6392850"/>
            <a:ext cx="709894" cy="645394"/>
          </a:xfrm>
          <a:custGeom>
            <a:avLst/>
            <a:gdLst/>
            <a:ahLst/>
            <a:cxnLst/>
            <a:rect l="l" t="t" r="r" b="b"/>
            <a:pathLst>
              <a:path w="2938" h="2671" extrusionOk="0">
                <a:moveTo>
                  <a:pt x="1468" y="1"/>
                </a:moveTo>
                <a:cubicBezTo>
                  <a:pt x="863" y="1"/>
                  <a:pt x="315" y="415"/>
                  <a:pt x="170" y="1030"/>
                </a:cubicBezTo>
                <a:cubicBezTo>
                  <a:pt x="1" y="1746"/>
                  <a:pt x="446" y="2465"/>
                  <a:pt x="1163" y="2635"/>
                </a:cubicBezTo>
                <a:cubicBezTo>
                  <a:pt x="1266" y="2659"/>
                  <a:pt x="1370" y="2671"/>
                  <a:pt x="1472" y="2671"/>
                </a:cubicBezTo>
                <a:cubicBezTo>
                  <a:pt x="2076" y="2671"/>
                  <a:pt x="2624" y="2257"/>
                  <a:pt x="2769" y="1643"/>
                </a:cubicBezTo>
                <a:cubicBezTo>
                  <a:pt x="2937" y="925"/>
                  <a:pt x="2494" y="206"/>
                  <a:pt x="1776" y="37"/>
                </a:cubicBezTo>
                <a:cubicBezTo>
                  <a:pt x="1673" y="12"/>
                  <a:pt x="1570" y="1"/>
                  <a:pt x="1468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4"/>
          <p:cNvSpPr/>
          <p:nvPr/>
        </p:nvSpPr>
        <p:spPr>
          <a:xfrm rot="10800000">
            <a:off x="8866120" y="662185"/>
            <a:ext cx="687665" cy="625580"/>
          </a:xfrm>
          <a:custGeom>
            <a:avLst/>
            <a:gdLst/>
            <a:ahLst/>
            <a:cxnLst/>
            <a:rect l="l" t="t" r="r" b="b"/>
            <a:pathLst>
              <a:path w="2846" h="2589" extrusionOk="0">
                <a:moveTo>
                  <a:pt x="1422" y="1"/>
                </a:moveTo>
                <a:cubicBezTo>
                  <a:pt x="835" y="1"/>
                  <a:pt x="304" y="402"/>
                  <a:pt x="163" y="998"/>
                </a:cubicBezTo>
                <a:cubicBezTo>
                  <a:pt x="0" y="1694"/>
                  <a:pt x="431" y="2389"/>
                  <a:pt x="1125" y="2554"/>
                </a:cubicBezTo>
                <a:cubicBezTo>
                  <a:pt x="1225" y="2577"/>
                  <a:pt x="1326" y="2589"/>
                  <a:pt x="1424" y="2589"/>
                </a:cubicBezTo>
                <a:cubicBezTo>
                  <a:pt x="2011" y="2589"/>
                  <a:pt x="2542" y="2187"/>
                  <a:pt x="2681" y="1593"/>
                </a:cubicBezTo>
                <a:cubicBezTo>
                  <a:pt x="2845" y="897"/>
                  <a:pt x="2415" y="200"/>
                  <a:pt x="1720" y="36"/>
                </a:cubicBezTo>
                <a:cubicBezTo>
                  <a:pt x="1620" y="12"/>
                  <a:pt x="1520" y="1"/>
                  <a:pt x="142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4"/>
          <p:cNvSpPr/>
          <p:nvPr/>
        </p:nvSpPr>
        <p:spPr>
          <a:xfrm rot="10800000">
            <a:off x="9106275" y="1748070"/>
            <a:ext cx="447490" cy="406905"/>
          </a:xfrm>
          <a:custGeom>
            <a:avLst/>
            <a:gdLst/>
            <a:ahLst/>
            <a:cxnLst/>
            <a:rect l="l" t="t" r="r" b="b"/>
            <a:pathLst>
              <a:path w="1852" h="1684" extrusionOk="0">
                <a:moveTo>
                  <a:pt x="925" y="1"/>
                </a:moveTo>
                <a:cubicBezTo>
                  <a:pt x="544" y="1"/>
                  <a:pt x="199" y="261"/>
                  <a:pt x="107" y="649"/>
                </a:cubicBezTo>
                <a:cubicBezTo>
                  <a:pt x="1" y="1101"/>
                  <a:pt x="280" y="1554"/>
                  <a:pt x="732" y="1660"/>
                </a:cubicBezTo>
                <a:cubicBezTo>
                  <a:pt x="798" y="1676"/>
                  <a:pt x="863" y="1683"/>
                  <a:pt x="927" y="1683"/>
                </a:cubicBezTo>
                <a:cubicBezTo>
                  <a:pt x="1307" y="1683"/>
                  <a:pt x="1653" y="1422"/>
                  <a:pt x="1744" y="1035"/>
                </a:cubicBezTo>
                <a:cubicBezTo>
                  <a:pt x="1851" y="583"/>
                  <a:pt x="1570" y="131"/>
                  <a:pt x="1118" y="23"/>
                </a:cubicBezTo>
                <a:cubicBezTo>
                  <a:pt x="1053" y="8"/>
                  <a:pt x="989" y="1"/>
                  <a:pt x="92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4"/>
          <p:cNvSpPr/>
          <p:nvPr/>
        </p:nvSpPr>
        <p:spPr>
          <a:xfrm rot="10800000">
            <a:off x="8549738" y="2970110"/>
            <a:ext cx="461745" cy="406905"/>
          </a:xfrm>
          <a:custGeom>
            <a:avLst/>
            <a:gdLst/>
            <a:ahLst/>
            <a:cxnLst/>
            <a:rect l="l" t="t" r="r" b="b"/>
            <a:pathLst>
              <a:path w="1911" h="1684" extrusionOk="0">
                <a:moveTo>
                  <a:pt x="956" y="1"/>
                </a:moveTo>
                <a:cubicBezTo>
                  <a:pt x="848" y="1"/>
                  <a:pt x="739" y="22"/>
                  <a:pt x="634" y="66"/>
                </a:cubicBezTo>
                <a:cubicBezTo>
                  <a:pt x="204" y="243"/>
                  <a:pt x="0" y="734"/>
                  <a:pt x="179" y="1163"/>
                </a:cubicBezTo>
                <a:cubicBezTo>
                  <a:pt x="312" y="1487"/>
                  <a:pt x="625" y="1683"/>
                  <a:pt x="956" y="1683"/>
                </a:cubicBezTo>
                <a:cubicBezTo>
                  <a:pt x="1063" y="1683"/>
                  <a:pt x="1172" y="1662"/>
                  <a:pt x="1278" y="1619"/>
                </a:cubicBezTo>
                <a:cubicBezTo>
                  <a:pt x="1706" y="1441"/>
                  <a:pt x="1910" y="949"/>
                  <a:pt x="1733" y="521"/>
                </a:cubicBezTo>
                <a:cubicBezTo>
                  <a:pt x="1598" y="197"/>
                  <a:pt x="1285" y="1"/>
                  <a:pt x="95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4"/>
          <p:cNvSpPr/>
          <p:nvPr/>
        </p:nvSpPr>
        <p:spPr>
          <a:xfrm rot="10800000">
            <a:off x="-916426" y="4330237"/>
            <a:ext cx="1962720" cy="1788304"/>
          </a:xfrm>
          <a:custGeom>
            <a:avLst/>
            <a:gdLst/>
            <a:ahLst/>
            <a:cxnLst/>
            <a:rect l="l" t="t" r="r" b="b"/>
            <a:pathLst>
              <a:path w="8123" h="7401" extrusionOk="0">
                <a:moveTo>
                  <a:pt x="4061" y="1"/>
                </a:moveTo>
                <a:cubicBezTo>
                  <a:pt x="3115" y="1"/>
                  <a:pt x="2168" y="362"/>
                  <a:pt x="1446" y="1085"/>
                </a:cubicBezTo>
                <a:cubicBezTo>
                  <a:pt x="0" y="2529"/>
                  <a:pt x="0" y="4871"/>
                  <a:pt x="1446" y="6317"/>
                </a:cubicBezTo>
                <a:cubicBezTo>
                  <a:pt x="2168" y="7039"/>
                  <a:pt x="3115" y="7400"/>
                  <a:pt x="4061" y="7400"/>
                </a:cubicBezTo>
                <a:cubicBezTo>
                  <a:pt x="5008" y="7400"/>
                  <a:pt x="5955" y="7039"/>
                  <a:pt x="6678" y="6317"/>
                </a:cubicBezTo>
                <a:cubicBezTo>
                  <a:pt x="8122" y="4871"/>
                  <a:pt x="8122" y="2529"/>
                  <a:pt x="6678" y="1085"/>
                </a:cubicBezTo>
                <a:cubicBezTo>
                  <a:pt x="5955" y="362"/>
                  <a:pt x="5008" y="1"/>
                  <a:pt x="406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4"/>
          <p:cNvSpPr/>
          <p:nvPr/>
        </p:nvSpPr>
        <p:spPr>
          <a:xfrm rot="10800000">
            <a:off x="1121955" y="-434636"/>
            <a:ext cx="491465" cy="491475"/>
          </a:xfrm>
          <a:custGeom>
            <a:avLst/>
            <a:gdLst/>
            <a:ahLst/>
            <a:cxnLst/>
            <a:rect l="l" t="t" r="r" b="b"/>
            <a:pathLst>
              <a:path w="2034" h="2034" extrusionOk="0">
                <a:moveTo>
                  <a:pt x="1017" y="1"/>
                </a:moveTo>
                <a:cubicBezTo>
                  <a:pt x="456" y="1"/>
                  <a:pt x="1" y="456"/>
                  <a:pt x="1" y="1017"/>
                </a:cubicBezTo>
                <a:cubicBezTo>
                  <a:pt x="1" y="1578"/>
                  <a:pt x="456" y="2034"/>
                  <a:pt x="1017" y="2034"/>
                </a:cubicBezTo>
                <a:cubicBezTo>
                  <a:pt x="1578" y="2034"/>
                  <a:pt x="2033" y="1578"/>
                  <a:pt x="2033" y="1017"/>
                </a:cubicBezTo>
                <a:cubicBezTo>
                  <a:pt x="2033" y="456"/>
                  <a:pt x="1578" y="1"/>
                  <a:pt x="101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4"/>
          <p:cNvSpPr/>
          <p:nvPr/>
        </p:nvSpPr>
        <p:spPr>
          <a:xfrm rot="10800000">
            <a:off x="-587820" y="-775828"/>
            <a:ext cx="1305500" cy="1305527"/>
          </a:xfrm>
          <a:custGeom>
            <a:avLst/>
            <a:gdLst/>
            <a:ahLst/>
            <a:cxnLst/>
            <a:rect l="l" t="t" r="r" b="b"/>
            <a:pathLst>
              <a:path w="5403" h="5403" extrusionOk="0">
                <a:moveTo>
                  <a:pt x="2701" y="1"/>
                </a:moveTo>
                <a:cubicBezTo>
                  <a:pt x="1210" y="1"/>
                  <a:pt x="1" y="1210"/>
                  <a:pt x="1" y="2701"/>
                </a:cubicBezTo>
                <a:cubicBezTo>
                  <a:pt x="1" y="4193"/>
                  <a:pt x="1210" y="5402"/>
                  <a:pt x="2701" y="5402"/>
                </a:cubicBezTo>
                <a:cubicBezTo>
                  <a:pt x="4193" y="5402"/>
                  <a:pt x="5402" y="4193"/>
                  <a:pt x="5402" y="2701"/>
                </a:cubicBezTo>
                <a:cubicBezTo>
                  <a:pt x="5402" y="1210"/>
                  <a:pt x="4193" y="1"/>
                  <a:pt x="270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4"/>
          <p:cNvSpPr/>
          <p:nvPr/>
        </p:nvSpPr>
        <p:spPr>
          <a:xfrm rot="10800000" flipH="1">
            <a:off x="8329877" y="3525637"/>
            <a:ext cx="1043095" cy="1042633"/>
          </a:xfrm>
          <a:custGeom>
            <a:avLst/>
            <a:gdLst/>
            <a:ahLst/>
            <a:cxnLst/>
            <a:rect l="l" t="t" r="r" b="b"/>
            <a:pathLst>
              <a:path w="4317" h="4315" extrusionOk="0">
                <a:moveTo>
                  <a:pt x="2159" y="0"/>
                </a:moveTo>
                <a:cubicBezTo>
                  <a:pt x="967" y="0"/>
                  <a:pt x="1" y="966"/>
                  <a:pt x="1" y="2157"/>
                </a:cubicBezTo>
                <a:cubicBezTo>
                  <a:pt x="1" y="3348"/>
                  <a:pt x="967" y="4314"/>
                  <a:pt x="2159" y="4314"/>
                </a:cubicBezTo>
                <a:cubicBezTo>
                  <a:pt x="3350" y="4314"/>
                  <a:pt x="4316" y="3348"/>
                  <a:pt x="4316" y="2157"/>
                </a:cubicBezTo>
                <a:cubicBezTo>
                  <a:pt x="4316" y="966"/>
                  <a:pt x="3350" y="0"/>
                  <a:pt x="215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4"/>
          <p:cNvSpPr/>
          <p:nvPr/>
        </p:nvSpPr>
        <p:spPr>
          <a:xfrm rot="10800000">
            <a:off x="5981045" y="4375112"/>
            <a:ext cx="442899" cy="443149"/>
          </a:xfrm>
          <a:custGeom>
            <a:avLst/>
            <a:gdLst/>
            <a:ahLst/>
            <a:cxnLst/>
            <a:rect l="l" t="t" r="r" b="b"/>
            <a:pathLst>
              <a:path w="1833" h="1834" extrusionOk="0">
                <a:moveTo>
                  <a:pt x="916" y="1"/>
                </a:moveTo>
                <a:cubicBezTo>
                  <a:pt x="410" y="1"/>
                  <a:pt x="1" y="412"/>
                  <a:pt x="1" y="918"/>
                </a:cubicBezTo>
                <a:cubicBezTo>
                  <a:pt x="1" y="1423"/>
                  <a:pt x="410" y="1833"/>
                  <a:pt x="916" y="1833"/>
                </a:cubicBezTo>
                <a:cubicBezTo>
                  <a:pt x="1423" y="1833"/>
                  <a:pt x="1833" y="1423"/>
                  <a:pt x="1833" y="918"/>
                </a:cubicBezTo>
                <a:cubicBezTo>
                  <a:pt x="1833" y="412"/>
                  <a:pt x="1423" y="1"/>
                  <a:pt x="91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4"/>
          <p:cNvSpPr/>
          <p:nvPr/>
        </p:nvSpPr>
        <p:spPr>
          <a:xfrm rot="10800000">
            <a:off x="855531" y="4721062"/>
            <a:ext cx="600438" cy="600692"/>
          </a:xfrm>
          <a:custGeom>
            <a:avLst/>
            <a:gdLst/>
            <a:ahLst/>
            <a:cxnLst/>
            <a:rect l="l" t="t" r="r" b="b"/>
            <a:pathLst>
              <a:path w="2485" h="2486" extrusionOk="0">
                <a:moveTo>
                  <a:pt x="1242" y="1"/>
                </a:moveTo>
                <a:cubicBezTo>
                  <a:pt x="557" y="1"/>
                  <a:pt x="1" y="557"/>
                  <a:pt x="1" y="1242"/>
                </a:cubicBezTo>
                <a:cubicBezTo>
                  <a:pt x="1" y="1929"/>
                  <a:pt x="557" y="2485"/>
                  <a:pt x="1242" y="2485"/>
                </a:cubicBezTo>
                <a:cubicBezTo>
                  <a:pt x="1929" y="2485"/>
                  <a:pt x="2485" y="1929"/>
                  <a:pt x="2485" y="1242"/>
                </a:cubicBezTo>
                <a:cubicBezTo>
                  <a:pt x="2485" y="557"/>
                  <a:pt x="1929" y="1"/>
                  <a:pt x="12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4"/>
          <p:cNvSpPr/>
          <p:nvPr/>
        </p:nvSpPr>
        <p:spPr>
          <a:xfrm rot="10800000">
            <a:off x="7486832" y="4472972"/>
            <a:ext cx="345282" cy="345289"/>
          </a:xfrm>
          <a:custGeom>
            <a:avLst/>
            <a:gdLst/>
            <a:ahLst/>
            <a:cxnLst/>
            <a:rect l="l" t="t" r="r" b="b"/>
            <a:pathLst>
              <a:path w="1429" h="1429" extrusionOk="0">
                <a:moveTo>
                  <a:pt x="715" y="1"/>
                </a:moveTo>
                <a:cubicBezTo>
                  <a:pt x="320" y="1"/>
                  <a:pt x="1" y="320"/>
                  <a:pt x="1" y="715"/>
                </a:cubicBezTo>
                <a:cubicBezTo>
                  <a:pt x="1" y="1109"/>
                  <a:pt x="320" y="1428"/>
                  <a:pt x="715" y="1428"/>
                </a:cubicBezTo>
                <a:cubicBezTo>
                  <a:pt x="1108" y="1428"/>
                  <a:pt x="1429" y="1109"/>
                  <a:pt x="1429" y="715"/>
                </a:cubicBezTo>
                <a:cubicBezTo>
                  <a:pt x="1429" y="320"/>
                  <a:pt x="1108" y="1"/>
                  <a:pt x="71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4"/>
          <p:cNvSpPr/>
          <p:nvPr/>
        </p:nvSpPr>
        <p:spPr>
          <a:xfrm rot="10800000">
            <a:off x="2178829" y="4883930"/>
            <a:ext cx="772717" cy="680913"/>
          </a:xfrm>
          <a:custGeom>
            <a:avLst/>
            <a:gdLst/>
            <a:ahLst/>
            <a:cxnLst/>
            <a:rect l="l" t="t" r="r" b="b"/>
            <a:pathLst>
              <a:path w="3198" h="2818" extrusionOk="0">
                <a:moveTo>
                  <a:pt x="1598" y="1"/>
                </a:moveTo>
                <a:cubicBezTo>
                  <a:pt x="1419" y="1"/>
                  <a:pt x="1236" y="35"/>
                  <a:pt x="1060" y="108"/>
                </a:cubicBezTo>
                <a:cubicBezTo>
                  <a:pt x="342" y="406"/>
                  <a:pt x="1" y="1229"/>
                  <a:pt x="298" y="1948"/>
                </a:cubicBezTo>
                <a:cubicBezTo>
                  <a:pt x="523" y="2490"/>
                  <a:pt x="1047" y="2817"/>
                  <a:pt x="1600" y="2817"/>
                </a:cubicBezTo>
                <a:cubicBezTo>
                  <a:pt x="1779" y="2817"/>
                  <a:pt x="1961" y="2783"/>
                  <a:pt x="2137" y="2710"/>
                </a:cubicBezTo>
                <a:cubicBezTo>
                  <a:pt x="2856" y="2413"/>
                  <a:pt x="3198" y="1589"/>
                  <a:pt x="2900" y="870"/>
                </a:cubicBezTo>
                <a:cubicBezTo>
                  <a:pt x="2676" y="328"/>
                  <a:pt x="2151" y="1"/>
                  <a:pt x="159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4"/>
          <p:cNvSpPr/>
          <p:nvPr/>
        </p:nvSpPr>
        <p:spPr>
          <a:xfrm rot="10800000">
            <a:off x="6423957" y="4883897"/>
            <a:ext cx="748796" cy="680672"/>
          </a:xfrm>
          <a:custGeom>
            <a:avLst/>
            <a:gdLst/>
            <a:ahLst/>
            <a:cxnLst/>
            <a:rect l="l" t="t" r="r" b="b"/>
            <a:pathLst>
              <a:path w="3099" h="2817" extrusionOk="0">
                <a:moveTo>
                  <a:pt x="1548" y="0"/>
                </a:moveTo>
                <a:cubicBezTo>
                  <a:pt x="910" y="0"/>
                  <a:pt x="332" y="437"/>
                  <a:pt x="179" y="1086"/>
                </a:cubicBezTo>
                <a:cubicBezTo>
                  <a:pt x="1" y="1842"/>
                  <a:pt x="469" y="2600"/>
                  <a:pt x="1226" y="2778"/>
                </a:cubicBezTo>
                <a:cubicBezTo>
                  <a:pt x="1335" y="2804"/>
                  <a:pt x="1444" y="2817"/>
                  <a:pt x="1552" y="2817"/>
                </a:cubicBezTo>
                <a:cubicBezTo>
                  <a:pt x="2190" y="2817"/>
                  <a:pt x="2767" y="2379"/>
                  <a:pt x="2920" y="1732"/>
                </a:cubicBezTo>
                <a:cubicBezTo>
                  <a:pt x="3098" y="976"/>
                  <a:pt x="2630" y="217"/>
                  <a:pt x="1873" y="38"/>
                </a:cubicBezTo>
                <a:cubicBezTo>
                  <a:pt x="1765" y="12"/>
                  <a:pt x="1656" y="0"/>
                  <a:pt x="154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4"/>
          <p:cNvSpPr/>
          <p:nvPr/>
        </p:nvSpPr>
        <p:spPr>
          <a:xfrm rot="10800000">
            <a:off x="-263021" y="845133"/>
            <a:ext cx="749037" cy="680672"/>
          </a:xfrm>
          <a:custGeom>
            <a:avLst/>
            <a:gdLst/>
            <a:ahLst/>
            <a:cxnLst/>
            <a:rect l="l" t="t" r="r" b="b"/>
            <a:pathLst>
              <a:path w="3100" h="2817" extrusionOk="0">
                <a:moveTo>
                  <a:pt x="1549" y="0"/>
                </a:moveTo>
                <a:cubicBezTo>
                  <a:pt x="910" y="0"/>
                  <a:pt x="332" y="437"/>
                  <a:pt x="179" y="1085"/>
                </a:cubicBezTo>
                <a:cubicBezTo>
                  <a:pt x="1" y="1842"/>
                  <a:pt x="470" y="2600"/>
                  <a:pt x="1227" y="2778"/>
                </a:cubicBezTo>
                <a:cubicBezTo>
                  <a:pt x="1335" y="2804"/>
                  <a:pt x="1444" y="2816"/>
                  <a:pt x="1551" y="2816"/>
                </a:cubicBezTo>
                <a:cubicBezTo>
                  <a:pt x="2189" y="2816"/>
                  <a:pt x="2766" y="2380"/>
                  <a:pt x="2919" y="1732"/>
                </a:cubicBezTo>
                <a:cubicBezTo>
                  <a:pt x="3099" y="974"/>
                  <a:pt x="2630" y="216"/>
                  <a:pt x="1873" y="38"/>
                </a:cubicBezTo>
                <a:cubicBezTo>
                  <a:pt x="1764" y="12"/>
                  <a:pt x="1656" y="0"/>
                  <a:pt x="154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4"/>
          <p:cNvSpPr/>
          <p:nvPr/>
        </p:nvSpPr>
        <p:spPr>
          <a:xfrm rot="-1799986">
            <a:off x="7727653" y="-1195224"/>
            <a:ext cx="6269639" cy="691908"/>
          </a:xfrm>
          <a:custGeom>
            <a:avLst/>
            <a:gdLst/>
            <a:ahLst/>
            <a:cxnLst/>
            <a:rect l="l" t="t" r="r" b="b"/>
            <a:pathLst>
              <a:path w="52112" h="5751" extrusionOk="0">
                <a:moveTo>
                  <a:pt x="3269" y="1"/>
                </a:moveTo>
                <a:cubicBezTo>
                  <a:pt x="3210" y="1"/>
                  <a:pt x="3153" y="39"/>
                  <a:pt x="3155" y="117"/>
                </a:cubicBezTo>
                <a:cubicBezTo>
                  <a:pt x="3155" y="117"/>
                  <a:pt x="3155" y="117"/>
                  <a:pt x="3155" y="117"/>
                </a:cubicBezTo>
                <a:lnTo>
                  <a:pt x="3155" y="117"/>
                </a:lnTo>
                <a:cubicBezTo>
                  <a:pt x="3197" y="1798"/>
                  <a:pt x="2863" y="3465"/>
                  <a:pt x="2180" y="5000"/>
                </a:cubicBezTo>
                <a:lnTo>
                  <a:pt x="2180" y="5000"/>
                </a:lnTo>
                <a:cubicBezTo>
                  <a:pt x="1725" y="4827"/>
                  <a:pt x="1251" y="4743"/>
                  <a:pt x="770" y="4743"/>
                </a:cubicBezTo>
                <a:cubicBezTo>
                  <a:pt x="563" y="4743"/>
                  <a:pt x="355" y="4758"/>
                  <a:pt x="147" y="4790"/>
                </a:cubicBezTo>
                <a:cubicBezTo>
                  <a:pt x="1" y="4812"/>
                  <a:pt x="53" y="5025"/>
                  <a:pt x="191" y="5025"/>
                </a:cubicBezTo>
                <a:cubicBezTo>
                  <a:pt x="198" y="5025"/>
                  <a:pt x="205" y="5025"/>
                  <a:pt x="212" y="5024"/>
                </a:cubicBezTo>
                <a:cubicBezTo>
                  <a:pt x="396" y="4996"/>
                  <a:pt x="581" y="4982"/>
                  <a:pt x="765" y="4982"/>
                </a:cubicBezTo>
                <a:cubicBezTo>
                  <a:pt x="1259" y="4982"/>
                  <a:pt x="1747" y="5081"/>
                  <a:pt x="2212" y="5271"/>
                </a:cubicBezTo>
                <a:cubicBezTo>
                  <a:pt x="2222" y="5275"/>
                  <a:pt x="2232" y="5277"/>
                  <a:pt x="2243" y="5277"/>
                </a:cubicBezTo>
                <a:cubicBezTo>
                  <a:pt x="2285" y="5277"/>
                  <a:pt x="2333" y="5251"/>
                  <a:pt x="2348" y="5215"/>
                </a:cubicBezTo>
                <a:cubicBezTo>
                  <a:pt x="2835" y="4153"/>
                  <a:pt x="3157" y="3027"/>
                  <a:pt x="3306" y="1875"/>
                </a:cubicBezTo>
                <a:lnTo>
                  <a:pt x="3306" y="1875"/>
                </a:lnTo>
                <a:cubicBezTo>
                  <a:pt x="3419" y="3129"/>
                  <a:pt x="3546" y="4382"/>
                  <a:pt x="3686" y="5634"/>
                </a:cubicBezTo>
                <a:cubicBezTo>
                  <a:pt x="3695" y="5712"/>
                  <a:pt x="3752" y="5751"/>
                  <a:pt x="3808" y="5751"/>
                </a:cubicBezTo>
                <a:cubicBezTo>
                  <a:pt x="3865" y="5751"/>
                  <a:pt x="3921" y="5712"/>
                  <a:pt x="3928" y="5634"/>
                </a:cubicBezTo>
                <a:lnTo>
                  <a:pt x="3930" y="5634"/>
                </a:lnTo>
                <a:cubicBezTo>
                  <a:pt x="3929" y="5632"/>
                  <a:pt x="3929" y="5630"/>
                  <a:pt x="3929" y="5628"/>
                </a:cubicBezTo>
                <a:lnTo>
                  <a:pt x="3929" y="5628"/>
                </a:lnTo>
                <a:cubicBezTo>
                  <a:pt x="3977" y="5225"/>
                  <a:pt x="4433" y="5080"/>
                  <a:pt x="4766" y="4984"/>
                </a:cubicBezTo>
                <a:cubicBezTo>
                  <a:pt x="5141" y="4875"/>
                  <a:pt x="5514" y="4799"/>
                  <a:pt x="5864" y="4620"/>
                </a:cubicBezTo>
                <a:cubicBezTo>
                  <a:pt x="6547" y="4272"/>
                  <a:pt x="7079" y="3685"/>
                  <a:pt x="7375" y="2982"/>
                </a:cubicBezTo>
                <a:lnTo>
                  <a:pt x="7375" y="2982"/>
                </a:lnTo>
                <a:cubicBezTo>
                  <a:pt x="7832" y="3089"/>
                  <a:pt x="7959" y="3793"/>
                  <a:pt x="8128" y="4157"/>
                </a:cubicBezTo>
                <a:cubicBezTo>
                  <a:pt x="8329" y="4591"/>
                  <a:pt x="8679" y="4920"/>
                  <a:pt x="9107" y="5127"/>
                </a:cubicBezTo>
                <a:cubicBezTo>
                  <a:pt x="9798" y="5460"/>
                  <a:pt x="10572" y="5521"/>
                  <a:pt x="11338" y="5521"/>
                </a:cubicBezTo>
                <a:cubicBezTo>
                  <a:pt x="11671" y="5521"/>
                  <a:pt x="12003" y="5509"/>
                  <a:pt x="12326" y="5503"/>
                </a:cubicBezTo>
                <a:lnTo>
                  <a:pt x="16958" y="5417"/>
                </a:lnTo>
                <a:lnTo>
                  <a:pt x="19326" y="5373"/>
                </a:lnTo>
                <a:cubicBezTo>
                  <a:pt x="19697" y="5365"/>
                  <a:pt x="20073" y="5375"/>
                  <a:pt x="20444" y="5350"/>
                </a:cubicBezTo>
                <a:cubicBezTo>
                  <a:pt x="20703" y="5333"/>
                  <a:pt x="20901" y="5232"/>
                  <a:pt x="21008" y="4988"/>
                </a:cubicBezTo>
                <a:cubicBezTo>
                  <a:pt x="21126" y="4724"/>
                  <a:pt x="21118" y="4402"/>
                  <a:pt x="21143" y="4120"/>
                </a:cubicBezTo>
                <a:lnTo>
                  <a:pt x="21262" y="2799"/>
                </a:lnTo>
                <a:lnTo>
                  <a:pt x="21404" y="1224"/>
                </a:lnTo>
                <a:lnTo>
                  <a:pt x="21957" y="5260"/>
                </a:lnTo>
                <a:cubicBezTo>
                  <a:pt x="21967" y="5321"/>
                  <a:pt x="22030" y="5346"/>
                  <a:pt x="22085" y="5346"/>
                </a:cubicBezTo>
                <a:cubicBezTo>
                  <a:pt x="22092" y="5346"/>
                  <a:pt x="22100" y="5345"/>
                  <a:pt x="22107" y="5344"/>
                </a:cubicBezTo>
                <a:cubicBezTo>
                  <a:pt x="23314" y="5179"/>
                  <a:pt x="24434" y="4624"/>
                  <a:pt x="25298" y="3767"/>
                </a:cubicBezTo>
                <a:cubicBezTo>
                  <a:pt x="25431" y="3635"/>
                  <a:pt x="25546" y="3487"/>
                  <a:pt x="25673" y="3352"/>
                </a:cubicBezTo>
                <a:cubicBezTo>
                  <a:pt x="25764" y="3255"/>
                  <a:pt x="25849" y="3205"/>
                  <a:pt x="25929" y="3205"/>
                </a:cubicBezTo>
                <a:cubicBezTo>
                  <a:pt x="26016" y="3205"/>
                  <a:pt x="26097" y="3264"/>
                  <a:pt x="26174" y="3388"/>
                </a:cubicBezTo>
                <a:cubicBezTo>
                  <a:pt x="26344" y="3659"/>
                  <a:pt x="26388" y="3989"/>
                  <a:pt x="26546" y="4267"/>
                </a:cubicBezTo>
                <a:cubicBezTo>
                  <a:pt x="26694" y="4525"/>
                  <a:pt x="26918" y="4730"/>
                  <a:pt x="27173" y="4879"/>
                </a:cubicBezTo>
                <a:cubicBezTo>
                  <a:pt x="27739" y="5213"/>
                  <a:pt x="28432" y="5297"/>
                  <a:pt x="29076" y="5324"/>
                </a:cubicBezTo>
                <a:cubicBezTo>
                  <a:pt x="29535" y="5343"/>
                  <a:pt x="29995" y="5347"/>
                  <a:pt x="30454" y="5347"/>
                </a:cubicBezTo>
                <a:cubicBezTo>
                  <a:pt x="30863" y="5347"/>
                  <a:pt x="31272" y="5344"/>
                  <a:pt x="31681" y="5344"/>
                </a:cubicBezTo>
                <a:cubicBezTo>
                  <a:pt x="31782" y="5344"/>
                  <a:pt x="31883" y="5344"/>
                  <a:pt x="31983" y="5344"/>
                </a:cubicBezTo>
                <a:lnTo>
                  <a:pt x="35123" y="5361"/>
                </a:lnTo>
                <a:cubicBezTo>
                  <a:pt x="36909" y="5370"/>
                  <a:pt x="38696" y="5396"/>
                  <a:pt x="40482" y="5396"/>
                </a:cubicBezTo>
                <a:cubicBezTo>
                  <a:pt x="40783" y="5396"/>
                  <a:pt x="41085" y="5395"/>
                  <a:pt x="41386" y="5394"/>
                </a:cubicBezTo>
                <a:cubicBezTo>
                  <a:pt x="41731" y="5391"/>
                  <a:pt x="42128" y="5353"/>
                  <a:pt x="42339" y="5041"/>
                </a:cubicBezTo>
                <a:cubicBezTo>
                  <a:pt x="42449" y="4879"/>
                  <a:pt x="42479" y="4684"/>
                  <a:pt x="42504" y="4494"/>
                </a:cubicBezTo>
                <a:cubicBezTo>
                  <a:pt x="42543" y="4208"/>
                  <a:pt x="42577" y="3921"/>
                  <a:pt x="42605" y="3634"/>
                </a:cubicBezTo>
                <a:cubicBezTo>
                  <a:pt x="42612" y="3568"/>
                  <a:pt x="42618" y="3502"/>
                  <a:pt x="42624" y="3436"/>
                </a:cubicBezTo>
                <a:lnTo>
                  <a:pt x="42624" y="3436"/>
                </a:lnTo>
                <a:cubicBezTo>
                  <a:pt x="42698" y="4175"/>
                  <a:pt x="42799" y="4912"/>
                  <a:pt x="42927" y="5644"/>
                </a:cubicBezTo>
                <a:cubicBezTo>
                  <a:pt x="42938" y="5704"/>
                  <a:pt x="42987" y="5731"/>
                  <a:pt x="43038" y="5731"/>
                </a:cubicBezTo>
                <a:cubicBezTo>
                  <a:pt x="43091" y="5731"/>
                  <a:pt x="43147" y="5701"/>
                  <a:pt x="43161" y="5644"/>
                </a:cubicBezTo>
                <a:cubicBezTo>
                  <a:pt x="43381" y="4804"/>
                  <a:pt x="44645" y="5119"/>
                  <a:pt x="45251" y="4852"/>
                </a:cubicBezTo>
                <a:cubicBezTo>
                  <a:pt x="45816" y="4602"/>
                  <a:pt x="46074" y="4009"/>
                  <a:pt x="46390" y="3520"/>
                </a:cubicBezTo>
                <a:cubicBezTo>
                  <a:pt x="46497" y="3355"/>
                  <a:pt x="46788" y="2903"/>
                  <a:pt x="47041" y="2903"/>
                </a:cubicBezTo>
                <a:cubicBezTo>
                  <a:pt x="47066" y="2903"/>
                  <a:pt x="47091" y="2907"/>
                  <a:pt x="47116" y="2917"/>
                </a:cubicBezTo>
                <a:cubicBezTo>
                  <a:pt x="47407" y="3036"/>
                  <a:pt x="47468" y="3581"/>
                  <a:pt x="47557" y="3838"/>
                </a:cubicBezTo>
                <a:cubicBezTo>
                  <a:pt x="47783" y="4499"/>
                  <a:pt x="48335" y="4969"/>
                  <a:pt x="48973" y="5223"/>
                </a:cubicBezTo>
                <a:cubicBezTo>
                  <a:pt x="49426" y="5405"/>
                  <a:pt x="49902" y="5466"/>
                  <a:pt x="50383" y="5466"/>
                </a:cubicBezTo>
                <a:cubicBezTo>
                  <a:pt x="50912" y="5466"/>
                  <a:pt x="51447" y="5392"/>
                  <a:pt x="51964" y="5320"/>
                </a:cubicBezTo>
                <a:cubicBezTo>
                  <a:pt x="52111" y="5300"/>
                  <a:pt x="52058" y="5084"/>
                  <a:pt x="51918" y="5084"/>
                </a:cubicBezTo>
                <a:cubicBezTo>
                  <a:pt x="51912" y="5084"/>
                  <a:pt x="51906" y="5085"/>
                  <a:pt x="51899" y="5086"/>
                </a:cubicBezTo>
                <a:cubicBezTo>
                  <a:pt x="51409" y="5154"/>
                  <a:pt x="50894" y="5226"/>
                  <a:pt x="50386" y="5226"/>
                </a:cubicBezTo>
                <a:cubicBezTo>
                  <a:pt x="49883" y="5226"/>
                  <a:pt x="49386" y="5155"/>
                  <a:pt x="48925" y="4941"/>
                </a:cubicBezTo>
                <a:cubicBezTo>
                  <a:pt x="48534" y="4759"/>
                  <a:pt x="48175" y="4484"/>
                  <a:pt x="47949" y="4113"/>
                </a:cubicBezTo>
                <a:cubicBezTo>
                  <a:pt x="47761" y="3804"/>
                  <a:pt x="47718" y="3443"/>
                  <a:pt x="47571" y="3119"/>
                </a:cubicBezTo>
                <a:cubicBezTo>
                  <a:pt x="47485" y="2930"/>
                  <a:pt x="47289" y="2636"/>
                  <a:pt x="47047" y="2636"/>
                </a:cubicBezTo>
                <a:cubicBezTo>
                  <a:pt x="47034" y="2636"/>
                  <a:pt x="47020" y="2637"/>
                  <a:pt x="47006" y="2639"/>
                </a:cubicBezTo>
                <a:cubicBezTo>
                  <a:pt x="46751" y="2675"/>
                  <a:pt x="46495" y="2970"/>
                  <a:pt x="46349" y="3159"/>
                </a:cubicBezTo>
                <a:cubicBezTo>
                  <a:pt x="45947" y="3679"/>
                  <a:pt x="45719" y="4446"/>
                  <a:pt x="45040" y="4673"/>
                </a:cubicBezTo>
                <a:cubicBezTo>
                  <a:pt x="44452" y="4869"/>
                  <a:pt x="43522" y="4702"/>
                  <a:pt x="43101" y="5225"/>
                </a:cubicBezTo>
                <a:lnTo>
                  <a:pt x="43101" y="5225"/>
                </a:lnTo>
                <a:cubicBezTo>
                  <a:pt x="42895" y="3953"/>
                  <a:pt x="42772" y="2670"/>
                  <a:pt x="42733" y="1382"/>
                </a:cubicBezTo>
                <a:lnTo>
                  <a:pt x="42733" y="1382"/>
                </a:lnTo>
                <a:cubicBezTo>
                  <a:pt x="42739" y="973"/>
                  <a:pt x="42735" y="564"/>
                  <a:pt x="42721" y="155"/>
                </a:cubicBezTo>
                <a:lnTo>
                  <a:pt x="42721" y="155"/>
                </a:lnTo>
                <a:cubicBezTo>
                  <a:pt x="42721" y="146"/>
                  <a:pt x="42722" y="137"/>
                  <a:pt x="42722" y="128"/>
                </a:cubicBezTo>
                <a:lnTo>
                  <a:pt x="42720" y="128"/>
                </a:lnTo>
                <a:cubicBezTo>
                  <a:pt x="42720" y="127"/>
                  <a:pt x="42720" y="127"/>
                  <a:pt x="42720" y="127"/>
                </a:cubicBezTo>
                <a:cubicBezTo>
                  <a:pt x="42718" y="48"/>
                  <a:pt x="42658" y="9"/>
                  <a:pt x="42598" y="9"/>
                </a:cubicBezTo>
                <a:cubicBezTo>
                  <a:pt x="42538" y="9"/>
                  <a:pt x="42479" y="48"/>
                  <a:pt x="42479" y="127"/>
                </a:cubicBezTo>
                <a:cubicBezTo>
                  <a:pt x="42474" y="547"/>
                  <a:pt x="42478" y="968"/>
                  <a:pt x="42491" y="1388"/>
                </a:cubicBezTo>
                <a:lnTo>
                  <a:pt x="42491" y="1388"/>
                </a:lnTo>
                <a:cubicBezTo>
                  <a:pt x="42483" y="1969"/>
                  <a:pt x="42456" y="2550"/>
                  <a:pt x="42410" y="3129"/>
                </a:cubicBezTo>
                <a:cubicBezTo>
                  <a:pt x="42370" y="3623"/>
                  <a:pt x="42340" y="4134"/>
                  <a:pt x="42242" y="4620"/>
                </a:cubicBezTo>
                <a:cubicBezTo>
                  <a:pt x="42144" y="5115"/>
                  <a:pt x="41735" y="5153"/>
                  <a:pt x="41323" y="5153"/>
                </a:cubicBezTo>
                <a:cubicBezTo>
                  <a:pt x="41263" y="5153"/>
                  <a:pt x="41203" y="5152"/>
                  <a:pt x="41144" y="5152"/>
                </a:cubicBezTo>
                <a:lnTo>
                  <a:pt x="35073" y="5119"/>
                </a:lnTo>
                <a:cubicBezTo>
                  <a:pt x="34771" y="5118"/>
                  <a:pt x="34469" y="5117"/>
                  <a:pt x="34166" y="5117"/>
                </a:cubicBezTo>
                <a:cubicBezTo>
                  <a:pt x="33486" y="5117"/>
                  <a:pt x="32806" y="5120"/>
                  <a:pt x="32125" y="5120"/>
                </a:cubicBezTo>
                <a:cubicBezTo>
                  <a:pt x="31142" y="5120"/>
                  <a:pt x="30159" y="5114"/>
                  <a:pt x="29178" y="5086"/>
                </a:cubicBezTo>
                <a:cubicBezTo>
                  <a:pt x="28519" y="5065"/>
                  <a:pt x="27783" y="4994"/>
                  <a:pt x="27217" y="4622"/>
                </a:cubicBezTo>
                <a:cubicBezTo>
                  <a:pt x="26919" y="4426"/>
                  <a:pt x="26740" y="4160"/>
                  <a:pt x="26622" y="3828"/>
                </a:cubicBezTo>
                <a:cubicBezTo>
                  <a:pt x="26533" y="3574"/>
                  <a:pt x="26445" y="3278"/>
                  <a:pt x="26246" y="3087"/>
                </a:cubicBezTo>
                <a:cubicBezTo>
                  <a:pt x="26151" y="2995"/>
                  <a:pt x="26043" y="2953"/>
                  <a:pt x="25934" y="2953"/>
                </a:cubicBezTo>
                <a:cubicBezTo>
                  <a:pt x="25798" y="2953"/>
                  <a:pt x="25663" y="3017"/>
                  <a:pt x="25552" y="3125"/>
                </a:cubicBezTo>
                <a:cubicBezTo>
                  <a:pt x="25223" y="3451"/>
                  <a:pt x="24945" y="3797"/>
                  <a:pt x="24571" y="4078"/>
                </a:cubicBezTo>
                <a:cubicBezTo>
                  <a:pt x="23868" y="4607"/>
                  <a:pt x="23044" y="4950"/>
                  <a:pt x="22179" y="5091"/>
                </a:cubicBezTo>
                <a:lnTo>
                  <a:pt x="22179" y="5091"/>
                </a:lnTo>
                <a:lnTo>
                  <a:pt x="21497" y="127"/>
                </a:lnTo>
                <a:cubicBezTo>
                  <a:pt x="21488" y="65"/>
                  <a:pt x="21446" y="39"/>
                  <a:pt x="21399" y="39"/>
                </a:cubicBezTo>
                <a:cubicBezTo>
                  <a:pt x="21336" y="39"/>
                  <a:pt x="21265" y="87"/>
                  <a:pt x="21258" y="159"/>
                </a:cubicBezTo>
                <a:cubicBezTo>
                  <a:pt x="21127" y="1614"/>
                  <a:pt x="21026" y="3075"/>
                  <a:pt x="20866" y="4526"/>
                </a:cubicBezTo>
                <a:cubicBezTo>
                  <a:pt x="20849" y="4672"/>
                  <a:pt x="20838" y="4844"/>
                  <a:pt x="20746" y="4966"/>
                </a:cubicBezTo>
                <a:cubicBezTo>
                  <a:pt x="20643" y="5102"/>
                  <a:pt x="20478" y="5116"/>
                  <a:pt x="20315" y="5116"/>
                </a:cubicBezTo>
                <a:cubicBezTo>
                  <a:pt x="20271" y="5116"/>
                  <a:pt x="20228" y="5115"/>
                  <a:pt x="20185" y="5115"/>
                </a:cubicBezTo>
                <a:cubicBezTo>
                  <a:pt x="20173" y="5115"/>
                  <a:pt x="20161" y="5115"/>
                  <a:pt x="20150" y="5116"/>
                </a:cubicBezTo>
                <a:lnTo>
                  <a:pt x="19018" y="5136"/>
                </a:lnTo>
                <a:lnTo>
                  <a:pt x="16856" y="5176"/>
                </a:lnTo>
                <a:lnTo>
                  <a:pt x="12431" y="5259"/>
                </a:lnTo>
                <a:cubicBezTo>
                  <a:pt x="12062" y="5266"/>
                  <a:pt x="11674" y="5285"/>
                  <a:pt x="11285" y="5285"/>
                </a:cubicBezTo>
                <a:cubicBezTo>
                  <a:pt x="10553" y="5285"/>
                  <a:pt x="9814" y="5219"/>
                  <a:pt x="9173" y="4889"/>
                </a:cubicBezTo>
                <a:cubicBezTo>
                  <a:pt x="8635" y="4611"/>
                  <a:pt x="8395" y="4182"/>
                  <a:pt x="8178" y="3639"/>
                </a:cubicBezTo>
                <a:cubicBezTo>
                  <a:pt x="8011" y="3221"/>
                  <a:pt x="7804" y="2767"/>
                  <a:pt x="7300" y="2728"/>
                </a:cubicBezTo>
                <a:cubicBezTo>
                  <a:pt x="7297" y="2728"/>
                  <a:pt x="7294" y="2728"/>
                  <a:pt x="7291" y="2728"/>
                </a:cubicBezTo>
                <a:cubicBezTo>
                  <a:pt x="7240" y="2728"/>
                  <a:pt x="7200" y="2772"/>
                  <a:pt x="7183" y="2816"/>
                </a:cubicBezTo>
                <a:cubicBezTo>
                  <a:pt x="6850" y="3684"/>
                  <a:pt x="6109" y="4365"/>
                  <a:pt x="5212" y="4616"/>
                </a:cubicBezTo>
                <a:cubicBezTo>
                  <a:pt x="4778" y="4737"/>
                  <a:pt x="4185" y="4833"/>
                  <a:pt x="3880" y="5183"/>
                </a:cubicBezTo>
                <a:lnTo>
                  <a:pt x="3880" y="5183"/>
                </a:lnTo>
                <a:cubicBezTo>
                  <a:pt x="3695" y="3497"/>
                  <a:pt x="3535" y="1808"/>
                  <a:pt x="3398" y="117"/>
                </a:cubicBezTo>
                <a:cubicBezTo>
                  <a:pt x="3392" y="40"/>
                  <a:pt x="3329" y="1"/>
                  <a:pt x="326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4"/>
          <p:cNvSpPr/>
          <p:nvPr/>
        </p:nvSpPr>
        <p:spPr>
          <a:xfrm rot="-1799986">
            <a:off x="-2000972" y="21113"/>
            <a:ext cx="6269639" cy="691908"/>
          </a:xfrm>
          <a:custGeom>
            <a:avLst/>
            <a:gdLst/>
            <a:ahLst/>
            <a:cxnLst/>
            <a:rect l="l" t="t" r="r" b="b"/>
            <a:pathLst>
              <a:path w="52112" h="5751" extrusionOk="0">
                <a:moveTo>
                  <a:pt x="3269" y="1"/>
                </a:moveTo>
                <a:cubicBezTo>
                  <a:pt x="3210" y="1"/>
                  <a:pt x="3153" y="39"/>
                  <a:pt x="3155" y="117"/>
                </a:cubicBezTo>
                <a:cubicBezTo>
                  <a:pt x="3155" y="117"/>
                  <a:pt x="3155" y="117"/>
                  <a:pt x="3155" y="117"/>
                </a:cubicBezTo>
                <a:lnTo>
                  <a:pt x="3155" y="117"/>
                </a:lnTo>
                <a:cubicBezTo>
                  <a:pt x="3197" y="1798"/>
                  <a:pt x="2863" y="3465"/>
                  <a:pt x="2180" y="5000"/>
                </a:cubicBezTo>
                <a:lnTo>
                  <a:pt x="2180" y="5000"/>
                </a:lnTo>
                <a:cubicBezTo>
                  <a:pt x="1725" y="4827"/>
                  <a:pt x="1251" y="4743"/>
                  <a:pt x="770" y="4743"/>
                </a:cubicBezTo>
                <a:cubicBezTo>
                  <a:pt x="563" y="4743"/>
                  <a:pt x="355" y="4758"/>
                  <a:pt x="147" y="4790"/>
                </a:cubicBezTo>
                <a:cubicBezTo>
                  <a:pt x="1" y="4812"/>
                  <a:pt x="53" y="5025"/>
                  <a:pt x="191" y="5025"/>
                </a:cubicBezTo>
                <a:cubicBezTo>
                  <a:pt x="198" y="5025"/>
                  <a:pt x="205" y="5025"/>
                  <a:pt x="212" y="5024"/>
                </a:cubicBezTo>
                <a:cubicBezTo>
                  <a:pt x="396" y="4996"/>
                  <a:pt x="581" y="4982"/>
                  <a:pt x="765" y="4982"/>
                </a:cubicBezTo>
                <a:cubicBezTo>
                  <a:pt x="1259" y="4982"/>
                  <a:pt x="1747" y="5081"/>
                  <a:pt x="2212" y="5271"/>
                </a:cubicBezTo>
                <a:cubicBezTo>
                  <a:pt x="2222" y="5275"/>
                  <a:pt x="2232" y="5277"/>
                  <a:pt x="2243" y="5277"/>
                </a:cubicBezTo>
                <a:cubicBezTo>
                  <a:pt x="2285" y="5277"/>
                  <a:pt x="2333" y="5251"/>
                  <a:pt x="2348" y="5215"/>
                </a:cubicBezTo>
                <a:cubicBezTo>
                  <a:pt x="2835" y="4153"/>
                  <a:pt x="3157" y="3027"/>
                  <a:pt x="3306" y="1875"/>
                </a:cubicBezTo>
                <a:lnTo>
                  <a:pt x="3306" y="1875"/>
                </a:lnTo>
                <a:cubicBezTo>
                  <a:pt x="3419" y="3129"/>
                  <a:pt x="3546" y="4382"/>
                  <a:pt x="3686" y="5634"/>
                </a:cubicBezTo>
                <a:cubicBezTo>
                  <a:pt x="3695" y="5712"/>
                  <a:pt x="3752" y="5751"/>
                  <a:pt x="3808" y="5751"/>
                </a:cubicBezTo>
                <a:cubicBezTo>
                  <a:pt x="3865" y="5751"/>
                  <a:pt x="3921" y="5712"/>
                  <a:pt x="3928" y="5634"/>
                </a:cubicBezTo>
                <a:lnTo>
                  <a:pt x="3930" y="5634"/>
                </a:lnTo>
                <a:cubicBezTo>
                  <a:pt x="3929" y="5632"/>
                  <a:pt x="3929" y="5630"/>
                  <a:pt x="3929" y="5628"/>
                </a:cubicBezTo>
                <a:lnTo>
                  <a:pt x="3929" y="5628"/>
                </a:lnTo>
                <a:cubicBezTo>
                  <a:pt x="3977" y="5225"/>
                  <a:pt x="4433" y="5080"/>
                  <a:pt x="4766" y="4984"/>
                </a:cubicBezTo>
                <a:cubicBezTo>
                  <a:pt x="5141" y="4875"/>
                  <a:pt x="5514" y="4799"/>
                  <a:pt x="5864" y="4620"/>
                </a:cubicBezTo>
                <a:cubicBezTo>
                  <a:pt x="6547" y="4272"/>
                  <a:pt x="7079" y="3685"/>
                  <a:pt x="7375" y="2982"/>
                </a:cubicBezTo>
                <a:lnTo>
                  <a:pt x="7375" y="2982"/>
                </a:lnTo>
                <a:cubicBezTo>
                  <a:pt x="7832" y="3089"/>
                  <a:pt x="7959" y="3793"/>
                  <a:pt x="8128" y="4157"/>
                </a:cubicBezTo>
                <a:cubicBezTo>
                  <a:pt x="8329" y="4591"/>
                  <a:pt x="8679" y="4920"/>
                  <a:pt x="9107" y="5127"/>
                </a:cubicBezTo>
                <a:cubicBezTo>
                  <a:pt x="9798" y="5460"/>
                  <a:pt x="10572" y="5521"/>
                  <a:pt x="11338" y="5521"/>
                </a:cubicBezTo>
                <a:cubicBezTo>
                  <a:pt x="11671" y="5521"/>
                  <a:pt x="12003" y="5509"/>
                  <a:pt x="12326" y="5503"/>
                </a:cubicBezTo>
                <a:lnTo>
                  <a:pt x="16958" y="5417"/>
                </a:lnTo>
                <a:lnTo>
                  <a:pt x="19326" y="5373"/>
                </a:lnTo>
                <a:cubicBezTo>
                  <a:pt x="19697" y="5365"/>
                  <a:pt x="20073" y="5375"/>
                  <a:pt x="20444" y="5350"/>
                </a:cubicBezTo>
                <a:cubicBezTo>
                  <a:pt x="20703" y="5333"/>
                  <a:pt x="20901" y="5232"/>
                  <a:pt x="21008" y="4988"/>
                </a:cubicBezTo>
                <a:cubicBezTo>
                  <a:pt x="21126" y="4724"/>
                  <a:pt x="21118" y="4402"/>
                  <a:pt x="21143" y="4120"/>
                </a:cubicBezTo>
                <a:lnTo>
                  <a:pt x="21262" y="2799"/>
                </a:lnTo>
                <a:lnTo>
                  <a:pt x="21404" y="1224"/>
                </a:lnTo>
                <a:lnTo>
                  <a:pt x="21957" y="5260"/>
                </a:lnTo>
                <a:cubicBezTo>
                  <a:pt x="21967" y="5321"/>
                  <a:pt x="22030" y="5346"/>
                  <a:pt x="22085" y="5346"/>
                </a:cubicBezTo>
                <a:cubicBezTo>
                  <a:pt x="22092" y="5346"/>
                  <a:pt x="22100" y="5345"/>
                  <a:pt x="22107" y="5344"/>
                </a:cubicBezTo>
                <a:cubicBezTo>
                  <a:pt x="23314" y="5179"/>
                  <a:pt x="24434" y="4624"/>
                  <a:pt x="25298" y="3767"/>
                </a:cubicBezTo>
                <a:cubicBezTo>
                  <a:pt x="25431" y="3635"/>
                  <a:pt x="25546" y="3487"/>
                  <a:pt x="25673" y="3352"/>
                </a:cubicBezTo>
                <a:cubicBezTo>
                  <a:pt x="25764" y="3255"/>
                  <a:pt x="25849" y="3205"/>
                  <a:pt x="25929" y="3205"/>
                </a:cubicBezTo>
                <a:cubicBezTo>
                  <a:pt x="26016" y="3205"/>
                  <a:pt x="26097" y="3264"/>
                  <a:pt x="26174" y="3388"/>
                </a:cubicBezTo>
                <a:cubicBezTo>
                  <a:pt x="26344" y="3659"/>
                  <a:pt x="26388" y="3989"/>
                  <a:pt x="26546" y="4267"/>
                </a:cubicBezTo>
                <a:cubicBezTo>
                  <a:pt x="26694" y="4525"/>
                  <a:pt x="26918" y="4730"/>
                  <a:pt x="27173" y="4879"/>
                </a:cubicBezTo>
                <a:cubicBezTo>
                  <a:pt x="27739" y="5213"/>
                  <a:pt x="28432" y="5297"/>
                  <a:pt x="29076" y="5324"/>
                </a:cubicBezTo>
                <a:cubicBezTo>
                  <a:pt x="29535" y="5343"/>
                  <a:pt x="29995" y="5347"/>
                  <a:pt x="30454" y="5347"/>
                </a:cubicBezTo>
                <a:cubicBezTo>
                  <a:pt x="30863" y="5347"/>
                  <a:pt x="31272" y="5344"/>
                  <a:pt x="31681" y="5344"/>
                </a:cubicBezTo>
                <a:cubicBezTo>
                  <a:pt x="31782" y="5344"/>
                  <a:pt x="31883" y="5344"/>
                  <a:pt x="31983" y="5344"/>
                </a:cubicBezTo>
                <a:lnTo>
                  <a:pt x="35123" y="5361"/>
                </a:lnTo>
                <a:cubicBezTo>
                  <a:pt x="36909" y="5370"/>
                  <a:pt x="38696" y="5396"/>
                  <a:pt x="40482" y="5396"/>
                </a:cubicBezTo>
                <a:cubicBezTo>
                  <a:pt x="40783" y="5396"/>
                  <a:pt x="41085" y="5395"/>
                  <a:pt x="41386" y="5394"/>
                </a:cubicBezTo>
                <a:cubicBezTo>
                  <a:pt x="41731" y="5391"/>
                  <a:pt x="42128" y="5353"/>
                  <a:pt x="42339" y="5041"/>
                </a:cubicBezTo>
                <a:cubicBezTo>
                  <a:pt x="42449" y="4879"/>
                  <a:pt x="42479" y="4684"/>
                  <a:pt x="42504" y="4494"/>
                </a:cubicBezTo>
                <a:cubicBezTo>
                  <a:pt x="42543" y="4208"/>
                  <a:pt x="42577" y="3921"/>
                  <a:pt x="42605" y="3634"/>
                </a:cubicBezTo>
                <a:cubicBezTo>
                  <a:pt x="42612" y="3568"/>
                  <a:pt x="42618" y="3502"/>
                  <a:pt x="42624" y="3436"/>
                </a:cubicBezTo>
                <a:lnTo>
                  <a:pt x="42624" y="3436"/>
                </a:lnTo>
                <a:cubicBezTo>
                  <a:pt x="42698" y="4175"/>
                  <a:pt x="42799" y="4912"/>
                  <a:pt x="42927" y="5644"/>
                </a:cubicBezTo>
                <a:cubicBezTo>
                  <a:pt x="42938" y="5704"/>
                  <a:pt x="42987" y="5731"/>
                  <a:pt x="43038" y="5731"/>
                </a:cubicBezTo>
                <a:cubicBezTo>
                  <a:pt x="43091" y="5731"/>
                  <a:pt x="43147" y="5701"/>
                  <a:pt x="43161" y="5644"/>
                </a:cubicBezTo>
                <a:cubicBezTo>
                  <a:pt x="43381" y="4804"/>
                  <a:pt x="44645" y="5119"/>
                  <a:pt x="45251" y="4852"/>
                </a:cubicBezTo>
                <a:cubicBezTo>
                  <a:pt x="45816" y="4602"/>
                  <a:pt x="46074" y="4009"/>
                  <a:pt x="46390" y="3520"/>
                </a:cubicBezTo>
                <a:cubicBezTo>
                  <a:pt x="46497" y="3355"/>
                  <a:pt x="46788" y="2903"/>
                  <a:pt x="47041" y="2903"/>
                </a:cubicBezTo>
                <a:cubicBezTo>
                  <a:pt x="47066" y="2903"/>
                  <a:pt x="47091" y="2907"/>
                  <a:pt x="47116" y="2917"/>
                </a:cubicBezTo>
                <a:cubicBezTo>
                  <a:pt x="47407" y="3036"/>
                  <a:pt x="47468" y="3581"/>
                  <a:pt x="47557" y="3838"/>
                </a:cubicBezTo>
                <a:cubicBezTo>
                  <a:pt x="47783" y="4499"/>
                  <a:pt x="48335" y="4969"/>
                  <a:pt x="48973" y="5223"/>
                </a:cubicBezTo>
                <a:cubicBezTo>
                  <a:pt x="49426" y="5405"/>
                  <a:pt x="49902" y="5466"/>
                  <a:pt x="50383" y="5466"/>
                </a:cubicBezTo>
                <a:cubicBezTo>
                  <a:pt x="50912" y="5466"/>
                  <a:pt x="51447" y="5392"/>
                  <a:pt x="51964" y="5320"/>
                </a:cubicBezTo>
                <a:cubicBezTo>
                  <a:pt x="52111" y="5300"/>
                  <a:pt x="52058" y="5084"/>
                  <a:pt x="51918" y="5084"/>
                </a:cubicBezTo>
                <a:cubicBezTo>
                  <a:pt x="51912" y="5084"/>
                  <a:pt x="51906" y="5085"/>
                  <a:pt x="51899" y="5086"/>
                </a:cubicBezTo>
                <a:cubicBezTo>
                  <a:pt x="51409" y="5154"/>
                  <a:pt x="50894" y="5226"/>
                  <a:pt x="50386" y="5226"/>
                </a:cubicBezTo>
                <a:cubicBezTo>
                  <a:pt x="49883" y="5226"/>
                  <a:pt x="49386" y="5155"/>
                  <a:pt x="48925" y="4941"/>
                </a:cubicBezTo>
                <a:cubicBezTo>
                  <a:pt x="48534" y="4759"/>
                  <a:pt x="48175" y="4484"/>
                  <a:pt x="47949" y="4113"/>
                </a:cubicBezTo>
                <a:cubicBezTo>
                  <a:pt x="47761" y="3804"/>
                  <a:pt x="47718" y="3443"/>
                  <a:pt x="47571" y="3119"/>
                </a:cubicBezTo>
                <a:cubicBezTo>
                  <a:pt x="47485" y="2930"/>
                  <a:pt x="47289" y="2636"/>
                  <a:pt x="47047" y="2636"/>
                </a:cubicBezTo>
                <a:cubicBezTo>
                  <a:pt x="47034" y="2636"/>
                  <a:pt x="47020" y="2637"/>
                  <a:pt x="47006" y="2639"/>
                </a:cubicBezTo>
                <a:cubicBezTo>
                  <a:pt x="46751" y="2675"/>
                  <a:pt x="46495" y="2970"/>
                  <a:pt x="46349" y="3159"/>
                </a:cubicBezTo>
                <a:cubicBezTo>
                  <a:pt x="45947" y="3679"/>
                  <a:pt x="45719" y="4446"/>
                  <a:pt x="45040" y="4673"/>
                </a:cubicBezTo>
                <a:cubicBezTo>
                  <a:pt x="44452" y="4869"/>
                  <a:pt x="43522" y="4702"/>
                  <a:pt x="43101" y="5225"/>
                </a:cubicBezTo>
                <a:lnTo>
                  <a:pt x="43101" y="5225"/>
                </a:lnTo>
                <a:cubicBezTo>
                  <a:pt x="42895" y="3953"/>
                  <a:pt x="42772" y="2670"/>
                  <a:pt x="42733" y="1382"/>
                </a:cubicBezTo>
                <a:lnTo>
                  <a:pt x="42733" y="1382"/>
                </a:lnTo>
                <a:cubicBezTo>
                  <a:pt x="42739" y="973"/>
                  <a:pt x="42735" y="564"/>
                  <a:pt x="42721" y="155"/>
                </a:cubicBezTo>
                <a:lnTo>
                  <a:pt x="42721" y="155"/>
                </a:lnTo>
                <a:cubicBezTo>
                  <a:pt x="42721" y="146"/>
                  <a:pt x="42722" y="137"/>
                  <a:pt x="42722" y="128"/>
                </a:cubicBezTo>
                <a:lnTo>
                  <a:pt x="42720" y="128"/>
                </a:lnTo>
                <a:cubicBezTo>
                  <a:pt x="42720" y="127"/>
                  <a:pt x="42720" y="127"/>
                  <a:pt x="42720" y="127"/>
                </a:cubicBezTo>
                <a:cubicBezTo>
                  <a:pt x="42718" y="48"/>
                  <a:pt x="42658" y="9"/>
                  <a:pt x="42598" y="9"/>
                </a:cubicBezTo>
                <a:cubicBezTo>
                  <a:pt x="42538" y="9"/>
                  <a:pt x="42479" y="48"/>
                  <a:pt x="42479" y="127"/>
                </a:cubicBezTo>
                <a:cubicBezTo>
                  <a:pt x="42474" y="547"/>
                  <a:pt x="42478" y="968"/>
                  <a:pt x="42491" y="1388"/>
                </a:cubicBezTo>
                <a:lnTo>
                  <a:pt x="42491" y="1388"/>
                </a:lnTo>
                <a:cubicBezTo>
                  <a:pt x="42483" y="1969"/>
                  <a:pt x="42456" y="2550"/>
                  <a:pt x="42410" y="3129"/>
                </a:cubicBezTo>
                <a:cubicBezTo>
                  <a:pt x="42370" y="3623"/>
                  <a:pt x="42340" y="4134"/>
                  <a:pt x="42242" y="4620"/>
                </a:cubicBezTo>
                <a:cubicBezTo>
                  <a:pt x="42144" y="5115"/>
                  <a:pt x="41735" y="5153"/>
                  <a:pt x="41323" y="5153"/>
                </a:cubicBezTo>
                <a:cubicBezTo>
                  <a:pt x="41263" y="5153"/>
                  <a:pt x="41203" y="5152"/>
                  <a:pt x="41144" y="5152"/>
                </a:cubicBezTo>
                <a:lnTo>
                  <a:pt x="35073" y="5119"/>
                </a:lnTo>
                <a:cubicBezTo>
                  <a:pt x="34771" y="5118"/>
                  <a:pt x="34469" y="5117"/>
                  <a:pt x="34166" y="5117"/>
                </a:cubicBezTo>
                <a:cubicBezTo>
                  <a:pt x="33486" y="5117"/>
                  <a:pt x="32806" y="5120"/>
                  <a:pt x="32125" y="5120"/>
                </a:cubicBezTo>
                <a:cubicBezTo>
                  <a:pt x="31142" y="5120"/>
                  <a:pt x="30159" y="5114"/>
                  <a:pt x="29178" y="5086"/>
                </a:cubicBezTo>
                <a:cubicBezTo>
                  <a:pt x="28519" y="5065"/>
                  <a:pt x="27783" y="4994"/>
                  <a:pt x="27217" y="4622"/>
                </a:cubicBezTo>
                <a:cubicBezTo>
                  <a:pt x="26919" y="4426"/>
                  <a:pt x="26740" y="4160"/>
                  <a:pt x="26622" y="3828"/>
                </a:cubicBezTo>
                <a:cubicBezTo>
                  <a:pt x="26533" y="3574"/>
                  <a:pt x="26445" y="3278"/>
                  <a:pt x="26246" y="3087"/>
                </a:cubicBezTo>
                <a:cubicBezTo>
                  <a:pt x="26151" y="2995"/>
                  <a:pt x="26043" y="2953"/>
                  <a:pt x="25934" y="2953"/>
                </a:cubicBezTo>
                <a:cubicBezTo>
                  <a:pt x="25798" y="2953"/>
                  <a:pt x="25663" y="3017"/>
                  <a:pt x="25552" y="3125"/>
                </a:cubicBezTo>
                <a:cubicBezTo>
                  <a:pt x="25223" y="3451"/>
                  <a:pt x="24945" y="3797"/>
                  <a:pt x="24571" y="4078"/>
                </a:cubicBezTo>
                <a:cubicBezTo>
                  <a:pt x="23868" y="4607"/>
                  <a:pt x="23044" y="4950"/>
                  <a:pt x="22179" y="5091"/>
                </a:cubicBezTo>
                <a:lnTo>
                  <a:pt x="22179" y="5091"/>
                </a:lnTo>
                <a:lnTo>
                  <a:pt x="21497" y="127"/>
                </a:lnTo>
                <a:cubicBezTo>
                  <a:pt x="21488" y="65"/>
                  <a:pt x="21446" y="39"/>
                  <a:pt x="21399" y="39"/>
                </a:cubicBezTo>
                <a:cubicBezTo>
                  <a:pt x="21336" y="39"/>
                  <a:pt x="21265" y="87"/>
                  <a:pt x="21258" y="159"/>
                </a:cubicBezTo>
                <a:cubicBezTo>
                  <a:pt x="21127" y="1614"/>
                  <a:pt x="21026" y="3075"/>
                  <a:pt x="20866" y="4526"/>
                </a:cubicBezTo>
                <a:cubicBezTo>
                  <a:pt x="20849" y="4672"/>
                  <a:pt x="20838" y="4844"/>
                  <a:pt x="20746" y="4966"/>
                </a:cubicBezTo>
                <a:cubicBezTo>
                  <a:pt x="20643" y="5102"/>
                  <a:pt x="20478" y="5116"/>
                  <a:pt x="20315" y="5116"/>
                </a:cubicBezTo>
                <a:cubicBezTo>
                  <a:pt x="20271" y="5116"/>
                  <a:pt x="20228" y="5115"/>
                  <a:pt x="20185" y="5115"/>
                </a:cubicBezTo>
                <a:cubicBezTo>
                  <a:pt x="20173" y="5115"/>
                  <a:pt x="20161" y="5115"/>
                  <a:pt x="20150" y="5116"/>
                </a:cubicBezTo>
                <a:lnTo>
                  <a:pt x="19018" y="5136"/>
                </a:lnTo>
                <a:lnTo>
                  <a:pt x="16856" y="5176"/>
                </a:lnTo>
                <a:lnTo>
                  <a:pt x="12431" y="5259"/>
                </a:lnTo>
                <a:cubicBezTo>
                  <a:pt x="12062" y="5266"/>
                  <a:pt x="11674" y="5285"/>
                  <a:pt x="11285" y="5285"/>
                </a:cubicBezTo>
                <a:cubicBezTo>
                  <a:pt x="10553" y="5285"/>
                  <a:pt x="9814" y="5219"/>
                  <a:pt x="9173" y="4889"/>
                </a:cubicBezTo>
                <a:cubicBezTo>
                  <a:pt x="8635" y="4611"/>
                  <a:pt x="8395" y="4182"/>
                  <a:pt x="8178" y="3639"/>
                </a:cubicBezTo>
                <a:cubicBezTo>
                  <a:pt x="8011" y="3221"/>
                  <a:pt x="7804" y="2767"/>
                  <a:pt x="7300" y="2728"/>
                </a:cubicBezTo>
                <a:cubicBezTo>
                  <a:pt x="7297" y="2728"/>
                  <a:pt x="7294" y="2728"/>
                  <a:pt x="7291" y="2728"/>
                </a:cubicBezTo>
                <a:cubicBezTo>
                  <a:pt x="7240" y="2728"/>
                  <a:pt x="7200" y="2772"/>
                  <a:pt x="7183" y="2816"/>
                </a:cubicBezTo>
                <a:cubicBezTo>
                  <a:pt x="6850" y="3684"/>
                  <a:pt x="6109" y="4365"/>
                  <a:pt x="5212" y="4616"/>
                </a:cubicBezTo>
                <a:cubicBezTo>
                  <a:pt x="4778" y="4737"/>
                  <a:pt x="4185" y="4833"/>
                  <a:pt x="3880" y="5183"/>
                </a:cubicBezTo>
                <a:lnTo>
                  <a:pt x="3880" y="5183"/>
                </a:lnTo>
                <a:cubicBezTo>
                  <a:pt x="3695" y="3497"/>
                  <a:pt x="3535" y="1808"/>
                  <a:pt x="3398" y="117"/>
                </a:cubicBezTo>
                <a:cubicBezTo>
                  <a:pt x="3392" y="40"/>
                  <a:pt x="3329" y="1"/>
                  <a:pt x="326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4"/>
          <p:cNvSpPr/>
          <p:nvPr/>
        </p:nvSpPr>
        <p:spPr>
          <a:xfrm rot="-1799986">
            <a:off x="4524653" y="3825913"/>
            <a:ext cx="6269639" cy="691908"/>
          </a:xfrm>
          <a:custGeom>
            <a:avLst/>
            <a:gdLst/>
            <a:ahLst/>
            <a:cxnLst/>
            <a:rect l="l" t="t" r="r" b="b"/>
            <a:pathLst>
              <a:path w="52112" h="5751" extrusionOk="0">
                <a:moveTo>
                  <a:pt x="3269" y="1"/>
                </a:moveTo>
                <a:cubicBezTo>
                  <a:pt x="3210" y="1"/>
                  <a:pt x="3153" y="39"/>
                  <a:pt x="3155" y="117"/>
                </a:cubicBezTo>
                <a:cubicBezTo>
                  <a:pt x="3155" y="117"/>
                  <a:pt x="3155" y="117"/>
                  <a:pt x="3155" y="117"/>
                </a:cubicBezTo>
                <a:lnTo>
                  <a:pt x="3155" y="117"/>
                </a:lnTo>
                <a:cubicBezTo>
                  <a:pt x="3197" y="1798"/>
                  <a:pt x="2863" y="3465"/>
                  <a:pt x="2180" y="5000"/>
                </a:cubicBezTo>
                <a:lnTo>
                  <a:pt x="2180" y="5000"/>
                </a:lnTo>
                <a:cubicBezTo>
                  <a:pt x="1725" y="4827"/>
                  <a:pt x="1251" y="4743"/>
                  <a:pt x="770" y="4743"/>
                </a:cubicBezTo>
                <a:cubicBezTo>
                  <a:pt x="563" y="4743"/>
                  <a:pt x="355" y="4758"/>
                  <a:pt x="147" y="4790"/>
                </a:cubicBezTo>
                <a:cubicBezTo>
                  <a:pt x="1" y="4812"/>
                  <a:pt x="53" y="5025"/>
                  <a:pt x="191" y="5025"/>
                </a:cubicBezTo>
                <a:cubicBezTo>
                  <a:pt x="198" y="5025"/>
                  <a:pt x="205" y="5025"/>
                  <a:pt x="212" y="5024"/>
                </a:cubicBezTo>
                <a:cubicBezTo>
                  <a:pt x="396" y="4996"/>
                  <a:pt x="581" y="4982"/>
                  <a:pt x="765" y="4982"/>
                </a:cubicBezTo>
                <a:cubicBezTo>
                  <a:pt x="1259" y="4982"/>
                  <a:pt x="1747" y="5081"/>
                  <a:pt x="2212" y="5271"/>
                </a:cubicBezTo>
                <a:cubicBezTo>
                  <a:pt x="2222" y="5275"/>
                  <a:pt x="2232" y="5277"/>
                  <a:pt x="2243" y="5277"/>
                </a:cubicBezTo>
                <a:cubicBezTo>
                  <a:pt x="2285" y="5277"/>
                  <a:pt x="2333" y="5251"/>
                  <a:pt x="2348" y="5215"/>
                </a:cubicBezTo>
                <a:cubicBezTo>
                  <a:pt x="2835" y="4153"/>
                  <a:pt x="3157" y="3027"/>
                  <a:pt x="3306" y="1875"/>
                </a:cubicBezTo>
                <a:lnTo>
                  <a:pt x="3306" y="1875"/>
                </a:lnTo>
                <a:cubicBezTo>
                  <a:pt x="3419" y="3129"/>
                  <a:pt x="3546" y="4382"/>
                  <a:pt x="3686" y="5634"/>
                </a:cubicBezTo>
                <a:cubicBezTo>
                  <a:pt x="3695" y="5712"/>
                  <a:pt x="3752" y="5751"/>
                  <a:pt x="3808" y="5751"/>
                </a:cubicBezTo>
                <a:cubicBezTo>
                  <a:pt x="3865" y="5751"/>
                  <a:pt x="3921" y="5712"/>
                  <a:pt x="3928" y="5634"/>
                </a:cubicBezTo>
                <a:lnTo>
                  <a:pt x="3930" y="5634"/>
                </a:lnTo>
                <a:cubicBezTo>
                  <a:pt x="3929" y="5632"/>
                  <a:pt x="3929" y="5630"/>
                  <a:pt x="3929" y="5628"/>
                </a:cubicBezTo>
                <a:lnTo>
                  <a:pt x="3929" y="5628"/>
                </a:lnTo>
                <a:cubicBezTo>
                  <a:pt x="3977" y="5225"/>
                  <a:pt x="4433" y="5080"/>
                  <a:pt x="4766" y="4984"/>
                </a:cubicBezTo>
                <a:cubicBezTo>
                  <a:pt x="5141" y="4875"/>
                  <a:pt x="5514" y="4799"/>
                  <a:pt x="5864" y="4620"/>
                </a:cubicBezTo>
                <a:cubicBezTo>
                  <a:pt x="6547" y="4272"/>
                  <a:pt x="7079" y="3685"/>
                  <a:pt x="7375" y="2982"/>
                </a:cubicBezTo>
                <a:lnTo>
                  <a:pt x="7375" y="2982"/>
                </a:lnTo>
                <a:cubicBezTo>
                  <a:pt x="7832" y="3089"/>
                  <a:pt x="7959" y="3793"/>
                  <a:pt x="8128" y="4157"/>
                </a:cubicBezTo>
                <a:cubicBezTo>
                  <a:pt x="8329" y="4591"/>
                  <a:pt x="8679" y="4920"/>
                  <a:pt x="9107" y="5127"/>
                </a:cubicBezTo>
                <a:cubicBezTo>
                  <a:pt x="9798" y="5460"/>
                  <a:pt x="10572" y="5521"/>
                  <a:pt x="11338" y="5521"/>
                </a:cubicBezTo>
                <a:cubicBezTo>
                  <a:pt x="11671" y="5521"/>
                  <a:pt x="12003" y="5509"/>
                  <a:pt x="12326" y="5503"/>
                </a:cubicBezTo>
                <a:lnTo>
                  <a:pt x="16958" y="5417"/>
                </a:lnTo>
                <a:lnTo>
                  <a:pt x="19326" y="5373"/>
                </a:lnTo>
                <a:cubicBezTo>
                  <a:pt x="19697" y="5365"/>
                  <a:pt x="20073" y="5375"/>
                  <a:pt x="20444" y="5350"/>
                </a:cubicBezTo>
                <a:cubicBezTo>
                  <a:pt x="20703" y="5333"/>
                  <a:pt x="20901" y="5232"/>
                  <a:pt x="21008" y="4988"/>
                </a:cubicBezTo>
                <a:cubicBezTo>
                  <a:pt x="21126" y="4724"/>
                  <a:pt x="21118" y="4402"/>
                  <a:pt x="21143" y="4120"/>
                </a:cubicBezTo>
                <a:lnTo>
                  <a:pt x="21262" y="2799"/>
                </a:lnTo>
                <a:lnTo>
                  <a:pt x="21404" y="1224"/>
                </a:lnTo>
                <a:lnTo>
                  <a:pt x="21957" y="5260"/>
                </a:lnTo>
                <a:cubicBezTo>
                  <a:pt x="21967" y="5321"/>
                  <a:pt x="22030" y="5346"/>
                  <a:pt x="22085" y="5346"/>
                </a:cubicBezTo>
                <a:cubicBezTo>
                  <a:pt x="22092" y="5346"/>
                  <a:pt x="22100" y="5345"/>
                  <a:pt x="22107" y="5344"/>
                </a:cubicBezTo>
                <a:cubicBezTo>
                  <a:pt x="23314" y="5179"/>
                  <a:pt x="24434" y="4624"/>
                  <a:pt x="25298" y="3767"/>
                </a:cubicBezTo>
                <a:cubicBezTo>
                  <a:pt x="25431" y="3635"/>
                  <a:pt x="25546" y="3487"/>
                  <a:pt x="25673" y="3352"/>
                </a:cubicBezTo>
                <a:cubicBezTo>
                  <a:pt x="25764" y="3255"/>
                  <a:pt x="25849" y="3205"/>
                  <a:pt x="25929" y="3205"/>
                </a:cubicBezTo>
                <a:cubicBezTo>
                  <a:pt x="26016" y="3205"/>
                  <a:pt x="26097" y="3264"/>
                  <a:pt x="26174" y="3388"/>
                </a:cubicBezTo>
                <a:cubicBezTo>
                  <a:pt x="26344" y="3659"/>
                  <a:pt x="26388" y="3989"/>
                  <a:pt x="26546" y="4267"/>
                </a:cubicBezTo>
                <a:cubicBezTo>
                  <a:pt x="26694" y="4525"/>
                  <a:pt x="26918" y="4730"/>
                  <a:pt x="27173" y="4879"/>
                </a:cubicBezTo>
                <a:cubicBezTo>
                  <a:pt x="27739" y="5213"/>
                  <a:pt x="28432" y="5297"/>
                  <a:pt x="29076" y="5324"/>
                </a:cubicBezTo>
                <a:cubicBezTo>
                  <a:pt x="29535" y="5343"/>
                  <a:pt x="29995" y="5347"/>
                  <a:pt x="30454" y="5347"/>
                </a:cubicBezTo>
                <a:cubicBezTo>
                  <a:pt x="30863" y="5347"/>
                  <a:pt x="31272" y="5344"/>
                  <a:pt x="31681" y="5344"/>
                </a:cubicBezTo>
                <a:cubicBezTo>
                  <a:pt x="31782" y="5344"/>
                  <a:pt x="31883" y="5344"/>
                  <a:pt x="31983" y="5344"/>
                </a:cubicBezTo>
                <a:lnTo>
                  <a:pt x="35123" y="5361"/>
                </a:lnTo>
                <a:cubicBezTo>
                  <a:pt x="36909" y="5370"/>
                  <a:pt x="38696" y="5396"/>
                  <a:pt x="40482" y="5396"/>
                </a:cubicBezTo>
                <a:cubicBezTo>
                  <a:pt x="40783" y="5396"/>
                  <a:pt x="41085" y="5395"/>
                  <a:pt x="41386" y="5394"/>
                </a:cubicBezTo>
                <a:cubicBezTo>
                  <a:pt x="41731" y="5391"/>
                  <a:pt x="42128" y="5353"/>
                  <a:pt x="42339" y="5041"/>
                </a:cubicBezTo>
                <a:cubicBezTo>
                  <a:pt x="42449" y="4879"/>
                  <a:pt x="42479" y="4684"/>
                  <a:pt x="42504" y="4494"/>
                </a:cubicBezTo>
                <a:cubicBezTo>
                  <a:pt x="42543" y="4208"/>
                  <a:pt x="42577" y="3921"/>
                  <a:pt x="42605" y="3634"/>
                </a:cubicBezTo>
                <a:cubicBezTo>
                  <a:pt x="42612" y="3568"/>
                  <a:pt x="42618" y="3502"/>
                  <a:pt x="42624" y="3436"/>
                </a:cubicBezTo>
                <a:lnTo>
                  <a:pt x="42624" y="3436"/>
                </a:lnTo>
                <a:cubicBezTo>
                  <a:pt x="42698" y="4175"/>
                  <a:pt x="42799" y="4912"/>
                  <a:pt x="42927" y="5644"/>
                </a:cubicBezTo>
                <a:cubicBezTo>
                  <a:pt x="42938" y="5704"/>
                  <a:pt x="42987" y="5731"/>
                  <a:pt x="43038" y="5731"/>
                </a:cubicBezTo>
                <a:cubicBezTo>
                  <a:pt x="43091" y="5731"/>
                  <a:pt x="43147" y="5701"/>
                  <a:pt x="43161" y="5644"/>
                </a:cubicBezTo>
                <a:cubicBezTo>
                  <a:pt x="43381" y="4804"/>
                  <a:pt x="44645" y="5119"/>
                  <a:pt x="45251" y="4852"/>
                </a:cubicBezTo>
                <a:cubicBezTo>
                  <a:pt x="45816" y="4602"/>
                  <a:pt x="46074" y="4009"/>
                  <a:pt x="46390" y="3520"/>
                </a:cubicBezTo>
                <a:cubicBezTo>
                  <a:pt x="46497" y="3355"/>
                  <a:pt x="46788" y="2903"/>
                  <a:pt x="47041" y="2903"/>
                </a:cubicBezTo>
                <a:cubicBezTo>
                  <a:pt x="47066" y="2903"/>
                  <a:pt x="47091" y="2907"/>
                  <a:pt x="47116" y="2917"/>
                </a:cubicBezTo>
                <a:cubicBezTo>
                  <a:pt x="47407" y="3036"/>
                  <a:pt x="47468" y="3581"/>
                  <a:pt x="47557" y="3838"/>
                </a:cubicBezTo>
                <a:cubicBezTo>
                  <a:pt x="47783" y="4499"/>
                  <a:pt x="48335" y="4969"/>
                  <a:pt x="48973" y="5223"/>
                </a:cubicBezTo>
                <a:cubicBezTo>
                  <a:pt x="49426" y="5405"/>
                  <a:pt x="49902" y="5466"/>
                  <a:pt x="50383" y="5466"/>
                </a:cubicBezTo>
                <a:cubicBezTo>
                  <a:pt x="50912" y="5466"/>
                  <a:pt x="51447" y="5392"/>
                  <a:pt x="51964" y="5320"/>
                </a:cubicBezTo>
                <a:cubicBezTo>
                  <a:pt x="52111" y="5300"/>
                  <a:pt x="52058" y="5084"/>
                  <a:pt x="51918" y="5084"/>
                </a:cubicBezTo>
                <a:cubicBezTo>
                  <a:pt x="51912" y="5084"/>
                  <a:pt x="51906" y="5085"/>
                  <a:pt x="51899" y="5086"/>
                </a:cubicBezTo>
                <a:cubicBezTo>
                  <a:pt x="51409" y="5154"/>
                  <a:pt x="50894" y="5226"/>
                  <a:pt x="50386" y="5226"/>
                </a:cubicBezTo>
                <a:cubicBezTo>
                  <a:pt x="49883" y="5226"/>
                  <a:pt x="49386" y="5155"/>
                  <a:pt x="48925" y="4941"/>
                </a:cubicBezTo>
                <a:cubicBezTo>
                  <a:pt x="48534" y="4759"/>
                  <a:pt x="48175" y="4484"/>
                  <a:pt x="47949" y="4113"/>
                </a:cubicBezTo>
                <a:cubicBezTo>
                  <a:pt x="47761" y="3804"/>
                  <a:pt x="47718" y="3443"/>
                  <a:pt x="47571" y="3119"/>
                </a:cubicBezTo>
                <a:cubicBezTo>
                  <a:pt x="47485" y="2930"/>
                  <a:pt x="47289" y="2636"/>
                  <a:pt x="47047" y="2636"/>
                </a:cubicBezTo>
                <a:cubicBezTo>
                  <a:pt x="47034" y="2636"/>
                  <a:pt x="47020" y="2637"/>
                  <a:pt x="47006" y="2639"/>
                </a:cubicBezTo>
                <a:cubicBezTo>
                  <a:pt x="46751" y="2675"/>
                  <a:pt x="46495" y="2970"/>
                  <a:pt x="46349" y="3159"/>
                </a:cubicBezTo>
                <a:cubicBezTo>
                  <a:pt x="45947" y="3679"/>
                  <a:pt x="45719" y="4446"/>
                  <a:pt x="45040" y="4673"/>
                </a:cubicBezTo>
                <a:cubicBezTo>
                  <a:pt x="44452" y="4869"/>
                  <a:pt x="43522" y="4702"/>
                  <a:pt x="43101" y="5225"/>
                </a:cubicBezTo>
                <a:lnTo>
                  <a:pt x="43101" y="5225"/>
                </a:lnTo>
                <a:cubicBezTo>
                  <a:pt x="42895" y="3953"/>
                  <a:pt x="42772" y="2670"/>
                  <a:pt x="42733" y="1382"/>
                </a:cubicBezTo>
                <a:lnTo>
                  <a:pt x="42733" y="1382"/>
                </a:lnTo>
                <a:cubicBezTo>
                  <a:pt x="42739" y="973"/>
                  <a:pt x="42735" y="564"/>
                  <a:pt x="42721" y="155"/>
                </a:cubicBezTo>
                <a:lnTo>
                  <a:pt x="42721" y="155"/>
                </a:lnTo>
                <a:cubicBezTo>
                  <a:pt x="42721" y="146"/>
                  <a:pt x="42722" y="137"/>
                  <a:pt x="42722" y="128"/>
                </a:cubicBezTo>
                <a:lnTo>
                  <a:pt x="42720" y="128"/>
                </a:lnTo>
                <a:cubicBezTo>
                  <a:pt x="42720" y="127"/>
                  <a:pt x="42720" y="127"/>
                  <a:pt x="42720" y="127"/>
                </a:cubicBezTo>
                <a:cubicBezTo>
                  <a:pt x="42718" y="48"/>
                  <a:pt x="42658" y="9"/>
                  <a:pt x="42598" y="9"/>
                </a:cubicBezTo>
                <a:cubicBezTo>
                  <a:pt x="42538" y="9"/>
                  <a:pt x="42479" y="48"/>
                  <a:pt x="42479" y="127"/>
                </a:cubicBezTo>
                <a:cubicBezTo>
                  <a:pt x="42474" y="547"/>
                  <a:pt x="42478" y="968"/>
                  <a:pt x="42491" y="1388"/>
                </a:cubicBezTo>
                <a:lnTo>
                  <a:pt x="42491" y="1388"/>
                </a:lnTo>
                <a:cubicBezTo>
                  <a:pt x="42483" y="1969"/>
                  <a:pt x="42456" y="2550"/>
                  <a:pt x="42410" y="3129"/>
                </a:cubicBezTo>
                <a:cubicBezTo>
                  <a:pt x="42370" y="3623"/>
                  <a:pt x="42340" y="4134"/>
                  <a:pt x="42242" y="4620"/>
                </a:cubicBezTo>
                <a:cubicBezTo>
                  <a:pt x="42144" y="5115"/>
                  <a:pt x="41735" y="5153"/>
                  <a:pt x="41323" y="5153"/>
                </a:cubicBezTo>
                <a:cubicBezTo>
                  <a:pt x="41263" y="5153"/>
                  <a:pt x="41203" y="5152"/>
                  <a:pt x="41144" y="5152"/>
                </a:cubicBezTo>
                <a:lnTo>
                  <a:pt x="35073" y="5119"/>
                </a:lnTo>
                <a:cubicBezTo>
                  <a:pt x="34771" y="5118"/>
                  <a:pt x="34469" y="5117"/>
                  <a:pt x="34166" y="5117"/>
                </a:cubicBezTo>
                <a:cubicBezTo>
                  <a:pt x="33486" y="5117"/>
                  <a:pt x="32806" y="5120"/>
                  <a:pt x="32125" y="5120"/>
                </a:cubicBezTo>
                <a:cubicBezTo>
                  <a:pt x="31142" y="5120"/>
                  <a:pt x="30159" y="5114"/>
                  <a:pt x="29178" y="5086"/>
                </a:cubicBezTo>
                <a:cubicBezTo>
                  <a:pt x="28519" y="5065"/>
                  <a:pt x="27783" y="4994"/>
                  <a:pt x="27217" y="4622"/>
                </a:cubicBezTo>
                <a:cubicBezTo>
                  <a:pt x="26919" y="4426"/>
                  <a:pt x="26740" y="4160"/>
                  <a:pt x="26622" y="3828"/>
                </a:cubicBezTo>
                <a:cubicBezTo>
                  <a:pt x="26533" y="3574"/>
                  <a:pt x="26445" y="3278"/>
                  <a:pt x="26246" y="3087"/>
                </a:cubicBezTo>
                <a:cubicBezTo>
                  <a:pt x="26151" y="2995"/>
                  <a:pt x="26043" y="2953"/>
                  <a:pt x="25934" y="2953"/>
                </a:cubicBezTo>
                <a:cubicBezTo>
                  <a:pt x="25798" y="2953"/>
                  <a:pt x="25663" y="3017"/>
                  <a:pt x="25552" y="3125"/>
                </a:cubicBezTo>
                <a:cubicBezTo>
                  <a:pt x="25223" y="3451"/>
                  <a:pt x="24945" y="3797"/>
                  <a:pt x="24571" y="4078"/>
                </a:cubicBezTo>
                <a:cubicBezTo>
                  <a:pt x="23868" y="4607"/>
                  <a:pt x="23044" y="4950"/>
                  <a:pt x="22179" y="5091"/>
                </a:cubicBezTo>
                <a:lnTo>
                  <a:pt x="22179" y="5091"/>
                </a:lnTo>
                <a:lnTo>
                  <a:pt x="21497" y="127"/>
                </a:lnTo>
                <a:cubicBezTo>
                  <a:pt x="21488" y="65"/>
                  <a:pt x="21446" y="39"/>
                  <a:pt x="21399" y="39"/>
                </a:cubicBezTo>
                <a:cubicBezTo>
                  <a:pt x="21336" y="39"/>
                  <a:pt x="21265" y="87"/>
                  <a:pt x="21258" y="159"/>
                </a:cubicBezTo>
                <a:cubicBezTo>
                  <a:pt x="21127" y="1614"/>
                  <a:pt x="21026" y="3075"/>
                  <a:pt x="20866" y="4526"/>
                </a:cubicBezTo>
                <a:cubicBezTo>
                  <a:pt x="20849" y="4672"/>
                  <a:pt x="20838" y="4844"/>
                  <a:pt x="20746" y="4966"/>
                </a:cubicBezTo>
                <a:cubicBezTo>
                  <a:pt x="20643" y="5102"/>
                  <a:pt x="20478" y="5116"/>
                  <a:pt x="20315" y="5116"/>
                </a:cubicBezTo>
                <a:cubicBezTo>
                  <a:pt x="20271" y="5116"/>
                  <a:pt x="20228" y="5115"/>
                  <a:pt x="20185" y="5115"/>
                </a:cubicBezTo>
                <a:cubicBezTo>
                  <a:pt x="20173" y="5115"/>
                  <a:pt x="20161" y="5115"/>
                  <a:pt x="20150" y="5116"/>
                </a:cubicBezTo>
                <a:lnTo>
                  <a:pt x="19018" y="5136"/>
                </a:lnTo>
                <a:lnTo>
                  <a:pt x="16856" y="5176"/>
                </a:lnTo>
                <a:lnTo>
                  <a:pt x="12431" y="5259"/>
                </a:lnTo>
                <a:cubicBezTo>
                  <a:pt x="12062" y="5266"/>
                  <a:pt x="11674" y="5285"/>
                  <a:pt x="11285" y="5285"/>
                </a:cubicBezTo>
                <a:cubicBezTo>
                  <a:pt x="10553" y="5285"/>
                  <a:pt x="9814" y="5219"/>
                  <a:pt x="9173" y="4889"/>
                </a:cubicBezTo>
                <a:cubicBezTo>
                  <a:pt x="8635" y="4611"/>
                  <a:pt x="8395" y="4182"/>
                  <a:pt x="8178" y="3639"/>
                </a:cubicBezTo>
                <a:cubicBezTo>
                  <a:pt x="8011" y="3221"/>
                  <a:pt x="7804" y="2767"/>
                  <a:pt x="7300" y="2728"/>
                </a:cubicBezTo>
                <a:cubicBezTo>
                  <a:pt x="7297" y="2728"/>
                  <a:pt x="7294" y="2728"/>
                  <a:pt x="7291" y="2728"/>
                </a:cubicBezTo>
                <a:cubicBezTo>
                  <a:pt x="7240" y="2728"/>
                  <a:pt x="7200" y="2772"/>
                  <a:pt x="7183" y="2816"/>
                </a:cubicBezTo>
                <a:cubicBezTo>
                  <a:pt x="6850" y="3684"/>
                  <a:pt x="6109" y="4365"/>
                  <a:pt x="5212" y="4616"/>
                </a:cubicBezTo>
                <a:cubicBezTo>
                  <a:pt x="4778" y="4737"/>
                  <a:pt x="4185" y="4833"/>
                  <a:pt x="3880" y="5183"/>
                </a:cubicBezTo>
                <a:lnTo>
                  <a:pt x="3880" y="5183"/>
                </a:lnTo>
                <a:cubicBezTo>
                  <a:pt x="3695" y="3497"/>
                  <a:pt x="3535" y="1808"/>
                  <a:pt x="3398" y="117"/>
                </a:cubicBezTo>
                <a:cubicBezTo>
                  <a:pt x="3392" y="40"/>
                  <a:pt x="3329" y="1"/>
                  <a:pt x="326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4"/>
          <p:cNvSpPr/>
          <p:nvPr/>
        </p:nvSpPr>
        <p:spPr>
          <a:xfrm rot="-1799986">
            <a:off x="-4409222" y="4288876"/>
            <a:ext cx="6269639" cy="691908"/>
          </a:xfrm>
          <a:custGeom>
            <a:avLst/>
            <a:gdLst/>
            <a:ahLst/>
            <a:cxnLst/>
            <a:rect l="l" t="t" r="r" b="b"/>
            <a:pathLst>
              <a:path w="52112" h="5751" extrusionOk="0">
                <a:moveTo>
                  <a:pt x="3269" y="1"/>
                </a:moveTo>
                <a:cubicBezTo>
                  <a:pt x="3210" y="1"/>
                  <a:pt x="3153" y="39"/>
                  <a:pt x="3155" y="117"/>
                </a:cubicBezTo>
                <a:cubicBezTo>
                  <a:pt x="3155" y="117"/>
                  <a:pt x="3155" y="117"/>
                  <a:pt x="3155" y="117"/>
                </a:cubicBezTo>
                <a:lnTo>
                  <a:pt x="3155" y="117"/>
                </a:lnTo>
                <a:cubicBezTo>
                  <a:pt x="3197" y="1798"/>
                  <a:pt x="2863" y="3465"/>
                  <a:pt x="2180" y="5000"/>
                </a:cubicBezTo>
                <a:lnTo>
                  <a:pt x="2180" y="5000"/>
                </a:lnTo>
                <a:cubicBezTo>
                  <a:pt x="1725" y="4827"/>
                  <a:pt x="1251" y="4743"/>
                  <a:pt x="770" y="4743"/>
                </a:cubicBezTo>
                <a:cubicBezTo>
                  <a:pt x="563" y="4743"/>
                  <a:pt x="355" y="4758"/>
                  <a:pt x="147" y="4790"/>
                </a:cubicBezTo>
                <a:cubicBezTo>
                  <a:pt x="1" y="4812"/>
                  <a:pt x="53" y="5025"/>
                  <a:pt x="191" y="5025"/>
                </a:cubicBezTo>
                <a:cubicBezTo>
                  <a:pt x="198" y="5025"/>
                  <a:pt x="205" y="5025"/>
                  <a:pt x="212" y="5024"/>
                </a:cubicBezTo>
                <a:cubicBezTo>
                  <a:pt x="396" y="4996"/>
                  <a:pt x="581" y="4982"/>
                  <a:pt x="765" y="4982"/>
                </a:cubicBezTo>
                <a:cubicBezTo>
                  <a:pt x="1259" y="4982"/>
                  <a:pt x="1747" y="5081"/>
                  <a:pt x="2212" y="5271"/>
                </a:cubicBezTo>
                <a:cubicBezTo>
                  <a:pt x="2222" y="5275"/>
                  <a:pt x="2232" y="5277"/>
                  <a:pt x="2243" y="5277"/>
                </a:cubicBezTo>
                <a:cubicBezTo>
                  <a:pt x="2285" y="5277"/>
                  <a:pt x="2333" y="5251"/>
                  <a:pt x="2348" y="5215"/>
                </a:cubicBezTo>
                <a:cubicBezTo>
                  <a:pt x="2835" y="4153"/>
                  <a:pt x="3157" y="3027"/>
                  <a:pt x="3306" y="1875"/>
                </a:cubicBezTo>
                <a:lnTo>
                  <a:pt x="3306" y="1875"/>
                </a:lnTo>
                <a:cubicBezTo>
                  <a:pt x="3419" y="3129"/>
                  <a:pt x="3546" y="4382"/>
                  <a:pt x="3686" y="5634"/>
                </a:cubicBezTo>
                <a:cubicBezTo>
                  <a:pt x="3695" y="5712"/>
                  <a:pt x="3752" y="5751"/>
                  <a:pt x="3808" y="5751"/>
                </a:cubicBezTo>
                <a:cubicBezTo>
                  <a:pt x="3865" y="5751"/>
                  <a:pt x="3921" y="5712"/>
                  <a:pt x="3928" y="5634"/>
                </a:cubicBezTo>
                <a:lnTo>
                  <a:pt x="3930" y="5634"/>
                </a:lnTo>
                <a:cubicBezTo>
                  <a:pt x="3929" y="5632"/>
                  <a:pt x="3929" y="5630"/>
                  <a:pt x="3929" y="5628"/>
                </a:cubicBezTo>
                <a:lnTo>
                  <a:pt x="3929" y="5628"/>
                </a:lnTo>
                <a:cubicBezTo>
                  <a:pt x="3977" y="5225"/>
                  <a:pt x="4433" y="5080"/>
                  <a:pt x="4766" y="4984"/>
                </a:cubicBezTo>
                <a:cubicBezTo>
                  <a:pt x="5141" y="4875"/>
                  <a:pt x="5514" y="4799"/>
                  <a:pt x="5864" y="4620"/>
                </a:cubicBezTo>
                <a:cubicBezTo>
                  <a:pt x="6547" y="4272"/>
                  <a:pt x="7079" y="3685"/>
                  <a:pt x="7375" y="2982"/>
                </a:cubicBezTo>
                <a:lnTo>
                  <a:pt x="7375" y="2982"/>
                </a:lnTo>
                <a:cubicBezTo>
                  <a:pt x="7832" y="3089"/>
                  <a:pt x="7959" y="3793"/>
                  <a:pt x="8128" y="4157"/>
                </a:cubicBezTo>
                <a:cubicBezTo>
                  <a:pt x="8329" y="4591"/>
                  <a:pt x="8679" y="4920"/>
                  <a:pt x="9107" y="5127"/>
                </a:cubicBezTo>
                <a:cubicBezTo>
                  <a:pt x="9798" y="5460"/>
                  <a:pt x="10572" y="5521"/>
                  <a:pt x="11338" y="5521"/>
                </a:cubicBezTo>
                <a:cubicBezTo>
                  <a:pt x="11671" y="5521"/>
                  <a:pt x="12003" y="5509"/>
                  <a:pt x="12326" y="5503"/>
                </a:cubicBezTo>
                <a:lnTo>
                  <a:pt x="16958" y="5417"/>
                </a:lnTo>
                <a:lnTo>
                  <a:pt x="19326" y="5373"/>
                </a:lnTo>
                <a:cubicBezTo>
                  <a:pt x="19697" y="5365"/>
                  <a:pt x="20073" y="5375"/>
                  <a:pt x="20444" y="5350"/>
                </a:cubicBezTo>
                <a:cubicBezTo>
                  <a:pt x="20703" y="5333"/>
                  <a:pt x="20901" y="5232"/>
                  <a:pt x="21008" y="4988"/>
                </a:cubicBezTo>
                <a:cubicBezTo>
                  <a:pt x="21126" y="4724"/>
                  <a:pt x="21118" y="4402"/>
                  <a:pt x="21143" y="4120"/>
                </a:cubicBezTo>
                <a:lnTo>
                  <a:pt x="21262" y="2799"/>
                </a:lnTo>
                <a:lnTo>
                  <a:pt x="21404" y="1224"/>
                </a:lnTo>
                <a:lnTo>
                  <a:pt x="21957" y="5260"/>
                </a:lnTo>
                <a:cubicBezTo>
                  <a:pt x="21967" y="5321"/>
                  <a:pt x="22030" y="5346"/>
                  <a:pt x="22085" y="5346"/>
                </a:cubicBezTo>
                <a:cubicBezTo>
                  <a:pt x="22092" y="5346"/>
                  <a:pt x="22100" y="5345"/>
                  <a:pt x="22107" y="5344"/>
                </a:cubicBezTo>
                <a:cubicBezTo>
                  <a:pt x="23314" y="5179"/>
                  <a:pt x="24434" y="4624"/>
                  <a:pt x="25298" y="3767"/>
                </a:cubicBezTo>
                <a:cubicBezTo>
                  <a:pt x="25431" y="3635"/>
                  <a:pt x="25546" y="3487"/>
                  <a:pt x="25673" y="3352"/>
                </a:cubicBezTo>
                <a:cubicBezTo>
                  <a:pt x="25764" y="3255"/>
                  <a:pt x="25849" y="3205"/>
                  <a:pt x="25929" y="3205"/>
                </a:cubicBezTo>
                <a:cubicBezTo>
                  <a:pt x="26016" y="3205"/>
                  <a:pt x="26097" y="3264"/>
                  <a:pt x="26174" y="3388"/>
                </a:cubicBezTo>
                <a:cubicBezTo>
                  <a:pt x="26344" y="3659"/>
                  <a:pt x="26388" y="3989"/>
                  <a:pt x="26546" y="4267"/>
                </a:cubicBezTo>
                <a:cubicBezTo>
                  <a:pt x="26694" y="4525"/>
                  <a:pt x="26918" y="4730"/>
                  <a:pt x="27173" y="4879"/>
                </a:cubicBezTo>
                <a:cubicBezTo>
                  <a:pt x="27739" y="5213"/>
                  <a:pt x="28432" y="5297"/>
                  <a:pt x="29076" y="5324"/>
                </a:cubicBezTo>
                <a:cubicBezTo>
                  <a:pt x="29535" y="5343"/>
                  <a:pt x="29995" y="5347"/>
                  <a:pt x="30454" y="5347"/>
                </a:cubicBezTo>
                <a:cubicBezTo>
                  <a:pt x="30863" y="5347"/>
                  <a:pt x="31272" y="5344"/>
                  <a:pt x="31681" y="5344"/>
                </a:cubicBezTo>
                <a:cubicBezTo>
                  <a:pt x="31782" y="5344"/>
                  <a:pt x="31883" y="5344"/>
                  <a:pt x="31983" y="5344"/>
                </a:cubicBezTo>
                <a:lnTo>
                  <a:pt x="35123" y="5361"/>
                </a:lnTo>
                <a:cubicBezTo>
                  <a:pt x="36909" y="5370"/>
                  <a:pt x="38696" y="5396"/>
                  <a:pt x="40482" y="5396"/>
                </a:cubicBezTo>
                <a:cubicBezTo>
                  <a:pt x="40783" y="5396"/>
                  <a:pt x="41085" y="5395"/>
                  <a:pt x="41386" y="5394"/>
                </a:cubicBezTo>
                <a:cubicBezTo>
                  <a:pt x="41731" y="5391"/>
                  <a:pt x="42128" y="5353"/>
                  <a:pt x="42339" y="5041"/>
                </a:cubicBezTo>
                <a:cubicBezTo>
                  <a:pt x="42449" y="4879"/>
                  <a:pt x="42479" y="4684"/>
                  <a:pt x="42504" y="4494"/>
                </a:cubicBezTo>
                <a:cubicBezTo>
                  <a:pt x="42543" y="4208"/>
                  <a:pt x="42577" y="3921"/>
                  <a:pt x="42605" y="3634"/>
                </a:cubicBezTo>
                <a:cubicBezTo>
                  <a:pt x="42612" y="3568"/>
                  <a:pt x="42618" y="3502"/>
                  <a:pt x="42624" y="3436"/>
                </a:cubicBezTo>
                <a:lnTo>
                  <a:pt x="42624" y="3436"/>
                </a:lnTo>
                <a:cubicBezTo>
                  <a:pt x="42698" y="4175"/>
                  <a:pt x="42799" y="4912"/>
                  <a:pt x="42927" y="5644"/>
                </a:cubicBezTo>
                <a:cubicBezTo>
                  <a:pt x="42938" y="5704"/>
                  <a:pt x="42987" y="5731"/>
                  <a:pt x="43038" y="5731"/>
                </a:cubicBezTo>
                <a:cubicBezTo>
                  <a:pt x="43091" y="5731"/>
                  <a:pt x="43147" y="5701"/>
                  <a:pt x="43161" y="5644"/>
                </a:cubicBezTo>
                <a:cubicBezTo>
                  <a:pt x="43381" y="4804"/>
                  <a:pt x="44645" y="5119"/>
                  <a:pt x="45251" y="4852"/>
                </a:cubicBezTo>
                <a:cubicBezTo>
                  <a:pt x="45816" y="4602"/>
                  <a:pt x="46074" y="4009"/>
                  <a:pt x="46390" y="3520"/>
                </a:cubicBezTo>
                <a:cubicBezTo>
                  <a:pt x="46497" y="3355"/>
                  <a:pt x="46788" y="2903"/>
                  <a:pt x="47041" y="2903"/>
                </a:cubicBezTo>
                <a:cubicBezTo>
                  <a:pt x="47066" y="2903"/>
                  <a:pt x="47091" y="2907"/>
                  <a:pt x="47116" y="2917"/>
                </a:cubicBezTo>
                <a:cubicBezTo>
                  <a:pt x="47407" y="3036"/>
                  <a:pt x="47468" y="3581"/>
                  <a:pt x="47557" y="3838"/>
                </a:cubicBezTo>
                <a:cubicBezTo>
                  <a:pt x="47783" y="4499"/>
                  <a:pt x="48335" y="4969"/>
                  <a:pt x="48973" y="5223"/>
                </a:cubicBezTo>
                <a:cubicBezTo>
                  <a:pt x="49426" y="5405"/>
                  <a:pt x="49902" y="5466"/>
                  <a:pt x="50383" y="5466"/>
                </a:cubicBezTo>
                <a:cubicBezTo>
                  <a:pt x="50912" y="5466"/>
                  <a:pt x="51447" y="5392"/>
                  <a:pt x="51964" y="5320"/>
                </a:cubicBezTo>
                <a:cubicBezTo>
                  <a:pt x="52111" y="5300"/>
                  <a:pt x="52058" y="5084"/>
                  <a:pt x="51918" y="5084"/>
                </a:cubicBezTo>
                <a:cubicBezTo>
                  <a:pt x="51912" y="5084"/>
                  <a:pt x="51906" y="5085"/>
                  <a:pt x="51899" y="5086"/>
                </a:cubicBezTo>
                <a:cubicBezTo>
                  <a:pt x="51409" y="5154"/>
                  <a:pt x="50894" y="5226"/>
                  <a:pt x="50386" y="5226"/>
                </a:cubicBezTo>
                <a:cubicBezTo>
                  <a:pt x="49883" y="5226"/>
                  <a:pt x="49386" y="5155"/>
                  <a:pt x="48925" y="4941"/>
                </a:cubicBezTo>
                <a:cubicBezTo>
                  <a:pt x="48534" y="4759"/>
                  <a:pt x="48175" y="4484"/>
                  <a:pt x="47949" y="4113"/>
                </a:cubicBezTo>
                <a:cubicBezTo>
                  <a:pt x="47761" y="3804"/>
                  <a:pt x="47718" y="3443"/>
                  <a:pt x="47571" y="3119"/>
                </a:cubicBezTo>
                <a:cubicBezTo>
                  <a:pt x="47485" y="2930"/>
                  <a:pt x="47289" y="2636"/>
                  <a:pt x="47047" y="2636"/>
                </a:cubicBezTo>
                <a:cubicBezTo>
                  <a:pt x="47034" y="2636"/>
                  <a:pt x="47020" y="2637"/>
                  <a:pt x="47006" y="2639"/>
                </a:cubicBezTo>
                <a:cubicBezTo>
                  <a:pt x="46751" y="2675"/>
                  <a:pt x="46495" y="2970"/>
                  <a:pt x="46349" y="3159"/>
                </a:cubicBezTo>
                <a:cubicBezTo>
                  <a:pt x="45947" y="3679"/>
                  <a:pt x="45719" y="4446"/>
                  <a:pt x="45040" y="4673"/>
                </a:cubicBezTo>
                <a:cubicBezTo>
                  <a:pt x="44452" y="4869"/>
                  <a:pt x="43522" y="4702"/>
                  <a:pt x="43101" y="5225"/>
                </a:cubicBezTo>
                <a:lnTo>
                  <a:pt x="43101" y="5225"/>
                </a:lnTo>
                <a:cubicBezTo>
                  <a:pt x="42895" y="3953"/>
                  <a:pt x="42772" y="2670"/>
                  <a:pt x="42733" y="1382"/>
                </a:cubicBezTo>
                <a:lnTo>
                  <a:pt x="42733" y="1382"/>
                </a:lnTo>
                <a:cubicBezTo>
                  <a:pt x="42739" y="973"/>
                  <a:pt x="42735" y="564"/>
                  <a:pt x="42721" y="155"/>
                </a:cubicBezTo>
                <a:lnTo>
                  <a:pt x="42721" y="155"/>
                </a:lnTo>
                <a:cubicBezTo>
                  <a:pt x="42721" y="146"/>
                  <a:pt x="42722" y="137"/>
                  <a:pt x="42722" y="128"/>
                </a:cubicBezTo>
                <a:lnTo>
                  <a:pt x="42720" y="128"/>
                </a:lnTo>
                <a:cubicBezTo>
                  <a:pt x="42720" y="127"/>
                  <a:pt x="42720" y="127"/>
                  <a:pt x="42720" y="127"/>
                </a:cubicBezTo>
                <a:cubicBezTo>
                  <a:pt x="42718" y="48"/>
                  <a:pt x="42658" y="9"/>
                  <a:pt x="42598" y="9"/>
                </a:cubicBezTo>
                <a:cubicBezTo>
                  <a:pt x="42538" y="9"/>
                  <a:pt x="42479" y="48"/>
                  <a:pt x="42479" y="127"/>
                </a:cubicBezTo>
                <a:cubicBezTo>
                  <a:pt x="42474" y="547"/>
                  <a:pt x="42478" y="968"/>
                  <a:pt x="42491" y="1388"/>
                </a:cubicBezTo>
                <a:lnTo>
                  <a:pt x="42491" y="1388"/>
                </a:lnTo>
                <a:cubicBezTo>
                  <a:pt x="42483" y="1969"/>
                  <a:pt x="42456" y="2550"/>
                  <a:pt x="42410" y="3129"/>
                </a:cubicBezTo>
                <a:cubicBezTo>
                  <a:pt x="42370" y="3623"/>
                  <a:pt x="42340" y="4134"/>
                  <a:pt x="42242" y="4620"/>
                </a:cubicBezTo>
                <a:cubicBezTo>
                  <a:pt x="42144" y="5115"/>
                  <a:pt x="41735" y="5153"/>
                  <a:pt x="41323" y="5153"/>
                </a:cubicBezTo>
                <a:cubicBezTo>
                  <a:pt x="41263" y="5153"/>
                  <a:pt x="41203" y="5152"/>
                  <a:pt x="41144" y="5152"/>
                </a:cubicBezTo>
                <a:lnTo>
                  <a:pt x="35073" y="5119"/>
                </a:lnTo>
                <a:cubicBezTo>
                  <a:pt x="34771" y="5118"/>
                  <a:pt x="34469" y="5117"/>
                  <a:pt x="34166" y="5117"/>
                </a:cubicBezTo>
                <a:cubicBezTo>
                  <a:pt x="33486" y="5117"/>
                  <a:pt x="32806" y="5120"/>
                  <a:pt x="32125" y="5120"/>
                </a:cubicBezTo>
                <a:cubicBezTo>
                  <a:pt x="31142" y="5120"/>
                  <a:pt x="30159" y="5114"/>
                  <a:pt x="29178" y="5086"/>
                </a:cubicBezTo>
                <a:cubicBezTo>
                  <a:pt x="28519" y="5065"/>
                  <a:pt x="27783" y="4994"/>
                  <a:pt x="27217" y="4622"/>
                </a:cubicBezTo>
                <a:cubicBezTo>
                  <a:pt x="26919" y="4426"/>
                  <a:pt x="26740" y="4160"/>
                  <a:pt x="26622" y="3828"/>
                </a:cubicBezTo>
                <a:cubicBezTo>
                  <a:pt x="26533" y="3574"/>
                  <a:pt x="26445" y="3278"/>
                  <a:pt x="26246" y="3087"/>
                </a:cubicBezTo>
                <a:cubicBezTo>
                  <a:pt x="26151" y="2995"/>
                  <a:pt x="26043" y="2953"/>
                  <a:pt x="25934" y="2953"/>
                </a:cubicBezTo>
                <a:cubicBezTo>
                  <a:pt x="25798" y="2953"/>
                  <a:pt x="25663" y="3017"/>
                  <a:pt x="25552" y="3125"/>
                </a:cubicBezTo>
                <a:cubicBezTo>
                  <a:pt x="25223" y="3451"/>
                  <a:pt x="24945" y="3797"/>
                  <a:pt x="24571" y="4078"/>
                </a:cubicBezTo>
                <a:cubicBezTo>
                  <a:pt x="23868" y="4607"/>
                  <a:pt x="23044" y="4950"/>
                  <a:pt x="22179" y="5091"/>
                </a:cubicBezTo>
                <a:lnTo>
                  <a:pt x="22179" y="5091"/>
                </a:lnTo>
                <a:lnTo>
                  <a:pt x="21497" y="127"/>
                </a:lnTo>
                <a:cubicBezTo>
                  <a:pt x="21488" y="65"/>
                  <a:pt x="21446" y="39"/>
                  <a:pt x="21399" y="39"/>
                </a:cubicBezTo>
                <a:cubicBezTo>
                  <a:pt x="21336" y="39"/>
                  <a:pt x="21265" y="87"/>
                  <a:pt x="21258" y="159"/>
                </a:cubicBezTo>
                <a:cubicBezTo>
                  <a:pt x="21127" y="1614"/>
                  <a:pt x="21026" y="3075"/>
                  <a:pt x="20866" y="4526"/>
                </a:cubicBezTo>
                <a:cubicBezTo>
                  <a:pt x="20849" y="4672"/>
                  <a:pt x="20838" y="4844"/>
                  <a:pt x="20746" y="4966"/>
                </a:cubicBezTo>
                <a:cubicBezTo>
                  <a:pt x="20643" y="5102"/>
                  <a:pt x="20478" y="5116"/>
                  <a:pt x="20315" y="5116"/>
                </a:cubicBezTo>
                <a:cubicBezTo>
                  <a:pt x="20271" y="5116"/>
                  <a:pt x="20228" y="5115"/>
                  <a:pt x="20185" y="5115"/>
                </a:cubicBezTo>
                <a:cubicBezTo>
                  <a:pt x="20173" y="5115"/>
                  <a:pt x="20161" y="5115"/>
                  <a:pt x="20150" y="5116"/>
                </a:cubicBezTo>
                <a:lnTo>
                  <a:pt x="19018" y="5136"/>
                </a:lnTo>
                <a:lnTo>
                  <a:pt x="16856" y="5176"/>
                </a:lnTo>
                <a:lnTo>
                  <a:pt x="12431" y="5259"/>
                </a:lnTo>
                <a:cubicBezTo>
                  <a:pt x="12062" y="5266"/>
                  <a:pt x="11674" y="5285"/>
                  <a:pt x="11285" y="5285"/>
                </a:cubicBezTo>
                <a:cubicBezTo>
                  <a:pt x="10553" y="5285"/>
                  <a:pt x="9814" y="5219"/>
                  <a:pt x="9173" y="4889"/>
                </a:cubicBezTo>
                <a:cubicBezTo>
                  <a:pt x="8635" y="4611"/>
                  <a:pt x="8395" y="4182"/>
                  <a:pt x="8178" y="3639"/>
                </a:cubicBezTo>
                <a:cubicBezTo>
                  <a:pt x="8011" y="3221"/>
                  <a:pt x="7804" y="2767"/>
                  <a:pt x="7300" y="2728"/>
                </a:cubicBezTo>
                <a:cubicBezTo>
                  <a:pt x="7297" y="2728"/>
                  <a:pt x="7294" y="2728"/>
                  <a:pt x="7291" y="2728"/>
                </a:cubicBezTo>
                <a:cubicBezTo>
                  <a:pt x="7240" y="2728"/>
                  <a:pt x="7200" y="2772"/>
                  <a:pt x="7183" y="2816"/>
                </a:cubicBezTo>
                <a:cubicBezTo>
                  <a:pt x="6850" y="3684"/>
                  <a:pt x="6109" y="4365"/>
                  <a:pt x="5212" y="4616"/>
                </a:cubicBezTo>
                <a:cubicBezTo>
                  <a:pt x="4778" y="4737"/>
                  <a:pt x="4185" y="4833"/>
                  <a:pt x="3880" y="5183"/>
                </a:cubicBezTo>
                <a:lnTo>
                  <a:pt x="3880" y="5183"/>
                </a:lnTo>
                <a:cubicBezTo>
                  <a:pt x="3695" y="3497"/>
                  <a:pt x="3535" y="1808"/>
                  <a:pt x="3398" y="117"/>
                </a:cubicBezTo>
                <a:cubicBezTo>
                  <a:pt x="3392" y="40"/>
                  <a:pt x="3329" y="1"/>
                  <a:pt x="326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6"/>
          <p:cNvSpPr txBox="1">
            <a:spLocks noGrp="1"/>
          </p:cNvSpPr>
          <p:nvPr>
            <p:ph type="title"/>
          </p:nvPr>
        </p:nvSpPr>
        <p:spPr>
          <a:xfrm>
            <a:off x="732300" y="445025"/>
            <a:ext cx="7679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6"/>
          <p:cNvSpPr/>
          <p:nvPr/>
        </p:nvSpPr>
        <p:spPr>
          <a:xfrm rot="5400000">
            <a:off x="9658283" y="1539125"/>
            <a:ext cx="50" cy="15452"/>
          </a:xfrm>
          <a:custGeom>
            <a:avLst/>
            <a:gdLst/>
            <a:ahLst/>
            <a:cxnLst/>
            <a:rect l="l" t="t" r="r" b="b"/>
            <a:pathLst>
              <a:path w="1" h="306" extrusionOk="0">
                <a:moveTo>
                  <a:pt x="0" y="0"/>
                </a:moveTo>
                <a:lnTo>
                  <a:pt x="0" y="306"/>
                </a:lnTo>
                <a:lnTo>
                  <a:pt x="0" y="306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6"/>
          <p:cNvSpPr/>
          <p:nvPr/>
        </p:nvSpPr>
        <p:spPr>
          <a:xfrm rot="10800000">
            <a:off x="-2436713" y="-2457872"/>
            <a:ext cx="3549666" cy="3549666"/>
          </a:xfrm>
          <a:custGeom>
            <a:avLst/>
            <a:gdLst/>
            <a:ahLst/>
            <a:cxnLst/>
            <a:rect l="l" t="t" r="r" b="b"/>
            <a:pathLst>
              <a:path w="22225" h="22225" extrusionOk="0">
                <a:moveTo>
                  <a:pt x="11113" y="1"/>
                </a:moveTo>
                <a:cubicBezTo>
                  <a:pt x="8166" y="1"/>
                  <a:pt x="5339" y="1171"/>
                  <a:pt x="3255" y="3255"/>
                </a:cubicBezTo>
                <a:cubicBezTo>
                  <a:pt x="1171" y="5339"/>
                  <a:pt x="1" y="8166"/>
                  <a:pt x="1" y="11113"/>
                </a:cubicBezTo>
                <a:cubicBezTo>
                  <a:pt x="1" y="14060"/>
                  <a:pt x="1171" y="16885"/>
                  <a:pt x="3255" y="18970"/>
                </a:cubicBezTo>
                <a:cubicBezTo>
                  <a:pt x="5339" y="21053"/>
                  <a:pt x="8166" y="22225"/>
                  <a:pt x="11113" y="22225"/>
                </a:cubicBezTo>
                <a:cubicBezTo>
                  <a:pt x="14060" y="22225"/>
                  <a:pt x="16887" y="21053"/>
                  <a:pt x="18970" y="18970"/>
                </a:cubicBezTo>
                <a:cubicBezTo>
                  <a:pt x="21054" y="16885"/>
                  <a:pt x="22225" y="14060"/>
                  <a:pt x="22225" y="11113"/>
                </a:cubicBezTo>
                <a:cubicBezTo>
                  <a:pt x="22225" y="8166"/>
                  <a:pt x="21054" y="5339"/>
                  <a:pt x="18970" y="3255"/>
                </a:cubicBezTo>
                <a:cubicBezTo>
                  <a:pt x="16887" y="1171"/>
                  <a:pt x="14060" y="1"/>
                  <a:pt x="11113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6"/>
          <p:cNvSpPr/>
          <p:nvPr/>
        </p:nvSpPr>
        <p:spPr>
          <a:xfrm rot="10800000">
            <a:off x="7873497" y="-1311075"/>
            <a:ext cx="1649377" cy="1649377"/>
          </a:xfrm>
          <a:custGeom>
            <a:avLst/>
            <a:gdLst/>
            <a:ahLst/>
            <a:cxnLst/>
            <a:rect l="l" t="t" r="r" b="b"/>
            <a:pathLst>
              <a:path w="10327" h="10327" extrusionOk="0">
                <a:moveTo>
                  <a:pt x="5164" y="1"/>
                </a:moveTo>
                <a:cubicBezTo>
                  <a:pt x="2312" y="1"/>
                  <a:pt x="1" y="2312"/>
                  <a:pt x="1" y="5164"/>
                </a:cubicBezTo>
                <a:cubicBezTo>
                  <a:pt x="1" y="8016"/>
                  <a:pt x="2312" y="10327"/>
                  <a:pt x="5164" y="10327"/>
                </a:cubicBezTo>
                <a:cubicBezTo>
                  <a:pt x="8016" y="10327"/>
                  <a:pt x="10327" y="8016"/>
                  <a:pt x="10327" y="5164"/>
                </a:cubicBezTo>
                <a:cubicBezTo>
                  <a:pt x="10327" y="2312"/>
                  <a:pt x="8016" y="1"/>
                  <a:pt x="5164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6"/>
          <p:cNvSpPr/>
          <p:nvPr/>
        </p:nvSpPr>
        <p:spPr>
          <a:xfrm rot="10800000">
            <a:off x="8114987" y="-1069744"/>
            <a:ext cx="1166399" cy="1166558"/>
          </a:xfrm>
          <a:custGeom>
            <a:avLst/>
            <a:gdLst/>
            <a:ahLst/>
            <a:cxnLst/>
            <a:rect l="l" t="t" r="r" b="b"/>
            <a:pathLst>
              <a:path w="7303" h="7304" extrusionOk="0">
                <a:moveTo>
                  <a:pt x="3652" y="1"/>
                </a:moveTo>
                <a:cubicBezTo>
                  <a:pt x="1635" y="1"/>
                  <a:pt x="0" y="1635"/>
                  <a:pt x="0" y="3652"/>
                </a:cubicBezTo>
                <a:cubicBezTo>
                  <a:pt x="0" y="5669"/>
                  <a:pt x="1635" y="7303"/>
                  <a:pt x="3652" y="7303"/>
                </a:cubicBezTo>
                <a:cubicBezTo>
                  <a:pt x="5668" y="7303"/>
                  <a:pt x="7303" y="5669"/>
                  <a:pt x="7303" y="3652"/>
                </a:cubicBezTo>
                <a:cubicBezTo>
                  <a:pt x="7303" y="1635"/>
                  <a:pt x="5668" y="1"/>
                  <a:pt x="365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6"/>
          <p:cNvSpPr/>
          <p:nvPr/>
        </p:nvSpPr>
        <p:spPr>
          <a:xfrm rot="10800000">
            <a:off x="41358" y="4802774"/>
            <a:ext cx="1435039" cy="1368119"/>
          </a:xfrm>
          <a:custGeom>
            <a:avLst/>
            <a:gdLst/>
            <a:ahLst/>
            <a:cxnLst/>
            <a:rect l="l" t="t" r="r" b="b"/>
            <a:pathLst>
              <a:path w="8985" h="8566" extrusionOk="0">
                <a:moveTo>
                  <a:pt x="4702" y="1"/>
                </a:moveTo>
                <a:cubicBezTo>
                  <a:pt x="3606" y="1"/>
                  <a:pt x="2510" y="419"/>
                  <a:pt x="1674" y="1256"/>
                </a:cubicBezTo>
                <a:cubicBezTo>
                  <a:pt x="1" y="2928"/>
                  <a:pt x="1" y="5639"/>
                  <a:pt x="1674" y="7311"/>
                </a:cubicBezTo>
                <a:cubicBezTo>
                  <a:pt x="2477" y="8114"/>
                  <a:pt x="3566" y="8566"/>
                  <a:pt x="4701" y="8566"/>
                </a:cubicBezTo>
                <a:cubicBezTo>
                  <a:pt x="5838" y="8566"/>
                  <a:pt x="6927" y="8114"/>
                  <a:pt x="7730" y="7311"/>
                </a:cubicBezTo>
                <a:cubicBezTo>
                  <a:pt x="8533" y="6508"/>
                  <a:pt x="8984" y="5419"/>
                  <a:pt x="8984" y="4283"/>
                </a:cubicBezTo>
                <a:cubicBezTo>
                  <a:pt x="8984" y="3147"/>
                  <a:pt x="8533" y="2059"/>
                  <a:pt x="7730" y="1256"/>
                </a:cubicBezTo>
                <a:cubicBezTo>
                  <a:pt x="6894" y="419"/>
                  <a:pt x="5798" y="1"/>
                  <a:pt x="470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6"/>
          <p:cNvSpPr/>
          <p:nvPr/>
        </p:nvSpPr>
        <p:spPr>
          <a:xfrm rot="10800000">
            <a:off x="492395" y="5253811"/>
            <a:ext cx="465889" cy="465889"/>
          </a:xfrm>
          <a:custGeom>
            <a:avLst/>
            <a:gdLst/>
            <a:ahLst/>
            <a:cxnLst/>
            <a:rect l="l" t="t" r="r" b="b"/>
            <a:pathLst>
              <a:path w="2917" h="2917" extrusionOk="0">
                <a:moveTo>
                  <a:pt x="1457" y="0"/>
                </a:moveTo>
                <a:cubicBezTo>
                  <a:pt x="652" y="0"/>
                  <a:pt x="0" y="653"/>
                  <a:pt x="0" y="1458"/>
                </a:cubicBezTo>
                <a:cubicBezTo>
                  <a:pt x="0" y="2263"/>
                  <a:pt x="652" y="2916"/>
                  <a:pt x="1457" y="2916"/>
                </a:cubicBezTo>
                <a:cubicBezTo>
                  <a:pt x="2263" y="2916"/>
                  <a:pt x="2916" y="2263"/>
                  <a:pt x="2916" y="1458"/>
                </a:cubicBezTo>
                <a:cubicBezTo>
                  <a:pt x="2916" y="653"/>
                  <a:pt x="2263" y="0"/>
                  <a:pt x="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6"/>
          <p:cNvSpPr/>
          <p:nvPr/>
        </p:nvSpPr>
        <p:spPr>
          <a:xfrm rot="10800000">
            <a:off x="8183904" y="4964174"/>
            <a:ext cx="454549" cy="413502"/>
          </a:xfrm>
          <a:custGeom>
            <a:avLst/>
            <a:gdLst/>
            <a:ahLst/>
            <a:cxnLst/>
            <a:rect l="l" t="t" r="r" b="b"/>
            <a:pathLst>
              <a:path w="2846" h="2589" extrusionOk="0">
                <a:moveTo>
                  <a:pt x="1422" y="1"/>
                </a:moveTo>
                <a:cubicBezTo>
                  <a:pt x="835" y="1"/>
                  <a:pt x="304" y="402"/>
                  <a:pt x="163" y="998"/>
                </a:cubicBezTo>
                <a:cubicBezTo>
                  <a:pt x="0" y="1694"/>
                  <a:pt x="431" y="2389"/>
                  <a:pt x="1125" y="2554"/>
                </a:cubicBezTo>
                <a:cubicBezTo>
                  <a:pt x="1225" y="2577"/>
                  <a:pt x="1326" y="2589"/>
                  <a:pt x="1424" y="2589"/>
                </a:cubicBezTo>
                <a:cubicBezTo>
                  <a:pt x="2011" y="2589"/>
                  <a:pt x="2542" y="2187"/>
                  <a:pt x="2681" y="1593"/>
                </a:cubicBezTo>
                <a:cubicBezTo>
                  <a:pt x="2845" y="897"/>
                  <a:pt x="2415" y="200"/>
                  <a:pt x="1720" y="36"/>
                </a:cubicBezTo>
                <a:cubicBezTo>
                  <a:pt x="1620" y="12"/>
                  <a:pt x="1520" y="1"/>
                  <a:pt x="142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6"/>
          <p:cNvSpPr/>
          <p:nvPr/>
        </p:nvSpPr>
        <p:spPr>
          <a:xfrm rot="10800000">
            <a:off x="118103" y="690494"/>
            <a:ext cx="305215" cy="268960"/>
          </a:xfrm>
          <a:custGeom>
            <a:avLst/>
            <a:gdLst/>
            <a:ahLst/>
            <a:cxnLst/>
            <a:rect l="l" t="t" r="r" b="b"/>
            <a:pathLst>
              <a:path w="1911" h="1684" extrusionOk="0">
                <a:moveTo>
                  <a:pt x="956" y="1"/>
                </a:moveTo>
                <a:cubicBezTo>
                  <a:pt x="848" y="1"/>
                  <a:pt x="739" y="22"/>
                  <a:pt x="634" y="66"/>
                </a:cubicBezTo>
                <a:cubicBezTo>
                  <a:pt x="204" y="243"/>
                  <a:pt x="0" y="734"/>
                  <a:pt x="179" y="1163"/>
                </a:cubicBezTo>
                <a:cubicBezTo>
                  <a:pt x="312" y="1487"/>
                  <a:pt x="625" y="1683"/>
                  <a:pt x="956" y="1683"/>
                </a:cubicBezTo>
                <a:cubicBezTo>
                  <a:pt x="1063" y="1683"/>
                  <a:pt x="1172" y="1662"/>
                  <a:pt x="1278" y="1619"/>
                </a:cubicBezTo>
                <a:cubicBezTo>
                  <a:pt x="1706" y="1441"/>
                  <a:pt x="1910" y="949"/>
                  <a:pt x="1733" y="521"/>
                </a:cubicBezTo>
                <a:cubicBezTo>
                  <a:pt x="1598" y="197"/>
                  <a:pt x="1285" y="1"/>
                  <a:pt x="956" y="1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6"/>
          <p:cNvSpPr/>
          <p:nvPr/>
        </p:nvSpPr>
        <p:spPr>
          <a:xfrm rot="10800000">
            <a:off x="8880813" y="2248822"/>
            <a:ext cx="193894" cy="176645"/>
          </a:xfrm>
          <a:custGeom>
            <a:avLst/>
            <a:gdLst/>
            <a:ahLst/>
            <a:cxnLst/>
            <a:rect l="l" t="t" r="r" b="b"/>
            <a:pathLst>
              <a:path w="1214" h="1106" extrusionOk="0">
                <a:moveTo>
                  <a:pt x="607" y="0"/>
                </a:moveTo>
                <a:cubicBezTo>
                  <a:pt x="465" y="0"/>
                  <a:pt x="324" y="54"/>
                  <a:pt x="216" y="162"/>
                </a:cubicBezTo>
                <a:cubicBezTo>
                  <a:pt x="0" y="377"/>
                  <a:pt x="0" y="727"/>
                  <a:pt x="216" y="943"/>
                </a:cubicBezTo>
                <a:cubicBezTo>
                  <a:pt x="324" y="1051"/>
                  <a:pt x="465" y="1105"/>
                  <a:pt x="607" y="1105"/>
                </a:cubicBezTo>
                <a:cubicBezTo>
                  <a:pt x="748" y="1105"/>
                  <a:pt x="889" y="1051"/>
                  <a:pt x="997" y="943"/>
                </a:cubicBezTo>
                <a:cubicBezTo>
                  <a:pt x="1213" y="727"/>
                  <a:pt x="1213" y="377"/>
                  <a:pt x="997" y="162"/>
                </a:cubicBezTo>
                <a:cubicBezTo>
                  <a:pt x="889" y="54"/>
                  <a:pt x="748" y="0"/>
                  <a:pt x="607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6"/>
          <p:cNvSpPr/>
          <p:nvPr/>
        </p:nvSpPr>
        <p:spPr>
          <a:xfrm rot="10800000">
            <a:off x="8742584" y="3050662"/>
            <a:ext cx="1297365" cy="1182051"/>
          </a:xfrm>
          <a:custGeom>
            <a:avLst/>
            <a:gdLst/>
            <a:ahLst/>
            <a:cxnLst/>
            <a:rect l="l" t="t" r="r" b="b"/>
            <a:pathLst>
              <a:path w="8123" h="7401" extrusionOk="0">
                <a:moveTo>
                  <a:pt x="4061" y="1"/>
                </a:moveTo>
                <a:cubicBezTo>
                  <a:pt x="3115" y="1"/>
                  <a:pt x="2168" y="362"/>
                  <a:pt x="1446" y="1085"/>
                </a:cubicBezTo>
                <a:cubicBezTo>
                  <a:pt x="0" y="2529"/>
                  <a:pt x="0" y="4871"/>
                  <a:pt x="1446" y="6317"/>
                </a:cubicBezTo>
                <a:cubicBezTo>
                  <a:pt x="2168" y="7039"/>
                  <a:pt x="3115" y="7400"/>
                  <a:pt x="4061" y="7400"/>
                </a:cubicBezTo>
                <a:cubicBezTo>
                  <a:pt x="5008" y="7400"/>
                  <a:pt x="5955" y="7039"/>
                  <a:pt x="6678" y="6317"/>
                </a:cubicBezTo>
                <a:cubicBezTo>
                  <a:pt x="8122" y="4871"/>
                  <a:pt x="8122" y="2529"/>
                  <a:pt x="6678" y="1085"/>
                </a:cubicBezTo>
                <a:cubicBezTo>
                  <a:pt x="5955" y="362"/>
                  <a:pt x="5008" y="1"/>
                  <a:pt x="406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6"/>
          <p:cNvSpPr/>
          <p:nvPr/>
        </p:nvSpPr>
        <p:spPr>
          <a:xfrm rot="10800000">
            <a:off x="8697061" y="4503186"/>
            <a:ext cx="324860" cy="324860"/>
          </a:xfrm>
          <a:custGeom>
            <a:avLst/>
            <a:gdLst/>
            <a:ahLst/>
            <a:cxnLst/>
            <a:rect l="l" t="t" r="r" b="b"/>
            <a:pathLst>
              <a:path w="2034" h="2034" extrusionOk="0">
                <a:moveTo>
                  <a:pt x="1017" y="1"/>
                </a:moveTo>
                <a:cubicBezTo>
                  <a:pt x="456" y="1"/>
                  <a:pt x="1" y="456"/>
                  <a:pt x="1" y="1017"/>
                </a:cubicBezTo>
                <a:cubicBezTo>
                  <a:pt x="1" y="1579"/>
                  <a:pt x="456" y="2034"/>
                  <a:pt x="1017" y="2034"/>
                </a:cubicBezTo>
                <a:cubicBezTo>
                  <a:pt x="1579" y="2034"/>
                  <a:pt x="2034" y="1579"/>
                  <a:pt x="2034" y="1017"/>
                </a:cubicBezTo>
                <a:cubicBezTo>
                  <a:pt x="2034" y="456"/>
                  <a:pt x="1579" y="1"/>
                  <a:pt x="1017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6"/>
          <p:cNvSpPr/>
          <p:nvPr/>
        </p:nvSpPr>
        <p:spPr>
          <a:xfrm rot="10800000">
            <a:off x="-250748" y="4802775"/>
            <a:ext cx="588869" cy="588709"/>
          </a:xfrm>
          <a:custGeom>
            <a:avLst/>
            <a:gdLst/>
            <a:ahLst/>
            <a:cxnLst/>
            <a:rect l="l" t="t" r="r" b="b"/>
            <a:pathLst>
              <a:path w="3687" h="3686" extrusionOk="0">
                <a:moveTo>
                  <a:pt x="1844" y="0"/>
                </a:moveTo>
                <a:cubicBezTo>
                  <a:pt x="826" y="0"/>
                  <a:pt x="1" y="825"/>
                  <a:pt x="1" y="1843"/>
                </a:cubicBezTo>
                <a:cubicBezTo>
                  <a:pt x="1" y="2861"/>
                  <a:pt x="826" y="3686"/>
                  <a:pt x="1844" y="3686"/>
                </a:cubicBezTo>
                <a:cubicBezTo>
                  <a:pt x="2861" y="3686"/>
                  <a:pt x="3686" y="2861"/>
                  <a:pt x="3686" y="1843"/>
                </a:cubicBezTo>
                <a:cubicBezTo>
                  <a:pt x="3686" y="825"/>
                  <a:pt x="2861" y="0"/>
                  <a:pt x="1844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6"/>
          <p:cNvSpPr/>
          <p:nvPr/>
        </p:nvSpPr>
        <p:spPr>
          <a:xfrm rot="10800000">
            <a:off x="187580" y="4589907"/>
            <a:ext cx="166263" cy="151410"/>
          </a:xfrm>
          <a:custGeom>
            <a:avLst/>
            <a:gdLst/>
            <a:ahLst/>
            <a:cxnLst/>
            <a:rect l="l" t="t" r="r" b="b"/>
            <a:pathLst>
              <a:path w="1041" h="948" extrusionOk="0">
                <a:moveTo>
                  <a:pt x="521" y="0"/>
                </a:moveTo>
                <a:cubicBezTo>
                  <a:pt x="399" y="0"/>
                  <a:pt x="278" y="47"/>
                  <a:pt x="186" y="139"/>
                </a:cubicBezTo>
                <a:cubicBezTo>
                  <a:pt x="1" y="324"/>
                  <a:pt x="1" y="624"/>
                  <a:pt x="186" y="809"/>
                </a:cubicBezTo>
                <a:cubicBezTo>
                  <a:pt x="278" y="901"/>
                  <a:pt x="399" y="948"/>
                  <a:pt x="521" y="948"/>
                </a:cubicBezTo>
                <a:cubicBezTo>
                  <a:pt x="642" y="948"/>
                  <a:pt x="763" y="901"/>
                  <a:pt x="856" y="809"/>
                </a:cubicBezTo>
                <a:cubicBezTo>
                  <a:pt x="1041" y="624"/>
                  <a:pt x="1041" y="324"/>
                  <a:pt x="856" y="139"/>
                </a:cubicBezTo>
                <a:cubicBezTo>
                  <a:pt x="763" y="47"/>
                  <a:pt x="642" y="0"/>
                  <a:pt x="52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6"/>
          <p:cNvSpPr/>
          <p:nvPr/>
        </p:nvSpPr>
        <p:spPr>
          <a:xfrm rot="10800000">
            <a:off x="7679503" y="-102638"/>
            <a:ext cx="256183" cy="224719"/>
          </a:xfrm>
          <a:custGeom>
            <a:avLst/>
            <a:gdLst/>
            <a:ahLst/>
            <a:cxnLst/>
            <a:rect l="l" t="t" r="r" b="b"/>
            <a:pathLst>
              <a:path w="1604" h="1407" extrusionOk="0">
                <a:moveTo>
                  <a:pt x="800" y="0"/>
                </a:moveTo>
                <a:cubicBezTo>
                  <a:pt x="676" y="0"/>
                  <a:pt x="549" y="34"/>
                  <a:pt x="435" y="104"/>
                </a:cubicBezTo>
                <a:cubicBezTo>
                  <a:pt x="104" y="307"/>
                  <a:pt x="0" y="740"/>
                  <a:pt x="203" y="1071"/>
                </a:cubicBezTo>
                <a:cubicBezTo>
                  <a:pt x="336" y="1288"/>
                  <a:pt x="566" y="1407"/>
                  <a:pt x="802" y="1407"/>
                </a:cubicBezTo>
                <a:cubicBezTo>
                  <a:pt x="927" y="1407"/>
                  <a:pt x="1054" y="1373"/>
                  <a:pt x="1169" y="1303"/>
                </a:cubicBezTo>
                <a:cubicBezTo>
                  <a:pt x="1500" y="1100"/>
                  <a:pt x="1604" y="667"/>
                  <a:pt x="1401" y="337"/>
                </a:cubicBezTo>
                <a:cubicBezTo>
                  <a:pt x="1268" y="120"/>
                  <a:pt x="1037" y="0"/>
                  <a:pt x="800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6"/>
          <p:cNvSpPr/>
          <p:nvPr/>
        </p:nvSpPr>
        <p:spPr>
          <a:xfrm rot="10800000">
            <a:off x="1322165" y="129271"/>
            <a:ext cx="197727" cy="182714"/>
          </a:xfrm>
          <a:custGeom>
            <a:avLst/>
            <a:gdLst/>
            <a:ahLst/>
            <a:cxnLst/>
            <a:rect l="l" t="t" r="r" b="b"/>
            <a:pathLst>
              <a:path w="1238" h="1144" extrusionOk="0">
                <a:moveTo>
                  <a:pt x="608" y="0"/>
                </a:moveTo>
                <a:cubicBezTo>
                  <a:pt x="428" y="0"/>
                  <a:pt x="255" y="86"/>
                  <a:pt x="146" y="236"/>
                </a:cubicBezTo>
                <a:cubicBezTo>
                  <a:pt x="11" y="424"/>
                  <a:pt x="0" y="673"/>
                  <a:pt x="122" y="871"/>
                </a:cubicBezTo>
                <a:cubicBezTo>
                  <a:pt x="226" y="1042"/>
                  <a:pt x="412" y="1143"/>
                  <a:pt x="609" y="1143"/>
                </a:cubicBezTo>
                <a:cubicBezTo>
                  <a:pt x="638" y="1143"/>
                  <a:pt x="669" y="1141"/>
                  <a:pt x="699" y="1136"/>
                </a:cubicBezTo>
                <a:cubicBezTo>
                  <a:pt x="926" y="1100"/>
                  <a:pt x="1111" y="929"/>
                  <a:pt x="1164" y="706"/>
                </a:cubicBezTo>
                <a:cubicBezTo>
                  <a:pt x="1238" y="398"/>
                  <a:pt x="1049" y="90"/>
                  <a:pt x="743" y="16"/>
                </a:cubicBezTo>
                <a:cubicBezTo>
                  <a:pt x="698" y="6"/>
                  <a:pt x="653" y="0"/>
                  <a:pt x="608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6"/>
          <p:cNvSpPr/>
          <p:nvPr/>
        </p:nvSpPr>
        <p:spPr>
          <a:xfrm rot="10800000">
            <a:off x="568550" y="-102654"/>
            <a:ext cx="494957" cy="449917"/>
          </a:xfrm>
          <a:custGeom>
            <a:avLst/>
            <a:gdLst/>
            <a:ahLst/>
            <a:cxnLst/>
            <a:rect l="l" t="t" r="r" b="b"/>
            <a:pathLst>
              <a:path w="3099" h="2817" extrusionOk="0">
                <a:moveTo>
                  <a:pt x="1548" y="0"/>
                </a:moveTo>
                <a:cubicBezTo>
                  <a:pt x="910" y="0"/>
                  <a:pt x="332" y="437"/>
                  <a:pt x="179" y="1086"/>
                </a:cubicBezTo>
                <a:cubicBezTo>
                  <a:pt x="1" y="1842"/>
                  <a:pt x="469" y="2600"/>
                  <a:pt x="1226" y="2778"/>
                </a:cubicBezTo>
                <a:cubicBezTo>
                  <a:pt x="1335" y="2804"/>
                  <a:pt x="1444" y="2817"/>
                  <a:pt x="1552" y="2817"/>
                </a:cubicBezTo>
                <a:cubicBezTo>
                  <a:pt x="2190" y="2817"/>
                  <a:pt x="2767" y="2379"/>
                  <a:pt x="2920" y="1732"/>
                </a:cubicBezTo>
                <a:cubicBezTo>
                  <a:pt x="3098" y="976"/>
                  <a:pt x="2630" y="217"/>
                  <a:pt x="1873" y="38"/>
                </a:cubicBezTo>
                <a:cubicBezTo>
                  <a:pt x="1765" y="12"/>
                  <a:pt x="1656" y="0"/>
                  <a:pt x="154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6"/>
          <p:cNvSpPr/>
          <p:nvPr/>
        </p:nvSpPr>
        <p:spPr>
          <a:xfrm rot="10800000">
            <a:off x="9143701" y="2317977"/>
            <a:ext cx="495116" cy="449917"/>
          </a:xfrm>
          <a:custGeom>
            <a:avLst/>
            <a:gdLst/>
            <a:ahLst/>
            <a:cxnLst/>
            <a:rect l="l" t="t" r="r" b="b"/>
            <a:pathLst>
              <a:path w="3100" h="2817" extrusionOk="0">
                <a:moveTo>
                  <a:pt x="1549" y="0"/>
                </a:moveTo>
                <a:cubicBezTo>
                  <a:pt x="910" y="0"/>
                  <a:pt x="332" y="437"/>
                  <a:pt x="179" y="1085"/>
                </a:cubicBezTo>
                <a:cubicBezTo>
                  <a:pt x="1" y="1842"/>
                  <a:pt x="470" y="2600"/>
                  <a:pt x="1227" y="2778"/>
                </a:cubicBezTo>
                <a:cubicBezTo>
                  <a:pt x="1335" y="2804"/>
                  <a:pt x="1444" y="2816"/>
                  <a:pt x="1551" y="2816"/>
                </a:cubicBezTo>
                <a:cubicBezTo>
                  <a:pt x="2189" y="2816"/>
                  <a:pt x="2766" y="2380"/>
                  <a:pt x="2919" y="1732"/>
                </a:cubicBezTo>
                <a:cubicBezTo>
                  <a:pt x="3099" y="974"/>
                  <a:pt x="2630" y="216"/>
                  <a:pt x="1873" y="38"/>
                </a:cubicBezTo>
                <a:cubicBezTo>
                  <a:pt x="1764" y="12"/>
                  <a:pt x="1656" y="0"/>
                  <a:pt x="1549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6"/>
          <p:cNvSpPr/>
          <p:nvPr/>
        </p:nvSpPr>
        <p:spPr>
          <a:xfrm>
            <a:off x="7553259" y="-55515"/>
            <a:ext cx="5846984" cy="795307"/>
          </a:xfrm>
          <a:custGeom>
            <a:avLst/>
            <a:gdLst/>
            <a:ahLst/>
            <a:cxnLst/>
            <a:rect l="l" t="t" r="r" b="b"/>
            <a:pathLst>
              <a:path w="51588" h="7017" extrusionOk="0">
                <a:moveTo>
                  <a:pt x="40194" y="0"/>
                </a:moveTo>
                <a:cubicBezTo>
                  <a:pt x="40147" y="0"/>
                  <a:pt x="40101" y="26"/>
                  <a:pt x="40086" y="87"/>
                </a:cubicBezTo>
                <a:cubicBezTo>
                  <a:pt x="39609" y="1998"/>
                  <a:pt x="39290" y="3945"/>
                  <a:pt x="39132" y="5911"/>
                </a:cubicBezTo>
                <a:lnTo>
                  <a:pt x="39132" y="5911"/>
                </a:lnTo>
                <a:cubicBezTo>
                  <a:pt x="37627" y="5730"/>
                  <a:pt x="36112" y="5637"/>
                  <a:pt x="34595" y="5632"/>
                </a:cubicBezTo>
                <a:cubicBezTo>
                  <a:pt x="34552" y="5631"/>
                  <a:pt x="34509" y="5631"/>
                  <a:pt x="34466" y="5631"/>
                </a:cubicBezTo>
                <a:cubicBezTo>
                  <a:pt x="33733" y="5631"/>
                  <a:pt x="33000" y="5652"/>
                  <a:pt x="32268" y="5694"/>
                </a:cubicBezTo>
                <a:cubicBezTo>
                  <a:pt x="32063" y="5705"/>
                  <a:pt x="31847" y="5721"/>
                  <a:pt x="31632" y="5721"/>
                </a:cubicBezTo>
                <a:cubicBezTo>
                  <a:pt x="31203" y="5721"/>
                  <a:pt x="30776" y="5658"/>
                  <a:pt x="30444" y="5370"/>
                </a:cubicBezTo>
                <a:cubicBezTo>
                  <a:pt x="30421" y="5348"/>
                  <a:pt x="30390" y="5336"/>
                  <a:pt x="30358" y="5336"/>
                </a:cubicBezTo>
                <a:cubicBezTo>
                  <a:pt x="30338" y="5336"/>
                  <a:pt x="30317" y="5341"/>
                  <a:pt x="30298" y="5351"/>
                </a:cubicBezTo>
                <a:cubicBezTo>
                  <a:pt x="29530" y="5752"/>
                  <a:pt x="28691" y="6027"/>
                  <a:pt x="27824" y="6100"/>
                </a:cubicBezTo>
                <a:cubicBezTo>
                  <a:pt x="27667" y="6114"/>
                  <a:pt x="27509" y="6121"/>
                  <a:pt x="27352" y="6121"/>
                </a:cubicBezTo>
                <a:cubicBezTo>
                  <a:pt x="27081" y="6121"/>
                  <a:pt x="26809" y="6100"/>
                  <a:pt x="26540" y="6058"/>
                </a:cubicBezTo>
                <a:cubicBezTo>
                  <a:pt x="26145" y="5994"/>
                  <a:pt x="25771" y="5859"/>
                  <a:pt x="25384" y="5757"/>
                </a:cubicBezTo>
                <a:cubicBezTo>
                  <a:pt x="25163" y="5699"/>
                  <a:pt x="24931" y="5651"/>
                  <a:pt x="24701" y="5651"/>
                </a:cubicBezTo>
                <a:cubicBezTo>
                  <a:pt x="24569" y="5651"/>
                  <a:pt x="24439" y="5666"/>
                  <a:pt x="24311" y="5704"/>
                </a:cubicBezTo>
                <a:cubicBezTo>
                  <a:pt x="24066" y="5776"/>
                  <a:pt x="23773" y="6065"/>
                  <a:pt x="23508" y="6065"/>
                </a:cubicBezTo>
                <a:cubicBezTo>
                  <a:pt x="23423" y="6065"/>
                  <a:pt x="23340" y="6036"/>
                  <a:pt x="23263" y="5960"/>
                </a:cubicBezTo>
                <a:cubicBezTo>
                  <a:pt x="22985" y="5685"/>
                  <a:pt x="22901" y="5165"/>
                  <a:pt x="22794" y="4805"/>
                </a:cubicBezTo>
                <a:cubicBezTo>
                  <a:pt x="22665" y="4375"/>
                  <a:pt x="22548" y="3939"/>
                  <a:pt x="22445" y="3500"/>
                </a:cubicBezTo>
                <a:cubicBezTo>
                  <a:pt x="22208" y="2493"/>
                  <a:pt x="22040" y="1472"/>
                  <a:pt x="21943" y="441"/>
                </a:cubicBezTo>
                <a:cubicBezTo>
                  <a:pt x="21936" y="369"/>
                  <a:pt x="21865" y="321"/>
                  <a:pt x="21802" y="321"/>
                </a:cubicBezTo>
                <a:cubicBezTo>
                  <a:pt x="21755" y="321"/>
                  <a:pt x="21713" y="347"/>
                  <a:pt x="21705" y="409"/>
                </a:cubicBezTo>
                <a:cubicBezTo>
                  <a:pt x="21704" y="419"/>
                  <a:pt x="21702" y="430"/>
                  <a:pt x="21701" y="441"/>
                </a:cubicBezTo>
                <a:lnTo>
                  <a:pt x="21701" y="441"/>
                </a:lnTo>
                <a:lnTo>
                  <a:pt x="21700" y="441"/>
                </a:lnTo>
                <a:lnTo>
                  <a:pt x="21700" y="441"/>
                </a:lnTo>
                <a:cubicBezTo>
                  <a:pt x="21700" y="442"/>
                  <a:pt x="21700" y="443"/>
                  <a:pt x="21700" y="443"/>
                </a:cubicBezTo>
                <a:lnTo>
                  <a:pt x="21700" y="443"/>
                </a:lnTo>
                <a:cubicBezTo>
                  <a:pt x="21422" y="2412"/>
                  <a:pt x="21064" y="4367"/>
                  <a:pt x="20627" y="6308"/>
                </a:cubicBezTo>
                <a:lnTo>
                  <a:pt x="20627" y="6308"/>
                </a:lnTo>
                <a:cubicBezTo>
                  <a:pt x="20193" y="5809"/>
                  <a:pt x="19613" y="5656"/>
                  <a:pt x="18985" y="5656"/>
                </a:cubicBezTo>
                <a:cubicBezTo>
                  <a:pt x="18017" y="5656"/>
                  <a:pt x="16934" y="6019"/>
                  <a:pt x="16086" y="6040"/>
                </a:cubicBezTo>
                <a:cubicBezTo>
                  <a:pt x="16026" y="6042"/>
                  <a:pt x="15966" y="6042"/>
                  <a:pt x="15906" y="6042"/>
                </a:cubicBezTo>
                <a:cubicBezTo>
                  <a:pt x="15020" y="6042"/>
                  <a:pt x="14142" y="5892"/>
                  <a:pt x="13257" y="5882"/>
                </a:cubicBezTo>
                <a:cubicBezTo>
                  <a:pt x="13220" y="5882"/>
                  <a:pt x="13184" y="5882"/>
                  <a:pt x="13147" y="5882"/>
                </a:cubicBezTo>
                <a:cubicBezTo>
                  <a:pt x="12743" y="5882"/>
                  <a:pt x="12337" y="5916"/>
                  <a:pt x="11944" y="6009"/>
                </a:cubicBezTo>
                <a:cubicBezTo>
                  <a:pt x="11728" y="6062"/>
                  <a:pt x="11524" y="6140"/>
                  <a:pt x="11317" y="6220"/>
                </a:cubicBezTo>
                <a:cubicBezTo>
                  <a:pt x="11229" y="6253"/>
                  <a:pt x="11124" y="6294"/>
                  <a:pt x="11023" y="6294"/>
                </a:cubicBezTo>
                <a:cubicBezTo>
                  <a:pt x="10995" y="6294"/>
                  <a:pt x="10968" y="6291"/>
                  <a:pt x="10941" y="6283"/>
                </a:cubicBezTo>
                <a:cubicBezTo>
                  <a:pt x="10819" y="6250"/>
                  <a:pt x="10737" y="6144"/>
                  <a:pt x="10647" y="6064"/>
                </a:cubicBezTo>
                <a:cubicBezTo>
                  <a:pt x="10474" y="5905"/>
                  <a:pt x="10309" y="5839"/>
                  <a:pt x="10157" y="5839"/>
                </a:cubicBezTo>
                <a:cubicBezTo>
                  <a:pt x="9878" y="5839"/>
                  <a:pt x="9642" y="6062"/>
                  <a:pt x="9476" y="6349"/>
                </a:cubicBezTo>
                <a:lnTo>
                  <a:pt x="9476" y="6349"/>
                </a:lnTo>
                <a:cubicBezTo>
                  <a:pt x="9350" y="4334"/>
                  <a:pt x="9024" y="2335"/>
                  <a:pt x="8503" y="384"/>
                </a:cubicBezTo>
                <a:cubicBezTo>
                  <a:pt x="8488" y="328"/>
                  <a:pt x="8431" y="297"/>
                  <a:pt x="8377" y="297"/>
                </a:cubicBezTo>
                <a:cubicBezTo>
                  <a:pt x="8326" y="297"/>
                  <a:pt x="8278" y="324"/>
                  <a:pt x="8269" y="384"/>
                </a:cubicBezTo>
                <a:cubicBezTo>
                  <a:pt x="7971" y="2396"/>
                  <a:pt x="7391" y="4355"/>
                  <a:pt x="6547" y="6207"/>
                </a:cubicBezTo>
                <a:lnTo>
                  <a:pt x="6547" y="6207"/>
                </a:lnTo>
                <a:cubicBezTo>
                  <a:pt x="5592" y="6031"/>
                  <a:pt x="4624" y="5942"/>
                  <a:pt x="3654" y="5942"/>
                </a:cubicBezTo>
                <a:cubicBezTo>
                  <a:pt x="3490" y="5942"/>
                  <a:pt x="3326" y="5945"/>
                  <a:pt x="3163" y="5950"/>
                </a:cubicBezTo>
                <a:cubicBezTo>
                  <a:pt x="2632" y="5967"/>
                  <a:pt x="2110" y="6035"/>
                  <a:pt x="1582" y="6067"/>
                </a:cubicBezTo>
                <a:cubicBezTo>
                  <a:pt x="1496" y="6073"/>
                  <a:pt x="1406" y="6076"/>
                  <a:pt x="1316" y="6076"/>
                </a:cubicBezTo>
                <a:cubicBezTo>
                  <a:pt x="928" y="6076"/>
                  <a:pt x="522" y="6007"/>
                  <a:pt x="276" y="5683"/>
                </a:cubicBezTo>
                <a:cubicBezTo>
                  <a:pt x="249" y="5647"/>
                  <a:pt x="211" y="5632"/>
                  <a:pt x="174" y="5632"/>
                </a:cubicBezTo>
                <a:cubicBezTo>
                  <a:pt x="86" y="5632"/>
                  <a:pt x="0" y="5719"/>
                  <a:pt x="67" y="5806"/>
                </a:cubicBezTo>
                <a:lnTo>
                  <a:pt x="65" y="5806"/>
                </a:lnTo>
                <a:cubicBezTo>
                  <a:pt x="380" y="6221"/>
                  <a:pt x="854" y="6327"/>
                  <a:pt x="1354" y="6327"/>
                </a:cubicBezTo>
                <a:cubicBezTo>
                  <a:pt x="1802" y="6327"/>
                  <a:pt x="2272" y="6241"/>
                  <a:pt x="2666" y="6216"/>
                </a:cubicBezTo>
                <a:cubicBezTo>
                  <a:pt x="2996" y="6195"/>
                  <a:pt x="3327" y="6185"/>
                  <a:pt x="3658" y="6185"/>
                </a:cubicBezTo>
                <a:cubicBezTo>
                  <a:pt x="4639" y="6185"/>
                  <a:pt x="5619" y="6277"/>
                  <a:pt x="6586" y="6461"/>
                </a:cubicBezTo>
                <a:cubicBezTo>
                  <a:pt x="6594" y="6462"/>
                  <a:pt x="6604" y="6463"/>
                  <a:pt x="6613" y="6463"/>
                </a:cubicBezTo>
                <a:cubicBezTo>
                  <a:pt x="6656" y="6463"/>
                  <a:pt x="6703" y="6446"/>
                  <a:pt x="6723" y="6405"/>
                </a:cubicBezTo>
                <a:cubicBezTo>
                  <a:pt x="7516" y="4686"/>
                  <a:pt x="8085" y="2871"/>
                  <a:pt x="8412" y="1007"/>
                </a:cubicBezTo>
                <a:lnTo>
                  <a:pt x="8412" y="1007"/>
                </a:lnTo>
                <a:cubicBezTo>
                  <a:pt x="8889" y="2938"/>
                  <a:pt x="9173" y="4911"/>
                  <a:pt x="9262" y="6898"/>
                </a:cubicBezTo>
                <a:cubicBezTo>
                  <a:pt x="9265" y="6973"/>
                  <a:pt x="9329" y="7017"/>
                  <a:pt x="9391" y="7017"/>
                </a:cubicBezTo>
                <a:cubicBezTo>
                  <a:pt x="9439" y="7017"/>
                  <a:pt x="9485" y="6990"/>
                  <a:pt x="9500" y="6930"/>
                </a:cubicBezTo>
                <a:cubicBezTo>
                  <a:pt x="9573" y="6645"/>
                  <a:pt x="9736" y="6159"/>
                  <a:pt x="10064" y="6074"/>
                </a:cubicBezTo>
                <a:cubicBezTo>
                  <a:pt x="10093" y="6066"/>
                  <a:pt x="10121" y="6063"/>
                  <a:pt x="10148" y="6063"/>
                </a:cubicBezTo>
                <a:cubicBezTo>
                  <a:pt x="10421" y="6063"/>
                  <a:pt x="10593" y="6421"/>
                  <a:pt x="10845" y="6506"/>
                </a:cubicBezTo>
                <a:cubicBezTo>
                  <a:pt x="10907" y="6526"/>
                  <a:pt x="10969" y="6535"/>
                  <a:pt x="11032" y="6535"/>
                </a:cubicBezTo>
                <a:cubicBezTo>
                  <a:pt x="11319" y="6535"/>
                  <a:pt x="11614" y="6351"/>
                  <a:pt x="11880" y="6277"/>
                </a:cubicBezTo>
                <a:cubicBezTo>
                  <a:pt x="12292" y="6162"/>
                  <a:pt x="12719" y="6124"/>
                  <a:pt x="13145" y="6124"/>
                </a:cubicBezTo>
                <a:cubicBezTo>
                  <a:pt x="13152" y="6124"/>
                  <a:pt x="13159" y="6124"/>
                  <a:pt x="13166" y="6124"/>
                </a:cubicBezTo>
                <a:cubicBezTo>
                  <a:pt x="14006" y="6124"/>
                  <a:pt x="14837" y="6259"/>
                  <a:pt x="15676" y="6281"/>
                </a:cubicBezTo>
                <a:cubicBezTo>
                  <a:pt x="15722" y="6282"/>
                  <a:pt x="15768" y="6283"/>
                  <a:pt x="15814" y="6283"/>
                </a:cubicBezTo>
                <a:cubicBezTo>
                  <a:pt x="16620" y="6283"/>
                  <a:pt x="17375" y="6095"/>
                  <a:pt x="18170" y="5963"/>
                </a:cubicBezTo>
                <a:cubicBezTo>
                  <a:pt x="18399" y="5925"/>
                  <a:pt x="18644" y="5900"/>
                  <a:pt x="18889" y="5900"/>
                </a:cubicBezTo>
                <a:cubicBezTo>
                  <a:pt x="19544" y="5900"/>
                  <a:pt x="20204" y="6076"/>
                  <a:pt x="20584" y="6648"/>
                </a:cubicBezTo>
                <a:cubicBezTo>
                  <a:pt x="20609" y="6686"/>
                  <a:pt x="20652" y="6706"/>
                  <a:pt x="20694" y="6706"/>
                </a:cubicBezTo>
                <a:cubicBezTo>
                  <a:pt x="20744" y="6706"/>
                  <a:pt x="20792" y="6678"/>
                  <a:pt x="20805" y="6620"/>
                </a:cubicBezTo>
                <a:cubicBezTo>
                  <a:pt x="21202" y="4882"/>
                  <a:pt x="21536" y="3131"/>
                  <a:pt x="21806" y="1368"/>
                </a:cubicBezTo>
                <a:lnTo>
                  <a:pt x="21806" y="1368"/>
                </a:lnTo>
                <a:cubicBezTo>
                  <a:pt x="21895" y="2027"/>
                  <a:pt x="22012" y="2681"/>
                  <a:pt x="22156" y="3330"/>
                </a:cubicBezTo>
                <a:cubicBezTo>
                  <a:pt x="22266" y="3816"/>
                  <a:pt x="22392" y="4298"/>
                  <a:pt x="22533" y="4777"/>
                </a:cubicBezTo>
                <a:cubicBezTo>
                  <a:pt x="22649" y="5170"/>
                  <a:pt x="22741" y="5625"/>
                  <a:pt x="22967" y="5973"/>
                </a:cubicBezTo>
                <a:cubicBezTo>
                  <a:pt x="23099" y="6175"/>
                  <a:pt x="23293" y="6317"/>
                  <a:pt x="23520" y="6317"/>
                </a:cubicBezTo>
                <a:cubicBezTo>
                  <a:pt x="23577" y="6317"/>
                  <a:pt x="23636" y="6308"/>
                  <a:pt x="23697" y="6289"/>
                </a:cubicBezTo>
                <a:cubicBezTo>
                  <a:pt x="23862" y="6236"/>
                  <a:pt x="23995" y="6124"/>
                  <a:pt x="24144" y="6039"/>
                </a:cubicBezTo>
                <a:cubicBezTo>
                  <a:pt x="24324" y="5935"/>
                  <a:pt x="24517" y="5894"/>
                  <a:pt x="24718" y="5894"/>
                </a:cubicBezTo>
                <a:cubicBezTo>
                  <a:pt x="24772" y="5894"/>
                  <a:pt x="24825" y="5896"/>
                  <a:pt x="24880" y="5902"/>
                </a:cubicBezTo>
                <a:cubicBezTo>
                  <a:pt x="25352" y="5951"/>
                  <a:pt x="25797" y="6154"/>
                  <a:pt x="26260" y="6251"/>
                </a:cubicBezTo>
                <a:cubicBezTo>
                  <a:pt x="26616" y="6325"/>
                  <a:pt x="26978" y="6363"/>
                  <a:pt x="27342" y="6363"/>
                </a:cubicBezTo>
                <a:cubicBezTo>
                  <a:pt x="27415" y="6363"/>
                  <a:pt x="27488" y="6361"/>
                  <a:pt x="27561" y="6358"/>
                </a:cubicBezTo>
                <a:cubicBezTo>
                  <a:pt x="28533" y="6322"/>
                  <a:pt x="29480" y="6039"/>
                  <a:pt x="30344" y="5599"/>
                </a:cubicBezTo>
                <a:lnTo>
                  <a:pt x="30344" y="5599"/>
                </a:lnTo>
                <a:cubicBezTo>
                  <a:pt x="30725" y="5890"/>
                  <a:pt x="31192" y="5960"/>
                  <a:pt x="31663" y="5960"/>
                </a:cubicBezTo>
                <a:cubicBezTo>
                  <a:pt x="31741" y="5960"/>
                  <a:pt x="31819" y="5958"/>
                  <a:pt x="31897" y="5955"/>
                </a:cubicBezTo>
                <a:cubicBezTo>
                  <a:pt x="32694" y="5924"/>
                  <a:pt x="33491" y="5877"/>
                  <a:pt x="34290" y="5873"/>
                </a:cubicBezTo>
                <a:cubicBezTo>
                  <a:pt x="34342" y="5873"/>
                  <a:pt x="34394" y="5873"/>
                  <a:pt x="34445" y="5873"/>
                </a:cubicBezTo>
                <a:cubicBezTo>
                  <a:pt x="36049" y="5873"/>
                  <a:pt x="37649" y="5970"/>
                  <a:pt x="39242" y="6166"/>
                </a:cubicBezTo>
                <a:cubicBezTo>
                  <a:pt x="39246" y="6166"/>
                  <a:pt x="39250" y="6166"/>
                  <a:pt x="39253" y="6166"/>
                </a:cubicBezTo>
                <a:cubicBezTo>
                  <a:pt x="39316" y="6166"/>
                  <a:pt x="39358" y="6100"/>
                  <a:pt x="39362" y="6044"/>
                </a:cubicBezTo>
                <a:cubicBezTo>
                  <a:pt x="39496" y="4312"/>
                  <a:pt x="39757" y="2592"/>
                  <a:pt x="40142" y="898"/>
                </a:cubicBezTo>
                <a:lnTo>
                  <a:pt x="40142" y="898"/>
                </a:lnTo>
                <a:cubicBezTo>
                  <a:pt x="40298" y="2532"/>
                  <a:pt x="40648" y="4141"/>
                  <a:pt x="41185" y="5694"/>
                </a:cubicBezTo>
                <a:cubicBezTo>
                  <a:pt x="41201" y="5745"/>
                  <a:pt x="41249" y="5782"/>
                  <a:pt x="41303" y="5783"/>
                </a:cubicBezTo>
                <a:cubicBezTo>
                  <a:pt x="43109" y="5836"/>
                  <a:pt x="44916" y="5857"/>
                  <a:pt x="46722" y="5857"/>
                </a:cubicBezTo>
                <a:cubicBezTo>
                  <a:pt x="48292" y="5857"/>
                  <a:pt x="49861" y="5841"/>
                  <a:pt x="51431" y="5818"/>
                </a:cubicBezTo>
                <a:cubicBezTo>
                  <a:pt x="51585" y="5815"/>
                  <a:pt x="51587" y="5576"/>
                  <a:pt x="51433" y="5576"/>
                </a:cubicBezTo>
                <a:cubicBezTo>
                  <a:pt x="51433" y="5576"/>
                  <a:pt x="51432" y="5576"/>
                  <a:pt x="51431" y="5576"/>
                </a:cubicBezTo>
                <a:cubicBezTo>
                  <a:pt x="49855" y="5599"/>
                  <a:pt x="48279" y="5615"/>
                  <a:pt x="46703" y="5615"/>
                </a:cubicBezTo>
                <a:cubicBezTo>
                  <a:pt x="44931" y="5615"/>
                  <a:pt x="43160" y="5595"/>
                  <a:pt x="41389" y="5544"/>
                </a:cubicBezTo>
                <a:lnTo>
                  <a:pt x="41389" y="5544"/>
                </a:lnTo>
                <a:cubicBezTo>
                  <a:pt x="40791" y="3792"/>
                  <a:pt x="40432" y="1967"/>
                  <a:pt x="40324" y="119"/>
                </a:cubicBezTo>
                <a:cubicBezTo>
                  <a:pt x="40320" y="45"/>
                  <a:pt x="40255" y="0"/>
                  <a:pt x="4019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6"/>
          <p:cNvSpPr/>
          <p:nvPr/>
        </p:nvSpPr>
        <p:spPr>
          <a:xfrm>
            <a:off x="-3709641" y="4348185"/>
            <a:ext cx="5846984" cy="795307"/>
          </a:xfrm>
          <a:custGeom>
            <a:avLst/>
            <a:gdLst/>
            <a:ahLst/>
            <a:cxnLst/>
            <a:rect l="l" t="t" r="r" b="b"/>
            <a:pathLst>
              <a:path w="51588" h="7017" extrusionOk="0">
                <a:moveTo>
                  <a:pt x="40194" y="0"/>
                </a:moveTo>
                <a:cubicBezTo>
                  <a:pt x="40147" y="0"/>
                  <a:pt x="40101" y="26"/>
                  <a:pt x="40086" y="87"/>
                </a:cubicBezTo>
                <a:cubicBezTo>
                  <a:pt x="39609" y="1998"/>
                  <a:pt x="39290" y="3945"/>
                  <a:pt x="39132" y="5911"/>
                </a:cubicBezTo>
                <a:lnTo>
                  <a:pt x="39132" y="5911"/>
                </a:lnTo>
                <a:cubicBezTo>
                  <a:pt x="37627" y="5730"/>
                  <a:pt x="36112" y="5637"/>
                  <a:pt x="34595" y="5632"/>
                </a:cubicBezTo>
                <a:cubicBezTo>
                  <a:pt x="34552" y="5631"/>
                  <a:pt x="34509" y="5631"/>
                  <a:pt x="34466" y="5631"/>
                </a:cubicBezTo>
                <a:cubicBezTo>
                  <a:pt x="33733" y="5631"/>
                  <a:pt x="33000" y="5652"/>
                  <a:pt x="32268" y="5694"/>
                </a:cubicBezTo>
                <a:cubicBezTo>
                  <a:pt x="32063" y="5705"/>
                  <a:pt x="31847" y="5721"/>
                  <a:pt x="31632" y="5721"/>
                </a:cubicBezTo>
                <a:cubicBezTo>
                  <a:pt x="31203" y="5721"/>
                  <a:pt x="30776" y="5658"/>
                  <a:pt x="30444" y="5370"/>
                </a:cubicBezTo>
                <a:cubicBezTo>
                  <a:pt x="30421" y="5348"/>
                  <a:pt x="30390" y="5336"/>
                  <a:pt x="30358" y="5336"/>
                </a:cubicBezTo>
                <a:cubicBezTo>
                  <a:pt x="30338" y="5336"/>
                  <a:pt x="30317" y="5341"/>
                  <a:pt x="30298" y="5351"/>
                </a:cubicBezTo>
                <a:cubicBezTo>
                  <a:pt x="29530" y="5752"/>
                  <a:pt x="28691" y="6027"/>
                  <a:pt x="27824" y="6100"/>
                </a:cubicBezTo>
                <a:cubicBezTo>
                  <a:pt x="27667" y="6114"/>
                  <a:pt x="27509" y="6121"/>
                  <a:pt x="27352" y="6121"/>
                </a:cubicBezTo>
                <a:cubicBezTo>
                  <a:pt x="27081" y="6121"/>
                  <a:pt x="26809" y="6100"/>
                  <a:pt x="26540" y="6058"/>
                </a:cubicBezTo>
                <a:cubicBezTo>
                  <a:pt x="26145" y="5994"/>
                  <a:pt x="25771" y="5859"/>
                  <a:pt x="25384" y="5757"/>
                </a:cubicBezTo>
                <a:cubicBezTo>
                  <a:pt x="25163" y="5699"/>
                  <a:pt x="24931" y="5651"/>
                  <a:pt x="24701" y="5651"/>
                </a:cubicBezTo>
                <a:cubicBezTo>
                  <a:pt x="24569" y="5651"/>
                  <a:pt x="24439" y="5666"/>
                  <a:pt x="24311" y="5704"/>
                </a:cubicBezTo>
                <a:cubicBezTo>
                  <a:pt x="24066" y="5776"/>
                  <a:pt x="23773" y="6065"/>
                  <a:pt x="23508" y="6065"/>
                </a:cubicBezTo>
                <a:cubicBezTo>
                  <a:pt x="23423" y="6065"/>
                  <a:pt x="23340" y="6036"/>
                  <a:pt x="23263" y="5960"/>
                </a:cubicBezTo>
                <a:cubicBezTo>
                  <a:pt x="22985" y="5685"/>
                  <a:pt x="22901" y="5165"/>
                  <a:pt x="22794" y="4805"/>
                </a:cubicBezTo>
                <a:cubicBezTo>
                  <a:pt x="22665" y="4375"/>
                  <a:pt x="22548" y="3939"/>
                  <a:pt x="22445" y="3500"/>
                </a:cubicBezTo>
                <a:cubicBezTo>
                  <a:pt x="22208" y="2493"/>
                  <a:pt x="22040" y="1472"/>
                  <a:pt x="21943" y="441"/>
                </a:cubicBezTo>
                <a:cubicBezTo>
                  <a:pt x="21936" y="369"/>
                  <a:pt x="21865" y="321"/>
                  <a:pt x="21802" y="321"/>
                </a:cubicBezTo>
                <a:cubicBezTo>
                  <a:pt x="21755" y="321"/>
                  <a:pt x="21713" y="347"/>
                  <a:pt x="21705" y="409"/>
                </a:cubicBezTo>
                <a:cubicBezTo>
                  <a:pt x="21704" y="419"/>
                  <a:pt x="21702" y="430"/>
                  <a:pt x="21701" y="441"/>
                </a:cubicBezTo>
                <a:lnTo>
                  <a:pt x="21701" y="441"/>
                </a:lnTo>
                <a:lnTo>
                  <a:pt x="21700" y="441"/>
                </a:lnTo>
                <a:lnTo>
                  <a:pt x="21700" y="441"/>
                </a:lnTo>
                <a:cubicBezTo>
                  <a:pt x="21700" y="442"/>
                  <a:pt x="21700" y="443"/>
                  <a:pt x="21700" y="443"/>
                </a:cubicBezTo>
                <a:lnTo>
                  <a:pt x="21700" y="443"/>
                </a:lnTo>
                <a:cubicBezTo>
                  <a:pt x="21422" y="2412"/>
                  <a:pt x="21064" y="4367"/>
                  <a:pt x="20627" y="6308"/>
                </a:cubicBezTo>
                <a:lnTo>
                  <a:pt x="20627" y="6308"/>
                </a:lnTo>
                <a:cubicBezTo>
                  <a:pt x="20193" y="5809"/>
                  <a:pt x="19613" y="5656"/>
                  <a:pt x="18985" y="5656"/>
                </a:cubicBezTo>
                <a:cubicBezTo>
                  <a:pt x="18017" y="5656"/>
                  <a:pt x="16934" y="6019"/>
                  <a:pt x="16086" y="6040"/>
                </a:cubicBezTo>
                <a:cubicBezTo>
                  <a:pt x="16026" y="6042"/>
                  <a:pt x="15966" y="6042"/>
                  <a:pt x="15906" y="6042"/>
                </a:cubicBezTo>
                <a:cubicBezTo>
                  <a:pt x="15020" y="6042"/>
                  <a:pt x="14142" y="5892"/>
                  <a:pt x="13257" y="5882"/>
                </a:cubicBezTo>
                <a:cubicBezTo>
                  <a:pt x="13220" y="5882"/>
                  <a:pt x="13184" y="5882"/>
                  <a:pt x="13147" y="5882"/>
                </a:cubicBezTo>
                <a:cubicBezTo>
                  <a:pt x="12743" y="5882"/>
                  <a:pt x="12337" y="5916"/>
                  <a:pt x="11944" y="6009"/>
                </a:cubicBezTo>
                <a:cubicBezTo>
                  <a:pt x="11728" y="6062"/>
                  <a:pt x="11524" y="6140"/>
                  <a:pt x="11317" y="6220"/>
                </a:cubicBezTo>
                <a:cubicBezTo>
                  <a:pt x="11229" y="6253"/>
                  <a:pt x="11124" y="6294"/>
                  <a:pt x="11023" y="6294"/>
                </a:cubicBezTo>
                <a:cubicBezTo>
                  <a:pt x="10995" y="6294"/>
                  <a:pt x="10968" y="6291"/>
                  <a:pt x="10941" y="6283"/>
                </a:cubicBezTo>
                <a:cubicBezTo>
                  <a:pt x="10819" y="6250"/>
                  <a:pt x="10737" y="6144"/>
                  <a:pt x="10647" y="6064"/>
                </a:cubicBezTo>
                <a:cubicBezTo>
                  <a:pt x="10474" y="5905"/>
                  <a:pt x="10309" y="5839"/>
                  <a:pt x="10157" y="5839"/>
                </a:cubicBezTo>
                <a:cubicBezTo>
                  <a:pt x="9878" y="5839"/>
                  <a:pt x="9642" y="6062"/>
                  <a:pt x="9476" y="6349"/>
                </a:cubicBezTo>
                <a:lnTo>
                  <a:pt x="9476" y="6349"/>
                </a:lnTo>
                <a:cubicBezTo>
                  <a:pt x="9350" y="4334"/>
                  <a:pt x="9024" y="2335"/>
                  <a:pt x="8503" y="384"/>
                </a:cubicBezTo>
                <a:cubicBezTo>
                  <a:pt x="8488" y="328"/>
                  <a:pt x="8431" y="297"/>
                  <a:pt x="8377" y="297"/>
                </a:cubicBezTo>
                <a:cubicBezTo>
                  <a:pt x="8326" y="297"/>
                  <a:pt x="8278" y="324"/>
                  <a:pt x="8269" y="384"/>
                </a:cubicBezTo>
                <a:cubicBezTo>
                  <a:pt x="7971" y="2396"/>
                  <a:pt x="7391" y="4355"/>
                  <a:pt x="6547" y="6207"/>
                </a:cubicBezTo>
                <a:lnTo>
                  <a:pt x="6547" y="6207"/>
                </a:lnTo>
                <a:cubicBezTo>
                  <a:pt x="5592" y="6031"/>
                  <a:pt x="4624" y="5942"/>
                  <a:pt x="3654" y="5942"/>
                </a:cubicBezTo>
                <a:cubicBezTo>
                  <a:pt x="3490" y="5942"/>
                  <a:pt x="3326" y="5945"/>
                  <a:pt x="3163" y="5950"/>
                </a:cubicBezTo>
                <a:cubicBezTo>
                  <a:pt x="2632" y="5967"/>
                  <a:pt x="2110" y="6035"/>
                  <a:pt x="1582" y="6067"/>
                </a:cubicBezTo>
                <a:cubicBezTo>
                  <a:pt x="1496" y="6073"/>
                  <a:pt x="1406" y="6076"/>
                  <a:pt x="1316" y="6076"/>
                </a:cubicBezTo>
                <a:cubicBezTo>
                  <a:pt x="928" y="6076"/>
                  <a:pt x="522" y="6007"/>
                  <a:pt x="276" y="5683"/>
                </a:cubicBezTo>
                <a:cubicBezTo>
                  <a:pt x="249" y="5647"/>
                  <a:pt x="211" y="5632"/>
                  <a:pt x="174" y="5632"/>
                </a:cubicBezTo>
                <a:cubicBezTo>
                  <a:pt x="86" y="5632"/>
                  <a:pt x="0" y="5719"/>
                  <a:pt x="67" y="5806"/>
                </a:cubicBezTo>
                <a:lnTo>
                  <a:pt x="65" y="5806"/>
                </a:lnTo>
                <a:cubicBezTo>
                  <a:pt x="380" y="6221"/>
                  <a:pt x="854" y="6327"/>
                  <a:pt x="1354" y="6327"/>
                </a:cubicBezTo>
                <a:cubicBezTo>
                  <a:pt x="1802" y="6327"/>
                  <a:pt x="2272" y="6241"/>
                  <a:pt x="2666" y="6216"/>
                </a:cubicBezTo>
                <a:cubicBezTo>
                  <a:pt x="2996" y="6195"/>
                  <a:pt x="3327" y="6185"/>
                  <a:pt x="3658" y="6185"/>
                </a:cubicBezTo>
                <a:cubicBezTo>
                  <a:pt x="4639" y="6185"/>
                  <a:pt x="5619" y="6277"/>
                  <a:pt x="6586" y="6461"/>
                </a:cubicBezTo>
                <a:cubicBezTo>
                  <a:pt x="6594" y="6462"/>
                  <a:pt x="6604" y="6463"/>
                  <a:pt x="6613" y="6463"/>
                </a:cubicBezTo>
                <a:cubicBezTo>
                  <a:pt x="6656" y="6463"/>
                  <a:pt x="6703" y="6446"/>
                  <a:pt x="6723" y="6405"/>
                </a:cubicBezTo>
                <a:cubicBezTo>
                  <a:pt x="7516" y="4686"/>
                  <a:pt x="8085" y="2871"/>
                  <a:pt x="8412" y="1007"/>
                </a:cubicBezTo>
                <a:lnTo>
                  <a:pt x="8412" y="1007"/>
                </a:lnTo>
                <a:cubicBezTo>
                  <a:pt x="8889" y="2938"/>
                  <a:pt x="9173" y="4911"/>
                  <a:pt x="9262" y="6898"/>
                </a:cubicBezTo>
                <a:cubicBezTo>
                  <a:pt x="9265" y="6973"/>
                  <a:pt x="9329" y="7017"/>
                  <a:pt x="9391" y="7017"/>
                </a:cubicBezTo>
                <a:cubicBezTo>
                  <a:pt x="9439" y="7017"/>
                  <a:pt x="9485" y="6990"/>
                  <a:pt x="9500" y="6930"/>
                </a:cubicBezTo>
                <a:cubicBezTo>
                  <a:pt x="9573" y="6645"/>
                  <a:pt x="9736" y="6159"/>
                  <a:pt x="10064" y="6074"/>
                </a:cubicBezTo>
                <a:cubicBezTo>
                  <a:pt x="10093" y="6066"/>
                  <a:pt x="10121" y="6063"/>
                  <a:pt x="10148" y="6063"/>
                </a:cubicBezTo>
                <a:cubicBezTo>
                  <a:pt x="10421" y="6063"/>
                  <a:pt x="10593" y="6421"/>
                  <a:pt x="10845" y="6506"/>
                </a:cubicBezTo>
                <a:cubicBezTo>
                  <a:pt x="10907" y="6526"/>
                  <a:pt x="10969" y="6535"/>
                  <a:pt x="11032" y="6535"/>
                </a:cubicBezTo>
                <a:cubicBezTo>
                  <a:pt x="11319" y="6535"/>
                  <a:pt x="11614" y="6351"/>
                  <a:pt x="11880" y="6277"/>
                </a:cubicBezTo>
                <a:cubicBezTo>
                  <a:pt x="12292" y="6162"/>
                  <a:pt x="12719" y="6124"/>
                  <a:pt x="13145" y="6124"/>
                </a:cubicBezTo>
                <a:cubicBezTo>
                  <a:pt x="13152" y="6124"/>
                  <a:pt x="13159" y="6124"/>
                  <a:pt x="13166" y="6124"/>
                </a:cubicBezTo>
                <a:cubicBezTo>
                  <a:pt x="14006" y="6124"/>
                  <a:pt x="14837" y="6259"/>
                  <a:pt x="15676" y="6281"/>
                </a:cubicBezTo>
                <a:cubicBezTo>
                  <a:pt x="15722" y="6282"/>
                  <a:pt x="15768" y="6283"/>
                  <a:pt x="15814" y="6283"/>
                </a:cubicBezTo>
                <a:cubicBezTo>
                  <a:pt x="16620" y="6283"/>
                  <a:pt x="17375" y="6095"/>
                  <a:pt x="18170" y="5963"/>
                </a:cubicBezTo>
                <a:cubicBezTo>
                  <a:pt x="18399" y="5925"/>
                  <a:pt x="18644" y="5900"/>
                  <a:pt x="18889" y="5900"/>
                </a:cubicBezTo>
                <a:cubicBezTo>
                  <a:pt x="19544" y="5900"/>
                  <a:pt x="20204" y="6076"/>
                  <a:pt x="20584" y="6648"/>
                </a:cubicBezTo>
                <a:cubicBezTo>
                  <a:pt x="20609" y="6686"/>
                  <a:pt x="20652" y="6706"/>
                  <a:pt x="20694" y="6706"/>
                </a:cubicBezTo>
                <a:cubicBezTo>
                  <a:pt x="20744" y="6706"/>
                  <a:pt x="20792" y="6678"/>
                  <a:pt x="20805" y="6620"/>
                </a:cubicBezTo>
                <a:cubicBezTo>
                  <a:pt x="21202" y="4882"/>
                  <a:pt x="21536" y="3131"/>
                  <a:pt x="21806" y="1368"/>
                </a:cubicBezTo>
                <a:lnTo>
                  <a:pt x="21806" y="1368"/>
                </a:lnTo>
                <a:cubicBezTo>
                  <a:pt x="21895" y="2027"/>
                  <a:pt x="22012" y="2681"/>
                  <a:pt x="22156" y="3330"/>
                </a:cubicBezTo>
                <a:cubicBezTo>
                  <a:pt x="22266" y="3816"/>
                  <a:pt x="22392" y="4298"/>
                  <a:pt x="22533" y="4777"/>
                </a:cubicBezTo>
                <a:cubicBezTo>
                  <a:pt x="22649" y="5170"/>
                  <a:pt x="22741" y="5625"/>
                  <a:pt x="22967" y="5973"/>
                </a:cubicBezTo>
                <a:cubicBezTo>
                  <a:pt x="23099" y="6175"/>
                  <a:pt x="23293" y="6317"/>
                  <a:pt x="23520" y="6317"/>
                </a:cubicBezTo>
                <a:cubicBezTo>
                  <a:pt x="23577" y="6317"/>
                  <a:pt x="23636" y="6308"/>
                  <a:pt x="23697" y="6289"/>
                </a:cubicBezTo>
                <a:cubicBezTo>
                  <a:pt x="23862" y="6236"/>
                  <a:pt x="23995" y="6124"/>
                  <a:pt x="24144" y="6039"/>
                </a:cubicBezTo>
                <a:cubicBezTo>
                  <a:pt x="24324" y="5935"/>
                  <a:pt x="24517" y="5894"/>
                  <a:pt x="24718" y="5894"/>
                </a:cubicBezTo>
                <a:cubicBezTo>
                  <a:pt x="24772" y="5894"/>
                  <a:pt x="24825" y="5896"/>
                  <a:pt x="24880" y="5902"/>
                </a:cubicBezTo>
                <a:cubicBezTo>
                  <a:pt x="25352" y="5951"/>
                  <a:pt x="25797" y="6154"/>
                  <a:pt x="26260" y="6251"/>
                </a:cubicBezTo>
                <a:cubicBezTo>
                  <a:pt x="26616" y="6325"/>
                  <a:pt x="26978" y="6363"/>
                  <a:pt x="27342" y="6363"/>
                </a:cubicBezTo>
                <a:cubicBezTo>
                  <a:pt x="27415" y="6363"/>
                  <a:pt x="27488" y="6361"/>
                  <a:pt x="27561" y="6358"/>
                </a:cubicBezTo>
                <a:cubicBezTo>
                  <a:pt x="28533" y="6322"/>
                  <a:pt x="29480" y="6039"/>
                  <a:pt x="30344" y="5599"/>
                </a:cubicBezTo>
                <a:lnTo>
                  <a:pt x="30344" y="5599"/>
                </a:lnTo>
                <a:cubicBezTo>
                  <a:pt x="30725" y="5890"/>
                  <a:pt x="31192" y="5960"/>
                  <a:pt x="31663" y="5960"/>
                </a:cubicBezTo>
                <a:cubicBezTo>
                  <a:pt x="31741" y="5960"/>
                  <a:pt x="31819" y="5958"/>
                  <a:pt x="31897" y="5955"/>
                </a:cubicBezTo>
                <a:cubicBezTo>
                  <a:pt x="32694" y="5924"/>
                  <a:pt x="33491" y="5877"/>
                  <a:pt x="34290" y="5873"/>
                </a:cubicBezTo>
                <a:cubicBezTo>
                  <a:pt x="34342" y="5873"/>
                  <a:pt x="34394" y="5873"/>
                  <a:pt x="34445" y="5873"/>
                </a:cubicBezTo>
                <a:cubicBezTo>
                  <a:pt x="36049" y="5873"/>
                  <a:pt x="37649" y="5970"/>
                  <a:pt x="39242" y="6166"/>
                </a:cubicBezTo>
                <a:cubicBezTo>
                  <a:pt x="39246" y="6166"/>
                  <a:pt x="39250" y="6166"/>
                  <a:pt x="39253" y="6166"/>
                </a:cubicBezTo>
                <a:cubicBezTo>
                  <a:pt x="39316" y="6166"/>
                  <a:pt x="39358" y="6100"/>
                  <a:pt x="39362" y="6044"/>
                </a:cubicBezTo>
                <a:cubicBezTo>
                  <a:pt x="39496" y="4312"/>
                  <a:pt x="39757" y="2592"/>
                  <a:pt x="40142" y="898"/>
                </a:cubicBezTo>
                <a:lnTo>
                  <a:pt x="40142" y="898"/>
                </a:lnTo>
                <a:cubicBezTo>
                  <a:pt x="40298" y="2532"/>
                  <a:pt x="40648" y="4141"/>
                  <a:pt x="41185" y="5694"/>
                </a:cubicBezTo>
                <a:cubicBezTo>
                  <a:pt x="41201" y="5745"/>
                  <a:pt x="41249" y="5782"/>
                  <a:pt x="41303" y="5783"/>
                </a:cubicBezTo>
                <a:cubicBezTo>
                  <a:pt x="43109" y="5836"/>
                  <a:pt x="44916" y="5857"/>
                  <a:pt x="46722" y="5857"/>
                </a:cubicBezTo>
                <a:cubicBezTo>
                  <a:pt x="48292" y="5857"/>
                  <a:pt x="49861" y="5841"/>
                  <a:pt x="51431" y="5818"/>
                </a:cubicBezTo>
                <a:cubicBezTo>
                  <a:pt x="51585" y="5815"/>
                  <a:pt x="51587" y="5576"/>
                  <a:pt x="51433" y="5576"/>
                </a:cubicBezTo>
                <a:cubicBezTo>
                  <a:pt x="51433" y="5576"/>
                  <a:pt x="51432" y="5576"/>
                  <a:pt x="51431" y="5576"/>
                </a:cubicBezTo>
                <a:cubicBezTo>
                  <a:pt x="49855" y="5599"/>
                  <a:pt x="48279" y="5615"/>
                  <a:pt x="46703" y="5615"/>
                </a:cubicBezTo>
                <a:cubicBezTo>
                  <a:pt x="44931" y="5615"/>
                  <a:pt x="43160" y="5595"/>
                  <a:pt x="41389" y="5544"/>
                </a:cubicBezTo>
                <a:lnTo>
                  <a:pt x="41389" y="5544"/>
                </a:lnTo>
                <a:cubicBezTo>
                  <a:pt x="40791" y="3792"/>
                  <a:pt x="40432" y="1967"/>
                  <a:pt x="40324" y="119"/>
                </a:cubicBezTo>
                <a:cubicBezTo>
                  <a:pt x="40320" y="45"/>
                  <a:pt x="40255" y="0"/>
                  <a:pt x="4019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7"/>
          <p:cNvSpPr txBox="1">
            <a:spLocks noGrp="1"/>
          </p:cNvSpPr>
          <p:nvPr>
            <p:ph type="title"/>
          </p:nvPr>
        </p:nvSpPr>
        <p:spPr>
          <a:xfrm>
            <a:off x="932525" y="445025"/>
            <a:ext cx="7479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7"/>
          <p:cNvSpPr txBox="1">
            <a:spLocks noGrp="1"/>
          </p:cNvSpPr>
          <p:nvPr>
            <p:ph type="subTitle" idx="1"/>
          </p:nvPr>
        </p:nvSpPr>
        <p:spPr>
          <a:xfrm>
            <a:off x="932525" y="1388200"/>
            <a:ext cx="4623300" cy="24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35" name="Google Shape;135;p7"/>
          <p:cNvSpPr/>
          <p:nvPr/>
        </p:nvSpPr>
        <p:spPr>
          <a:xfrm flipH="1">
            <a:off x="-2981630" y="-2616741"/>
            <a:ext cx="3649504" cy="3649821"/>
          </a:xfrm>
          <a:custGeom>
            <a:avLst/>
            <a:gdLst/>
            <a:ahLst/>
            <a:cxnLst/>
            <a:rect l="l" t="t" r="r" b="b"/>
            <a:pathLst>
              <a:path w="15104" h="15105" extrusionOk="0">
                <a:moveTo>
                  <a:pt x="7552" y="0"/>
                </a:moveTo>
                <a:cubicBezTo>
                  <a:pt x="5550" y="0"/>
                  <a:pt x="3628" y="797"/>
                  <a:pt x="2212" y="2213"/>
                </a:cubicBezTo>
                <a:cubicBezTo>
                  <a:pt x="796" y="3629"/>
                  <a:pt x="1" y="5549"/>
                  <a:pt x="1" y="7552"/>
                </a:cubicBezTo>
                <a:cubicBezTo>
                  <a:pt x="1" y="9555"/>
                  <a:pt x="796" y="11476"/>
                  <a:pt x="2212" y="12892"/>
                </a:cubicBezTo>
                <a:cubicBezTo>
                  <a:pt x="3628" y="14308"/>
                  <a:pt x="5550" y="15104"/>
                  <a:pt x="7552" y="15104"/>
                </a:cubicBezTo>
                <a:cubicBezTo>
                  <a:pt x="9555" y="15104"/>
                  <a:pt x="11475" y="14308"/>
                  <a:pt x="12892" y="12892"/>
                </a:cubicBezTo>
                <a:cubicBezTo>
                  <a:pt x="14308" y="11476"/>
                  <a:pt x="15104" y="9555"/>
                  <a:pt x="15104" y="7552"/>
                </a:cubicBezTo>
                <a:cubicBezTo>
                  <a:pt x="15104" y="5549"/>
                  <a:pt x="14308" y="3629"/>
                  <a:pt x="12892" y="2213"/>
                </a:cubicBezTo>
                <a:cubicBezTo>
                  <a:pt x="11475" y="797"/>
                  <a:pt x="9555" y="0"/>
                  <a:pt x="755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7"/>
          <p:cNvSpPr/>
          <p:nvPr/>
        </p:nvSpPr>
        <p:spPr>
          <a:xfrm flipH="1">
            <a:off x="-2447402" y="-2082260"/>
            <a:ext cx="2580797" cy="2580608"/>
          </a:xfrm>
          <a:custGeom>
            <a:avLst/>
            <a:gdLst/>
            <a:ahLst/>
            <a:cxnLst/>
            <a:rect l="l" t="t" r="r" b="b"/>
            <a:pathLst>
              <a:path w="10681" h="10680" extrusionOk="0">
                <a:moveTo>
                  <a:pt x="5340" y="1"/>
                </a:moveTo>
                <a:cubicBezTo>
                  <a:pt x="2391" y="1"/>
                  <a:pt x="0" y="2391"/>
                  <a:pt x="0" y="5340"/>
                </a:cubicBezTo>
                <a:cubicBezTo>
                  <a:pt x="0" y="8290"/>
                  <a:pt x="2391" y="10680"/>
                  <a:pt x="5340" y="10680"/>
                </a:cubicBezTo>
                <a:cubicBezTo>
                  <a:pt x="8289" y="10680"/>
                  <a:pt x="10680" y="8290"/>
                  <a:pt x="10680" y="5340"/>
                </a:cubicBezTo>
                <a:cubicBezTo>
                  <a:pt x="10680" y="2391"/>
                  <a:pt x="8289" y="1"/>
                  <a:pt x="5340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7"/>
          <p:cNvSpPr/>
          <p:nvPr/>
        </p:nvSpPr>
        <p:spPr>
          <a:xfrm flipH="1">
            <a:off x="-298873" y="3690706"/>
            <a:ext cx="485425" cy="425027"/>
          </a:xfrm>
          <a:custGeom>
            <a:avLst/>
            <a:gdLst/>
            <a:ahLst/>
            <a:cxnLst/>
            <a:rect l="l" t="t" r="r" b="b"/>
            <a:pathLst>
              <a:path w="2009" h="1759" extrusionOk="0">
                <a:moveTo>
                  <a:pt x="1006" y="0"/>
                </a:moveTo>
                <a:cubicBezTo>
                  <a:pt x="702" y="0"/>
                  <a:pt x="407" y="157"/>
                  <a:pt x="244" y="439"/>
                </a:cubicBezTo>
                <a:cubicBezTo>
                  <a:pt x="1" y="859"/>
                  <a:pt x="144" y="1397"/>
                  <a:pt x="564" y="1640"/>
                </a:cubicBezTo>
                <a:cubicBezTo>
                  <a:pt x="703" y="1721"/>
                  <a:pt x="854" y="1759"/>
                  <a:pt x="1004" y="1759"/>
                </a:cubicBezTo>
                <a:cubicBezTo>
                  <a:pt x="1307" y="1759"/>
                  <a:pt x="1603" y="1602"/>
                  <a:pt x="1766" y="1321"/>
                </a:cubicBezTo>
                <a:cubicBezTo>
                  <a:pt x="2009" y="901"/>
                  <a:pt x="1865" y="363"/>
                  <a:pt x="1445" y="118"/>
                </a:cubicBezTo>
                <a:cubicBezTo>
                  <a:pt x="1306" y="38"/>
                  <a:pt x="1155" y="0"/>
                  <a:pt x="100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7"/>
          <p:cNvSpPr/>
          <p:nvPr/>
        </p:nvSpPr>
        <p:spPr>
          <a:xfrm flipH="1">
            <a:off x="7469605" y="-798165"/>
            <a:ext cx="1798415" cy="1638493"/>
          </a:xfrm>
          <a:custGeom>
            <a:avLst/>
            <a:gdLst/>
            <a:ahLst/>
            <a:cxnLst/>
            <a:rect l="l" t="t" r="r" b="b"/>
            <a:pathLst>
              <a:path w="7443" h="6781" extrusionOk="0">
                <a:moveTo>
                  <a:pt x="3721" y="1"/>
                </a:moveTo>
                <a:cubicBezTo>
                  <a:pt x="2854" y="1"/>
                  <a:pt x="1986" y="332"/>
                  <a:pt x="1325" y="993"/>
                </a:cubicBezTo>
                <a:cubicBezTo>
                  <a:pt x="1" y="2317"/>
                  <a:pt x="1" y="4464"/>
                  <a:pt x="1325" y="5788"/>
                </a:cubicBezTo>
                <a:cubicBezTo>
                  <a:pt x="1986" y="6449"/>
                  <a:pt x="2854" y="6780"/>
                  <a:pt x="3721" y="6780"/>
                </a:cubicBezTo>
                <a:cubicBezTo>
                  <a:pt x="4589" y="6780"/>
                  <a:pt x="5457" y="6449"/>
                  <a:pt x="6119" y="5788"/>
                </a:cubicBezTo>
                <a:cubicBezTo>
                  <a:pt x="7443" y="4464"/>
                  <a:pt x="7443" y="2317"/>
                  <a:pt x="6119" y="993"/>
                </a:cubicBezTo>
                <a:cubicBezTo>
                  <a:pt x="5457" y="332"/>
                  <a:pt x="4589" y="1"/>
                  <a:pt x="372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7"/>
          <p:cNvSpPr/>
          <p:nvPr/>
        </p:nvSpPr>
        <p:spPr>
          <a:xfrm flipH="1">
            <a:off x="8015673" y="-303070"/>
            <a:ext cx="709894" cy="645394"/>
          </a:xfrm>
          <a:custGeom>
            <a:avLst/>
            <a:gdLst/>
            <a:ahLst/>
            <a:cxnLst/>
            <a:rect l="l" t="t" r="r" b="b"/>
            <a:pathLst>
              <a:path w="2938" h="2671" extrusionOk="0">
                <a:moveTo>
                  <a:pt x="1468" y="1"/>
                </a:moveTo>
                <a:cubicBezTo>
                  <a:pt x="863" y="1"/>
                  <a:pt x="315" y="415"/>
                  <a:pt x="170" y="1030"/>
                </a:cubicBezTo>
                <a:cubicBezTo>
                  <a:pt x="1" y="1746"/>
                  <a:pt x="446" y="2465"/>
                  <a:pt x="1163" y="2635"/>
                </a:cubicBezTo>
                <a:cubicBezTo>
                  <a:pt x="1266" y="2659"/>
                  <a:pt x="1370" y="2671"/>
                  <a:pt x="1472" y="2671"/>
                </a:cubicBezTo>
                <a:cubicBezTo>
                  <a:pt x="2076" y="2671"/>
                  <a:pt x="2624" y="2257"/>
                  <a:pt x="2769" y="1643"/>
                </a:cubicBezTo>
                <a:cubicBezTo>
                  <a:pt x="2937" y="925"/>
                  <a:pt x="2494" y="206"/>
                  <a:pt x="1776" y="37"/>
                </a:cubicBezTo>
                <a:cubicBezTo>
                  <a:pt x="1673" y="12"/>
                  <a:pt x="1570" y="1"/>
                  <a:pt x="146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" name="Google Shape;140;p7"/>
          <p:cNvSpPr/>
          <p:nvPr/>
        </p:nvSpPr>
        <p:spPr>
          <a:xfrm flipH="1">
            <a:off x="8580370" y="3754734"/>
            <a:ext cx="687665" cy="625580"/>
          </a:xfrm>
          <a:custGeom>
            <a:avLst/>
            <a:gdLst/>
            <a:ahLst/>
            <a:cxnLst/>
            <a:rect l="l" t="t" r="r" b="b"/>
            <a:pathLst>
              <a:path w="2846" h="2589" extrusionOk="0">
                <a:moveTo>
                  <a:pt x="1422" y="1"/>
                </a:moveTo>
                <a:cubicBezTo>
                  <a:pt x="835" y="1"/>
                  <a:pt x="304" y="402"/>
                  <a:pt x="163" y="998"/>
                </a:cubicBezTo>
                <a:cubicBezTo>
                  <a:pt x="0" y="1694"/>
                  <a:pt x="431" y="2389"/>
                  <a:pt x="1125" y="2554"/>
                </a:cubicBezTo>
                <a:cubicBezTo>
                  <a:pt x="1225" y="2577"/>
                  <a:pt x="1326" y="2589"/>
                  <a:pt x="1424" y="2589"/>
                </a:cubicBezTo>
                <a:cubicBezTo>
                  <a:pt x="2011" y="2589"/>
                  <a:pt x="2542" y="2187"/>
                  <a:pt x="2681" y="1593"/>
                </a:cubicBezTo>
                <a:cubicBezTo>
                  <a:pt x="2845" y="897"/>
                  <a:pt x="2415" y="200"/>
                  <a:pt x="1720" y="36"/>
                </a:cubicBezTo>
                <a:cubicBezTo>
                  <a:pt x="1620" y="12"/>
                  <a:pt x="1520" y="1"/>
                  <a:pt x="142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7"/>
          <p:cNvSpPr/>
          <p:nvPr/>
        </p:nvSpPr>
        <p:spPr>
          <a:xfrm flipH="1">
            <a:off x="7297818" y="4761495"/>
            <a:ext cx="437341" cy="406663"/>
          </a:xfrm>
          <a:custGeom>
            <a:avLst/>
            <a:gdLst/>
            <a:ahLst/>
            <a:cxnLst/>
            <a:rect l="l" t="t" r="r" b="b"/>
            <a:pathLst>
              <a:path w="1810" h="1683" extrusionOk="0">
                <a:moveTo>
                  <a:pt x="906" y="0"/>
                </a:moveTo>
                <a:cubicBezTo>
                  <a:pt x="501" y="0"/>
                  <a:pt x="142" y="294"/>
                  <a:pt x="76" y="707"/>
                </a:cubicBezTo>
                <a:cubicBezTo>
                  <a:pt x="1" y="1166"/>
                  <a:pt x="312" y="1598"/>
                  <a:pt x="771" y="1671"/>
                </a:cubicBezTo>
                <a:cubicBezTo>
                  <a:pt x="817" y="1679"/>
                  <a:pt x="863" y="1683"/>
                  <a:pt x="908" y="1683"/>
                </a:cubicBezTo>
                <a:cubicBezTo>
                  <a:pt x="1312" y="1683"/>
                  <a:pt x="1669" y="1389"/>
                  <a:pt x="1736" y="977"/>
                </a:cubicBezTo>
                <a:cubicBezTo>
                  <a:pt x="1810" y="518"/>
                  <a:pt x="1499" y="86"/>
                  <a:pt x="1040" y="11"/>
                </a:cubicBezTo>
                <a:cubicBezTo>
                  <a:pt x="995" y="4"/>
                  <a:pt x="950" y="0"/>
                  <a:pt x="906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7"/>
          <p:cNvSpPr/>
          <p:nvPr/>
        </p:nvSpPr>
        <p:spPr>
          <a:xfrm flipH="1">
            <a:off x="8820525" y="2887524"/>
            <a:ext cx="447490" cy="406905"/>
          </a:xfrm>
          <a:custGeom>
            <a:avLst/>
            <a:gdLst/>
            <a:ahLst/>
            <a:cxnLst/>
            <a:rect l="l" t="t" r="r" b="b"/>
            <a:pathLst>
              <a:path w="1852" h="1684" extrusionOk="0">
                <a:moveTo>
                  <a:pt x="925" y="1"/>
                </a:moveTo>
                <a:cubicBezTo>
                  <a:pt x="544" y="1"/>
                  <a:pt x="199" y="261"/>
                  <a:pt x="107" y="649"/>
                </a:cubicBezTo>
                <a:cubicBezTo>
                  <a:pt x="1" y="1101"/>
                  <a:pt x="280" y="1554"/>
                  <a:pt x="732" y="1660"/>
                </a:cubicBezTo>
                <a:cubicBezTo>
                  <a:pt x="798" y="1676"/>
                  <a:pt x="863" y="1683"/>
                  <a:pt x="927" y="1683"/>
                </a:cubicBezTo>
                <a:cubicBezTo>
                  <a:pt x="1307" y="1683"/>
                  <a:pt x="1653" y="1422"/>
                  <a:pt x="1744" y="1035"/>
                </a:cubicBezTo>
                <a:cubicBezTo>
                  <a:pt x="1851" y="583"/>
                  <a:pt x="1570" y="131"/>
                  <a:pt x="1118" y="23"/>
                </a:cubicBezTo>
                <a:cubicBezTo>
                  <a:pt x="1053" y="8"/>
                  <a:pt x="989" y="1"/>
                  <a:pt x="92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7"/>
          <p:cNvSpPr/>
          <p:nvPr/>
        </p:nvSpPr>
        <p:spPr>
          <a:xfrm flipH="1">
            <a:off x="8015663" y="3294434"/>
            <a:ext cx="461745" cy="406905"/>
          </a:xfrm>
          <a:custGeom>
            <a:avLst/>
            <a:gdLst/>
            <a:ahLst/>
            <a:cxnLst/>
            <a:rect l="l" t="t" r="r" b="b"/>
            <a:pathLst>
              <a:path w="1911" h="1684" extrusionOk="0">
                <a:moveTo>
                  <a:pt x="956" y="1"/>
                </a:moveTo>
                <a:cubicBezTo>
                  <a:pt x="848" y="1"/>
                  <a:pt x="739" y="22"/>
                  <a:pt x="634" y="66"/>
                </a:cubicBezTo>
                <a:cubicBezTo>
                  <a:pt x="204" y="243"/>
                  <a:pt x="0" y="734"/>
                  <a:pt x="179" y="1163"/>
                </a:cubicBezTo>
                <a:cubicBezTo>
                  <a:pt x="312" y="1487"/>
                  <a:pt x="625" y="1683"/>
                  <a:pt x="956" y="1683"/>
                </a:cubicBezTo>
                <a:cubicBezTo>
                  <a:pt x="1063" y="1683"/>
                  <a:pt x="1172" y="1662"/>
                  <a:pt x="1278" y="1619"/>
                </a:cubicBezTo>
                <a:cubicBezTo>
                  <a:pt x="1706" y="1441"/>
                  <a:pt x="1910" y="949"/>
                  <a:pt x="1733" y="521"/>
                </a:cubicBezTo>
                <a:cubicBezTo>
                  <a:pt x="1598" y="197"/>
                  <a:pt x="1285" y="1"/>
                  <a:pt x="95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7"/>
          <p:cNvSpPr/>
          <p:nvPr/>
        </p:nvSpPr>
        <p:spPr>
          <a:xfrm flipH="1">
            <a:off x="7829556" y="4101481"/>
            <a:ext cx="293333" cy="267243"/>
          </a:xfrm>
          <a:custGeom>
            <a:avLst/>
            <a:gdLst/>
            <a:ahLst/>
            <a:cxnLst/>
            <a:rect l="l" t="t" r="r" b="b"/>
            <a:pathLst>
              <a:path w="1214" h="1106" extrusionOk="0">
                <a:moveTo>
                  <a:pt x="607" y="0"/>
                </a:moveTo>
                <a:cubicBezTo>
                  <a:pt x="465" y="0"/>
                  <a:pt x="324" y="54"/>
                  <a:pt x="216" y="162"/>
                </a:cubicBezTo>
                <a:cubicBezTo>
                  <a:pt x="0" y="377"/>
                  <a:pt x="0" y="727"/>
                  <a:pt x="216" y="943"/>
                </a:cubicBezTo>
                <a:cubicBezTo>
                  <a:pt x="324" y="1051"/>
                  <a:pt x="465" y="1105"/>
                  <a:pt x="607" y="1105"/>
                </a:cubicBezTo>
                <a:cubicBezTo>
                  <a:pt x="748" y="1105"/>
                  <a:pt x="889" y="1051"/>
                  <a:pt x="997" y="943"/>
                </a:cubicBezTo>
                <a:cubicBezTo>
                  <a:pt x="1213" y="727"/>
                  <a:pt x="1213" y="377"/>
                  <a:pt x="997" y="162"/>
                </a:cubicBezTo>
                <a:cubicBezTo>
                  <a:pt x="889" y="54"/>
                  <a:pt x="748" y="0"/>
                  <a:pt x="607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7"/>
          <p:cNvSpPr/>
          <p:nvPr/>
        </p:nvSpPr>
        <p:spPr>
          <a:xfrm flipH="1">
            <a:off x="6715570" y="4512794"/>
            <a:ext cx="213355" cy="182914"/>
          </a:xfrm>
          <a:custGeom>
            <a:avLst/>
            <a:gdLst/>
            <a:ahLst/>
            <a:cxnLst/>
            <a:rect l="l" t="t" r="r" b="b"/>
            <a:pathLst>
              <a:path w="883" h="757" extrusionOk="0">
                <a:moveTo>
                  <a:pt x="505" y="1"/>
                </a:moveTo>
                <a:cubicBezTo>
                  <a:pt x="169" y="1"/>
                  <a:pt x="1" y="407"/>
                  <a:pt x="239" y="645"/>
                </a:cubicBezTo>
                <a:cubicBezTo>
                  <a:pt x="316" y="722"/>
                  <a:pt x="410" y="756"/>
                  <a:pt x="503" y="756"/>
                </a:cubicBezTo>
                <a:cubicBezTo>
                  <a:pt x="697" y="756"/>
                  <a:pt x="883" y="606"/>
                  <a:pt x="883" y="378"/>
                </a:cubicBezTo>
                <a:cubicBezTo>
                  <a:pt x="883" y="169"/>
                  <a:pt x="715" y="1"/>
                  <a:pt x="50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7"/>
          <p:cNvSpPr/>
          <p:nvPr/>
        </p:nvSpPr>
        <p:spPr>
          <a:xfrm flipH="1">
            <a:off x="3305389" y="132237"/>
            <a:ext cx="213838" cy="182914"/>
          </a:xfrm>
          <a:custGeom>
            <a:avLst/>
            <a:gdLst/>
            <a:ahLst/>
            <a:cxnLst/>
            <a:rect l="l" t="t" r="r" b="b"/>
            <a:pathLst>
              <a:path w="885" h="757" extrusionOk="0">
                <a:moveTo>
                  <a:pt x="506" y="1"/>
                </a:moveTo>
                <a:cubicBezTo>
                  <a:pt x="170" y="1"/>
                  <a:pt x="1" y="407"/>
                  <a:pt x="239" y="645"/>
                </a:cubicBezTo>
                <a:cubicBezTo>
                  <a:pt x="316" y="722"/>
                  <a:pt x="410" y="756"/>
                  <a:pt x="503" y="756"/>
                </a:cubicBezTo>
                <a:cubicBezTo>
                  <a:pt x="697" y="756"/>
                  <a:pt x="883" y="606"/>
                  <a:pt x="884" y="378"/>
                </a:cubicBezTo>
                <a:cubicBezTo>
                  <a:pt x="884" y="169"/>
                  <a:pt x="715" y="1"/>
                  <a:pt x="50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7"/>
          <p:cNvSpPr/>
          <p:nvPr/>
        </p:nvSpPr>
        <p:spPr>
          <a:xfrm flipH="1">
            <a:off x="8181411" y="231558"/>
            <a:ext cx="1962720" cy="1788304"/>
          </a:xfrm>
          <a:custGeom>
            <a:avLst/>
            <a:gdLst/>
            <a:ahLst/>
            <a:cxnLst/>
            <a:rect l="l" t="t" r="r" b="b"/>
            <a:pathLst>
              <a:path w="8123" h="7401" extrusionOk="0">
                <a:moveTo>
                  <a:pt x="4061" y="1"/>
                </a:moveTo>
                <a:cubicBezTo>
                  <a:pt x="3115" y="1"/>
                  <a:pt x="2168" y="362"/>
                  <a:pt x="1446" y="1085"/>
                </a:cubicBezTo>
                <a:cubicBezTo>
                  <a:pt x="0" y="2529"/>
                  <a:pt x="0" y="4871"/>
                  <a:pt x="1446" y="6317"/>
                </a:cubicBezTo>
                <a:cubicBezTo>
                  <a:pt x="2168" y="7039"/>
                  <a:pt x="3115" y="7400"/>
                  <a:pt x="4061" y="7400"/>
                </a:cubicBezTo>
                <a:cubicBezTo>
                  <a:pt x="5008" y="7400"/>
                  <a:pt x="5955" y="7039"/>
                  <a:pt x="6678" y="6317"/>
                </a:cubicBezTo>
                <a:cubicBezTo>
                  <a:pt x="8122" y="4871"/>
                  <a:pt x="8122" y="2529"/>
                  <a:pt x="6678" y="1085"/>
                </a:cubicBezTo>
                <a:cubicBezTo>
                  <a:pt x="5955" y="362"/>
                  <a:pt x="5008" y="1"/>
                  <a:pt x="406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7"/>
          <p:cNvSpPr/>
          <p:nvPr/>
        </p:nvSpPr>
        <p:spPr>
          <a:xfrm flipH="1">
            <a:off x="243305" y="4270034"/>
            <a:ext cx="491465" cy="491475"/>
          </a:xfrm>
          <a:custGeom>
            <a:avLst/>
            <a:gdLst/>
            <a:ahLst/>
            <a:cxnLst/>
            <a:rect l="l" t="t" r="r" b="b"/>
            <a:pathLst>
              <a:path w="2034" h="2034" extrusionOk="0">
                <a:moveTo>
                  <a:pt x="1017" y="1"/>
                </a:moveTo>
                <a:cubicBezTo>
                  <a:pt x="456" y="1"/>
                  <a:pt x="1" y="456"/>
                  <a:pt x="1" y="1017"/>
                </a:cubicBezTo>
                <a:cubicBezTo>
                  <a:pt x="1" y="1578"/>
                  <a:pt x="456" y="2034"/>
                  <a:pt x="1017" y="2034"/>
                </a:cubicBezTo>
                <a:cubicBezTo>
                  <a:pt x="1578" y="2034"/>
                  <a:pt x="2033" y="1578"/>
                  <a:pt x="2033" y="1017"/>
                </a:cubicBezTo>
                <a:cubicBezTo>
                  <a:pt x="2033" y="456"/>
                  <a:pt x="1578" y="1"/>
                  <a:pt x="101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7"/>
          <p:cNvSpPr/>
          <p:nvPr/>
        </p:nvSpPr>
        <p:spPr>
          <a:xfrm flipH="1">
            <a:off x="-873570" y="4512800"/>
            <a:ext cx="1305500" cy="1305527"/>
          </a:xfrm>
          <a:custGeom>
            <a:avLst/>
            <a:gdLst/>
            <a:ahLst/>
            <a:cxnLst/>
            <a:rect l="l" t="t" r="r" b="b"/>
            <a:pathLst>
              <a:path w="5403" h="5403" extrusionOk="0">
                <a:moveTo>
                  <a:pt x="2701" y="1"/>
                </a:moveTo>
                <a:cubicBezTo>
                  <a:pt x="1210" y="1"/>
                  <a:pt x="1" y="1210"/>
                  <a:pt x="1" y="2701"/>
                </a:cubicBezTo>
                <a:cubicBezTo>
                  <a:pt x="1" y="4193"/>
                  <a:pt x="1210" y="5402"/>
                  <a:pt x="2701" y="5402"/>
                </a:cubicBezTo>
                <a:cubicBezTo>
                  <a:pt x="4193" y="5402"/>
                  <a:pt x="5402" y="4193"/>
                  <a:pt x="5402" y="2701"/>
                </a:cubicBezTo>
                <a:cubicBezTo>
                  <a:pt x="5402" y="1210"/>
                  <a:pt x="4193" y="1"/>
                  <a:pt x="270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7"/>
          <p:cNvSpPr/>
          <p:nvPr/>
        </p:nvSpPr>
        <p:spPr>
          <a:xfrm flipH="1">
            <a:off x="-852203" y="615278"/>
            <a:ext cx="1043095" cy="1042633"/>
          </a:xfrm>
          <a:custGeom>
            <a:avLst/>
            <a:gdLst/>
            <a:ahLst/>
            <a:cxnLst/>
            <a:rect l="l" t="t" r="r" b="b"/>
            <a:pathLst>
              <a:path w="4317" h="4315" extrusionOk="0">
                <a:moveTo>
                  <a:pt x="2159" y="0"/>
                </a:moveTo>
                <a:cubicBezTo>
                  <a:pt x="967" y="0"/>
                  <a:pt x="1" y="966"/>
                  <a:pt x="1" y="2157"/>
                </a:cubicBezTo>
                <a:cubicBezTo>
                  <a:pt x="1" y="3348"/>
                  <a:pt x="967" y="4314"/>
                  <a:pt x="2159" y="4314"/>
                </a:cubicBezTo>
                <a:cubicBezTo>
                  <a:pt x="3350" y="4314"/>
                  <a:pt x="4316" y="3348"/>
                  <a:pt x="4316" y="2157"/>
                </a:cubicBezTo>
                <a:cubicBezTo>
                  <a:pt x="4316" y="966"/>
                  <a:pt x="3350" y="0"/>
                  <a:pt x="215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7"/>
          <p:cNvSpPr/>
          <p:nvPr/>
        </p:nvSpPr>
        <p:spPr>
          <a:xfrm flipH="1">
            <a:off x="4172320" y="-313312"/>
            <a:ext cx="442899" cy="443149"/>
          </a:xfrm>
          <a:custGeom>
            <a:avLst/>
            <a:gdLst/>
            <a:ahLst/>
            <a:cxnLst/>
            <a:rect l="l" t="t" r="r" b="b"/>
            <a:pathLst>
              <a:path w="1833" h="1834" extrusionOk="0">
                <a:moveTo>
                  <a:pt x="916" y="1"/>
                </a:moveTo>
                <a:cubicBezTo>
                  <a:pt x="410" y="1"/>
                  <a:pt x="1" y="412"/>
                  <a:pt x="1" y="918"/>
                </a:cubicBezTo>
                <a:cubicBezTo>
                  <a:pt x="1" y="1423"/>
                  <a:pt x="410" y="1833"/>
                  <a:pt x="916" y="1833"/>
                </a:cubicBezTo>
                <a:cubicBezTo>
                  <a:pt x="1423" y="1833"/>
                  <a:pt x="1833" y="1423"/>
                  <a:pt x="1833" y="918"/>
                </a:cubicBezTo>
                <a:cubicBezTo>
                  <a:pt x="1833" y="412"/>
                  <a:pt x="1423" y="1"/>
                  <a:pt x="91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7"/>
          <p:cNvSpPr/>
          <p:nvPr/>
        </p:nvSpPr>
        <p:spPr>
          <a:xfrm flipH="1">
            <a:off x="1208281" y="-392080"/>
            <a:ext cx="600438" cy="600692"/>
          </a:xfrm>
          <a:custGeom>
            <a:avLst/>
            <a:gdLst/>
            <a:ahLst/>
            <a:cxnLst/>
            <a:rect l="l" t="t" r="r" b="b"/>
            <a:pathLst>
              <a:path w="2485" h="2486" extrusionOk="0">
                <a:moveTo>
                  <a:pt x="1242" y="1"/>
                </a:moveTo>
                <a:cubicBezTo>
                  <a:pt x="557" y="1"/>
                  <a:pt x="1" y="557"/>
                  <a:pt x="1" y="1242"/>
                </a:cubicBezTo>
                <a:cubicBezTo>
                  <a:pt x="1" y="1929"/>
                  <a:pt x="557" y="2485"/>
                  <a:pt x="1242" y="2485"/>
                </a:cubicBezTo>
                <a:cubicBezTo>
                  <a:pt x="1929" y="2485"/>
                  <a:pt x="2485" y="1929"/>
                  <a:pt x="2485" y="1242"/>
                </a:cubicBezTo>
                <a:cubicBezTo>
                  <a:pt x="2485" y="557"/>
                  <a:pt x="1929" y="1"/>
                  <a:pt x="124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7"/>
          <p:cNvSpPr/>
          <p:nvPr/>
        </p:nvSpPr>
        <p:spPr>
          <a:xfrm flipH="1">
            <a:off x="2151832" y="51062"/>
            <a:ext cx="345282" cy="345289"/>
          </a:xfrm>
          <a:custGeom>
            <a:avLst/>
            <a:gdLst/>
            <a:ahLst/>
            <a:cxnLst/>
            <a:rect l="l" t="t" r="r" b="b"/>
            <a:pathLst>
              <a:path w="1429" h="1429" extrusionOk="0">
                <a:moveTo>
                  <a:pt x="715" y="1"/>
                </a:moveTo>
                <a:cubicBezTo>
                  <a:pt x="320" y="1"/>
                  <a:pt x="1" y="320"/>
                  <a:pt x="1" y="715"/>
                </a:cubicBezTo>
                <a:cubicBezTo>
                  <a:pt x="1" y="1109"/>
                  <a:pt x="320" y="1428"/>
                  <a:pt x="715" y="1428"/>
                </a:cubicBezTo>
                <a:cubicBezTo>
                  <a:pt x="1108" y="1428"/>
                  <a:pt x="1429" y="1109"/>
                  <a:pt x="1429" y="715"/>
                </a:cubicBezTo>
                <a:cubicBezTo>
                  <a:pt x="1429" y="320"/>
                  <a:pt x="1108" y="1"/>
                  <a:pt x="71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7"/>
          <p:cNvSpPr/>
          <p:nvPr/>
        </p:nvSpPr>
        <p:spPr>
          <a:xfrm flipH="1">
            <a:off x="92454" y="-262045"/>
            <a:ext cx="772717" cy="680913"/>
          </a:xfrm>
          <a:custGeom>
            <a:avLst/>
            <a:gdLst/>
            <a:ahLst/>
            <a:cxnLst/>
            <a:rect l="l" t="t" r="r" b="b"/>
            <a:pathLst>
              <a:path w="3198" h="2818" extrusionOk="0">
                <a:moveTo>
                  <a:pt x="1598" y="1"/>
                </a:moveTo>
                <a:cubicBezTo>
                  <a:pt x="1419" y="1"/>
                  <a:pt x="1236" y="35"/>
                  <a:pt x="1060" y="108"/>
                </a:cubicBezTo>
                <a:cubicBezTo>
                  <a:pt x="342" y="406"/>
                  <a:pt x="1" y="1229"/>
                  <a:pt x="298" y="1948"/>
                </a:cubicBezTo>
                <a:cubicBezTo>
                  <a:pt x="523" y="2490"/>
                  <a:pt x="1047" y="2817"/>
                  <a:pt x="1600" y="2817"/>
                </a:cubicBezTo>
                <a:cubicBezTo>
                  <a:pt x="1779" y="2817"/>
                  <a:pt x="1961" y="2783"/>
                  <a:pt x="2137" y="2710"/>
                </a:cubicBezTo>
                <a:cubicBezTo>
                  <a:pt x="2856" y="2413"/>
                  <a:pt x="3198" y="1589"/>
                  <a:pt x="2900" y="870"/>
                </a:cubicBezTo>
                <a:cubicBezTo>
                  <a:pt x="2676" y="328"/>
                  <a:pt x="2151" y="1"/>
                  <a:pt x="159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7"/>
          <p:cNvSpPr/>
          <p:nvPr/>
        </p:nvSpPr>
        <p:spPr>
          <a:xfrm flipH="1">
            <a:off x="6023907" y="-319246"/>
            <a:ext cx="748796" cy="680672"/>
          </a:xfrm>
          <a:custGeom>
            <a:avLst/>
            <a:gdLst/>
            <a:ahLst/>
            <a:cxnLst/>
            <a:rect l="l" t="t" r="r" b="b"/>
            <a:pathLst>
              <a:path w="3099" h="2817" extrusionOk="0">
                <a:moveTo>
                  <a:pt x="1548" y="0"/>
                </a:moveTo>
                <a:cubicBezTo>
                  <a:pt x="910" y="0"/>
                  <a:pt x="332" y="437"/>
                  <a:pt x="179" y="1086"/>
                </a:cubicBezTo>
                <a:cubicBezTo>
                  <a:pt x="1" y="1842"/>
                  <a:pt x="469" y="2600"/>
                  <a:pt x="1226" y="2778"/>
                </a:cubicBezTo>
                <a:cubicBezTo>
                  <a:pt x="1335" y="2804"/>
                  <a:pt x="1444" y="2817"/>
                  <a:pt x="1552" y="2817"/>
                </a:cubicBezTo>
                <a:cubicBezTo>
                  <a:pt x="2190" y="2817"/>
                  <a:pt x="2767" y="2379"/>
                  <a:pt x="2920" y="1732"/>
                </a:cubicBezTo>
                <a:cubicBezTo>
                  <a:pt x="3098" y="976"/>
                  <a:pt x="2630" y="217"/>
                  <a:pt x="1873" y="38"/>
                </a:cubicBezTo>
                <a:cubicBezTo>
                  <a:pt x="1765" y="12"/>
                  <a:pt x="1656" y="0"/>
                  <a:pt x="154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7"/>
          <p:cNvSpPr/>
          <p:nvPr/>
        </p:nvSpPr>
        <p:spPr>
          <a:xfrm flipH="1">
            <a:off x="6165026" y="796114"/>
            <a:ext cx="5518357" cy="680924"/>
          </a:xfrm>
          <a:custGeom>
            <a:avLst/>
            <a:gdLst/>
            <a:ahLst/>
            <a:cxnLst/>
            <a:rect l="l" t="t" r="r" b="b"/>
            <a:pathLst>
              <a:path w="52006" h="6417" extrusionOk="0">
                <a:moveTo>
                  <a:pt x="42454" y="0"/>
                </a:moveTo>
                <a:cubicBezTo>
                  <a:pt x="42391" y="0"/>
                  <a:pt x="42321" y="45"/>
                  <a:pt x="42319" y="120"/>
                </a:cubicBezTo>
                <a:cubicBezTo>
                  <a:pt x="42277" y="1651"/>
                  <a:pt x="42138" y="3177"/>
                  <a:pt x="41904" y="4690"/>
                </a:cubicBezTo>
                <a:cubicBezTo>
                  <a:pt x="41880" y="4844"/>
                  <a:pt x="41860" y="5002"/>
                  <a:pt x="41827" y="5154"/>
                </a:cubicBezTo>
                <a:cubicBezTo>
                  <a:pt x="41780" y="5374"/>
                  <a:pt x="41690" y="5467"/>
                  <a:pt x="41454" y="5494"/>
                </a:cubicBezTo>
                <a:cubicBezTo>
                  <a:pt x="41353" y="5505"/>
                  <a:pt x="41249" y="5510"/>
                  <a:pt x="41144" y="5510"/>
                </a:cubicBezTo>
                <a:cubicBezTo>
                  <a:pt x="40842" y="5510"/>
                  <a:pt x="40528" y="5475"/>
                  <a:pt x="40236" y="5468"/>
                </a:cubicBezTo>
                <a:cubicBezTo>
                  <a:pt x="39562" y="5455"/>
                  <a:pt x="38885" y="5461"/>
                  <a:pt x="38211" y="5421"/>
                </a:cubicBezTo>
                <a:cubicBezTo>
                  <a:pt x="37272" y="5364"/>
                  <a:pt x="35982" y="5155"/>
                  <a:pt x="35616" y="4138"/>
                </a:cubicBezTo>
                <a:cubicBezTo>
                  <a:pt x="35480" y="3758"/>
                  <a:pt x="35449" y="3192"/>
                  <a:pt x="34969" y="3077"/>
                </a:cubicBezTo>
                <a:cubicBezTo>
                  <a:pt x="34920" y="3065"/>
                  <a:pt x="34872" y="3060"/>
                  <a:pt x="34826" y="3060"/>
                </a:cubicBezTo>
                <a:cubicBezTo>
                  <a:pt x="34420" y="3060"/>
                  <a:pt x="34115" y="3486"/>
                  <a:pt x="33900" y="3785"/>
                </a:cubicBezTo>
                <a:cubicBezTo>
                  <a:pt x="33107" y="4883"/>
                  <a:pt x="31914" y="5624"/>
                  <a:pt x="30580" y="5847"/>
                </a:cubicBezTo>
                <a:lnTo>
                  <a:pt x="30580" y="5847"/>
                </a:lnTo>
                <a:cubicBezTo>
                  <a:pt x="30238" y="4003"/>
                  <a:pt x="30018" y="2139"/>
                  <a:pt x="29920" y="267"/>
                </a:cubicBezTo>
                <a:cubicBezTo>
                  <a:pt x="29916" y="194"/>
                  <a:pt x="29845" y="148"/>
                  <a:pt x="29782" y="148"/>
                </a:cubicBezTo>
                <a:cubicBezTo>
                  <a:pt x="29734" y="148"/>
                  <a:pt x="29690" y="174"/>
                  <a:pt x="29681" y="235"/>
                </a:cubicBezTo>
                <a:cubicBezTo>
                  <a:pt x="29447" y="1836"/>
                  <a:pt x="29218" y="3436"/>
                  <a:pt x="28980" y="5035"/>
                </a:cubicBezTo>
                <a:cubicBezTo>
                  <a:pt x="28945" y="5263"/>
                  <a:pt x="28949" y="5470"/>
                  <a:pt x="28664" y="5505"/>
                </a:cubicBezTo>
                <a:cubicBezTo>
                  <a:pt x="28629" y="5509"/>
                  <a:pt x="28594" y="5510"/>
                  <a:pt x="28558" y="5510"/>
                </a:cubicBezTo>
                <a:cubicBezTo>
                  <a:pt x="28430" y="5510"/>
                  <a:pt x="28293" y="5491"/>
                  <a:pt x="28172" y="5487"/>
                </a:cubicBezTo>
                <a:lnTo>
                  <a:pt x="26895" y="5435"/>
                </a:lnTo>
                <a:cubicBezTo>
                  <a:pt x="26173" y="5405"/>
                  <a:pt x="25432" y="5418"/>
                  <a:pt x="24716" y="5316"/>
                </a:cubicBezTo>
                <a:cubicBezTo>
                  <a:pt x="24122" y="5229"/>
                  <a:pt x="23557" y="5016"/>
                  <a:pt x="23222" y="4492"/>
                </a:cubicBezTo>
                <a:cubicBezTo>
                  <a:pt x="22970" y="4100"/>
                  <a:pt x="22818" y="3609"/>
                  <a:pt x="22456" y="3298"/>
                </a:cubicBezTo>
                <a:cubicBezTo>
                  <a:pt x="22284" y="3150"/>
                  <a:pt x="22083" y="3079"/>
                  <a:pt x="21880" y="3079"/>
                </a:cubicBezTo>
                <a:cubicBezTo>
                  <a:pt x="21671" y="3079"/>
                  <a:pt x="21461" y="3154"/>
                  <a:pt x="21281" y="3296"/>
                </a:cubicBezTo>
                <a:cubicBezTo>
                  <a:pt x="20822" y="3654"/>
                  <a:pt x="20691" y="4226"/>
                  <a:pt x="20426" y="4716"/>
                </a:cubicBezTo>
                <a:cubicBezTo>
                  <a:pt x="20258" y="5027"/>
                  <a:pt x="20027" y="5267"/>
                  <a:pt x="19679" y="5361"/>
                </a:cubicBezTo>
                <a:cubicBezTo>
                  <a:pt x="19392" y="5437"/>
                  <a:pt x="19090" y="5431"/>
                  <a:pt x="18797" y="5435"/>
                </a:cubicBezTo>
                <a:cubicBezTo>
                  <a:pt x="18366" y="5440"/>
                  <a:pt x="17925" y="5461"/>
                  <a:pt x="17596" y="5728"/>
                </a:cubicBezTo>
                <a:lnTo>
                  <a:pt x="17596" y="5728"/>
                </a:lnTo>
                <a:cubicBezTo>
                  <a:pt x="17258" y="4031"/>
                  <a:pt x="17058" y="2308"/>
                  <a:pt x="17001" y="578"/>
                </a:cubicBezTo>
                <a:cubicBezTo>
                  <a:pt x="16998" y="504"/>
                  <a:pt x="16929" y="459"/>
                  <a:pt x="16866" y="459"/>
                </a:cubicBezTo>
                <a:cubicBezTo>
                  <a:pt x="16817" y="459"/>
                  <a:pt x="16773" y="485"/>
                  <a:pt x="16763" y="545"/>
                </a:cubicBezTo>
                <a:lnTo>
                  <a:pt x="16757" y="578"/>
                </a:lnTo>
                <a:lnTo>
                  <a:pt x="16757" y="578"/>
                </a:lnTo>
                <a:lnTo>
                  <a:pt x="16756" y="578"/>
                </a:lnTo>
                <a:lnTo>
                  <a:pt x="16756" y="578"/>
                </a:lnTo>
                <a:cubicBezTo>
                  <a:pt x="16756" y="579"/>
                  <a:pt x="16756" y="581"/>
                  <a:pt x="16756" y="582"/>
                </a:cubicBezTo>
                <a:lnTo>
                  <a:pt x="16756" y="582"/>
                </a:lnTo>
                <a:lnTo>
                  <a:pt x="16331" y="3057"/>
                </a:lnTo>
                <a:lnTo>
                  <a:pt x="16141" y="4162"/>
                </a:lnTo>
                <a:lnTo>
                  <a:pt x="16037" y="4765"/>
                </a:lnTo>
                <a:cubicBezTo>
                  <a:pt x="16004" y="4963"/>
                  <a:pt x="15994" y="5190"/>
                  <a:pt x="15921" y="5378"/>
                </a:cubicBezTo>
                <a:cubicBezTo>
                  <a:pt x="15854" y="5550"/>
                  <a:pt x="15724" y="5605"/>
                  <a:pt x="15575" y="5605"/>
                </a:cubicBezTo>
                <a:cubicBezTo>
                  <a:pt x="15377" y="5605"/>
                  <a:pt x="15145" y="5509"/>
                  <a:pt x="14979" y="5465"/>
                </a:cubicBezTo>
                <a:cubicBezTo>
                  <a:pt x="14624" y="5370"/>
                  <a:pt x="14255" y="5339"/>
                  <a:pt x="13888" y="5339"/>
                </a:cubicBezTo>
                <a:cubicBezTo>
                  <a:pt x="13866" y="5339"/>
                  <a:pt x="13843" y="5339"/>
                  <a:pt x="13821" y="5339"/>
                </a:cubicBezTo>
                <a:cubicBezTo>
                  <a:pt x="13302" y="5343"/>
                  <a:pt x="12776" y="5411"/>
                  <a:pt x="12254" y="5411"/>
                </a:cubicBezTo>
                <a:cubicBezTo>
                  <a:pt x="12040" y="5411"/>
                  <a:pt x="11827" y="5399"/>
                  <a:pt x="11616" y="5368"/>
                </a:cubicBezTo>
                <a:cubicBezTo>
                  <a:pt x="11061" y="5285"/>
                  <a:pt x="10475" y="5069"/>
                  <a:pt x="10091" y="4643"/>
                </a:cubicBezTo>
                <a:cubicBezTo>
                  <a:pt x="9897" y="4427"/>
                  <a:pt x="9787" y="4173"/>
                  <a:pt x="9743" y="3888"/>
                </a:cubicBezTo>
                <a:cubicBezTo>
                  <a:pt x="9707" y="3654"/>
                  <a:pt x="9705" y="3394"/>
                  <a:pt x="9578" y="3185"/>
                </a:cubicBezTo>
                <a:cubicBezTo>
                  <a:pt x="9464" y="2998"/>
                  <a:pt x="9299" y="2929"/>
                  <a:pt x="9120" y="2929"/>
                </a:cubicBezTo>
                <a:cubicBezTo>
                  <a:pt x="8862" y="2929"/>
                  <a:pt x="8574" y="3073"/>
                  <a:pt x="8373" y="3214"/>
                </a:cubicBezTo>
                <a:cubicBezTo>
                  <a:pt x="7958" y="3505"/>
                  <a:pt x="7656" y="3918"/>
                  <a:pt x="7338" y="4305"/>
                </a:cubicBezTo>
                <a:cubicBezTo>
                  <a:pt x="6905" y="4830"/>
                  <a:pt x="6468" y="5230"/>
                  <a:pt x="5767" y="5318"/>
                </a:cubicBezTo>
                <a:cubicBezTo>
                  <a:pt x="5358" y="5369"/>
                  <a:pt x="4797" y="5459"/>
                  <a:pt x="4526" y="5787"/>
                </a:cubicBezTo>
                <a:lnTo>
                  <a:pt x="4526" y="5787"/>
                </a:lnTo>
                <a:cubicBezTo>
                  <a:pt x="4284" y="4322"/>
                  <a:pt x="4115" y="2847"/>
                  <a:pt x="4017" y="1366"/>
                </a:cubicBezTo>
                <a:lnTo>
                  <a:pt x="4017" y="1366"/>
                </a:lnTo>
                <a:cubicBezTo>
                  <a:pt x="4013" y="1145"/>
                  <a:pt x="4000" y="925"/>
                  <a:pt x="3979" y="705"/>
                </a:cubicBezTo>
                <a:lnTo>
                  <a:pt x="3979" y="705"/>
                </a:lnTo>
                <a:cubicBezTo>
                  <a:pt x="3978" y="695"/>
                  <a:pt x="3978" y="685"/>
                  <a:pt x="3977" y="675"/>
                </a:cubicBezTo>
                <a:lnTo>
                  <a:pt x="3976" y="675"/>
                </a:lnTo>
                <a:cubicBezTo>
                  <a:pt x="3968" y="599"/>
                  <a:pt x="3905" y="560"/>
                  <a:pt x="3845" y="560"/>
                </a:cubicBezTo>
                <a:cubicBezTo>
                  <a:pt x="3786" y="560"/>
                  <a:pt x="3730" y="598"/>
                  <a:pt x="3734" y="676"/>
                </a:cubicBezTo>
                <a:cubicBezTo>
                  <a:pt x="3747" y="925"/>
                  <a:pt x="3761" y="1173"/>
                  <a:pt x="3778" y="1421"/>
                </a:cubicBezTo>
                <a:lnTo>
                  <a:pt x="3778" y="1421"/>
                </a:lnTo>
                <a:cubicBezTo>
                  <a:pt x="3786" y="1975"/>
                  <a:pt x="3742" y="2529"/>
                  <a:pt x="3645" y="3076"/>
                </a:cubicBezTo>
                <a:cubicBezTo>
                  <a:pt x="3513" y="3816"/>
                  <a:pt x="3310" y="4663"/>
                  <a:pt x="2910" y="5307"/>
                </a:cubicBezTo>
                <a:cubicBezTo>
                  <a:pt x="2725" y="5605"/>
                  <a:pt x="2489" y="5702"/>
                  <a:pt x="2225" y="5702"/>
                </a:cubicBezTo>
                <a:cubicBezTo>
                  <a:pt x="1744" y="5702"/>
                  <a:pt x="1174" y="5382"/>
                  <a:pt x="661" y="5382"/>
                </a:cubicBezTo>
                <a:cubicBezTo>
                  <a:pt x="462" y="5382"/>
                  <a:pt x="271" y="5430"/>
                  <a:pt x="98" y="5565"/>
                </a:cubicBezTo>
                <a:cubicBezTo>
                  <a:pt x="0" y="5641"/>
                  <a:pt x="89" y="5765"/>
                  <a:pt x="191" y="5765"/>
                </a:cubicBezTo>
                <a:cubicBezTo>
                  <a:pt x="217" y="5765"/>
                  <a:pt x="245" y="5757"/>
                  <a:pt x="270" y="5737"/>
                </a:cubicBezTo>
                <a:lnTo>
                  <a:pt x="268" y="5737"/>
                </a:lnTo>
                <a:cubicBezTo>
                  <a:pt x="398" y="5636"/>
                  <a:pt x="547" y="5599"/>
                  <a:pt x="705" y="5599"/>
                </a:cubicBezTo>
                <a:cubicBezTo>
                  <a:pt x="1098" y="5599"/>
                  <a:pt x="1547" y="5831"/>
                  <a:pt x="1886" y="5904"/>
                </a:cubicBezTo>
                <a:cubicBezTo>
                  <a:pt x="1999" y="5928"/>
                  <a:pt x="2108" y="5940"/>
                  <a:pt x="2212" y="5940"/>
                </a:cubicBezTo>
                <a:cubicBezTo>
                  <a:pt x="2611" y="5940"/>
                  <a:pt x="2940" y="5761"/>
                  <a:pt x="3159" y="5360"/>
                </a:cubicBezTo>
                <a:cubicBezTo>
                  <a:pt x="3526" y="4685"/>
                  <a:pt x="3742" y="3893"/>
                  <a:pt x="3878" y="3141"/>
                </a:cubicBezTo>
                <a:cubicBezTo>
                  <a:pt x="3888" y="3083"/>
                  <a:pt x="3898" y="3024"/>
                  <a:pt x="3907" y="2966"/>
                </a:cubicBezTo>
                <a:lnTo>
                  <a:pt x="3907" y="2966"/>
                </a:lnTo>
                <a:cubicBezTo>
                  <a:pt x="4021" y="4092"/>
                  <a:pt x="4176" y="5214"/>
                  <a:pt x="4372" y="6330"/>
                </a:cubicBezTo>
                <a:cubicBezTo>
                  <a:pt x="4382" y="6389"/>
                  <a:pt x="4431" y="6416"/>
                  <a:pt x="4482" y="6416"/>
                </a:cubicBezTo>
                <a:cubicBezTo>
                  <a:pt x="4546" y="6416"/>
                  <a:pt x="4613" y="6373"/>
                  <a:pt x="4610" y="6297"/>
                </a:cubicBezTo>
                <a:cubicBezTo>
                  <a:pt x="4571" y="5468"/>
                  <a:pt x="5855" y="5629"/>
                  <a:pt x="6362" y="5431"/>
                </a:cubicBezTo>
                <a:cubicBezTo>
                  <a:pt x="6817" y="5255"/>
                  <a:pt x="7161" y="4894"/>
                  <a:pt x="7467" y="4526"/>
                </a:cubicBezTo>
                <a:cubicBezTo>
                  <a:pt x="7798" y="4129"/>
                  <a:pt x="8106" y="3679"/>
                  <a:pt x="8546" y="3390"/>
                </a:cubicBezTo>
                <a:cubicBezTo>
                  <a:pt x="8695" y="3292"/>
                  <a:pt x="8913" y="3174"/>
                  <a:pt x="9099" y="3174"/>
                </a:cubicBezTo>
                <a:cubicBezTo>
                  <a:pt x="9226" y="3174"/>
                  <a:pt x="9339" y="3229"/>
                  <a:pt x="9405" y="3384"/>
                </a:cubicBezTo>
                <a:cubicBezTo>
                  <a:pt x="9505" y="3622"/>
                  <a:pt x="9481" y="3899"/>
                  <a:pt x="9547" y="4146"/>
                </a:cubicBezTo>
                <a:cubicBezTo>
                  <a:pt x="9821" y="5180"/>
                  <a:pt x="11034" y="5608"/>
                  <a:pt x="11995" y="5644"/>
                </a:cubicBezTo>
                <a:cubicBezTo>
                  <a:pt x="12071" y="5647"/>
                  <a:pt x="12147" y="5649"/>
                  <a:pt x="12223" y="5649"/>
                </a:cubicBezTo>
                <a:cubicBezTo>
                  <a:pt x="12773" y="5649"/>
                  <a:pt x="13322" y="5581"/>
                  <a:pt x="13871" y="5581"/>
                </a:cubicBezTo>
                <a:cubicBezTo>
                  <a:pt x="14012" y="5581"/>
                  <a:pt x="14153" y="5585"/>
                  <a:pt x="14294" y="5596"/>
                </a:cubicBezTo>
                <a:cubicBezTo>
                  <a:pt x="14646" y="5624"/>
                  <a:pt x="14960" y="5734"/>
                  <a:pt x="15300" y="5809"/>
                </a:cubicBezTo>
                <a:cubicBezTo>
                  <a:pt x="15394" y="5830"/>
                  <a:pt x="15493" y="5845"/>
                  <a:pt x="15590" y="5845"/>
                </a:cubicBezTo>
                <a:cubicBezTo>
                  <a:pt x="15749" y="5845"/>
                  <a:pt x="15903" y="5804"/>
                  <a:pt x="16020" y="5679"/>
                </a:cubicBezTo>
                <a:cubicBezTo>
                  <a:pt x="16238" y="5450"/>
                  <a:pt x="16238" y="5021"/>
                  <a:pt x="16288" y="4729"/>
                </a:cubicBezTo>
                <a:lnTo>
                  <a:pt x="16529" y="3323"/>
                </a:lnTo>
                <a:lnTo>
                  <a:pt x="16812" y="1675"/>
                </a:lnTo>
                <a:lnTo>
                  <a:pt x="16812" y="1675"/>
                </a:lnTo>
                <a:cubicBezTo>
                  <a:pt x="16912" y="3130"/>
                  <a:pt x="17110" y="4577"/>
                  <a:pt x="17405" y="6006"/>
                </a:cubicBezTo>
                <a:cubicBezTo>
                  <a:pt x="17418" y="6066"/>
                  <a:pt x="17462" y="6091"/>
                  <a:pt x="17510" y="6091"/>
                </a:cubicBezTo>
                <a:cubicBezTo>
                  <a:pt x="17554" y="6091"/>
                  <a:pt x="17599" y="6070"/>
                  <a:pt x="17626" y="6035"/>
                </a:cubicBezTo>
                <a:cubicBezTo>
                  <a:pt x="17881" y="5699"/>
                  <a:pt x="18325" y="5673"/>
                  <a:pt x="18739" y="5673"/>
                </a:cubicBezTo>
                <a:cubicBezTo>
                  <a:pt x="18815" y="5673"/>
                  <a:pt x="18890" y="5674"/>
                  <a:pt x="18962" y="5674"/>
                </a:cubicBezTo>
                <a:cubicBezTo>
                  <a:pt x="19020" y="5674"/>
                  <a:pt x="19076" y="5673"/>
                  <a:pt x="19130" y="5671"/>
                </a:cubicBezTo>
                <a:cubicBezTo>
                  <a:pt x="19628" y="5653"/>
                  <a:pt x="20108" y="5552"/>
                  <a:pt x="20435" y="5144"/>
                </a:cubicBezTo>
                <a:cubicBezTo>
                  <a:pt x="20805" y="4681"/>
                  <a:pt x="20883" y="4049"/>
                  <a:pt x="21293" y="3611"/>
                </a:cubicBezTo>
                <a:cubicBezTo>
                  <a:pt x="21450" y="3445"/>
                  <a:pt x="21658" y="3316"/>
                  <a:pt x="21882" y="3316"/>
                </a:cubicBezTo>
                <a:cubicBezTo>
                  <a:pt x="21947" y="3316"/>
                  <a:pt x="22012" y="3327"/>
                  <a:pt x="22079" y="3350"/>
                </a:cubicBezTo>
                <a:cubicBezTo>
                  <a:pt x="22345" y="3443"/>
                  <a:pt x="22507" y="3706"/>
                  <a:pt x="22639" y="3939"/>
                </a:cubicBezTo>
                <a:cubicBezTo>
                  <a:pt x="22877" y="4360"/>
                  <a:pt x="23062" y="4811"/>
                  <a:pt x="23461" y="5110"/>
                </a:cubicBezTo>
                <a:cubicBezTo>
                  <a:pt x="23919" y="5452"/>
                  <a:pt x="24507" y="5550"/>
                  <a:pt x="25062" y="5595"/>
                </a:cubicBezTo>
                <a:cubicBezTo>
                  <a:pt x="25790" y="5653"/>
                  <a:pt x="26522" y="5661"/>
                  <a:pt x="27251" y="5691"/>
                </a:cubicBezTo>
                <a:lnTo>
                  <a:pt x="28427" y="5739"/>
                </a:lnTo>
                <a:cubicBezTo>
                  <a:pt x="28484" y="5741"/>
                  <a:pt x="28542" y="5743"/>
                  <a:pt x="28599" y="5743"/>
                </a:cubicBezTo>
                <a:cubicBezTo>
                  <a:pt x="28811" y="5743"/>
                  <a:pt x="29009" y="5708"/>
                  <a:pt x="29121" y="5487"/>
                </a:cubicBezTo>
                <a:cubicBezTo>
                  <a:pt x="29280" y="5172"/>
                  <a:pt x="29269" y="4725"/>
                  <a:pt x="29318" y="4383"/>
                </a:cubicBezTo>
                <a:lnTo>
                  <a:pt x="29512" y="3057"/>
                </a:lnTo>
                <a:lnTo>
                  <a:pt x="29753" y="1409"/>
                </a:lnTo>
                <a:lnTo>
                  <a:pt x="29753" y="1409"/>
                </a:lnTo>
                <a:cubicBezTo>
                  <a:pt x="29875" y="2954"/>
                  <a:pt x="30079" y="4491"/>
                  <a:pt x="30365" y="6015"/>
                </a:cubicBezTo>
                <a:cubicBezTo>
                  <a:pt x="30377" y="6076"/>
                  <a:pt x="30435" y="6101"/>
                  <a:pt x="30489" y="6101"/>
                </a:cubicBezTo>
                <a:cubicBezTo>
                  <a:pt x="30498" y="6101"/>
                  <a:pt x="30506" y="6101"/>
                  <a:pt x="30514" y="6099"/>
                </a:cubicBezTo>
                <a:cubicBezTo>
                  <a:pt x="31726" y="5930"/>
                  <a:pt x="32865" y="5334"/>
                  <a:pt x="33690" y="4430"/>
                </a:cubicBezTo>
                <a:cubicBezTo>
                  <a:pt x="33875" y="4227"/>
                  <a:pt x="34031" y="4006"/>
                  <a:pt x="34196" y="3787"/>
                </a:cubicBezTo>
                <a:cubicBezTo>
                  <a:pt x="34335" y="3602"/>
                  <a:pt x="34583" y="3302"/>
                  <a:pt x="34838" y="3302"/>
                </a:cubicBezTo>
                <a:cubicBezTo>
                  <a:pt x="34915" y="3302"/>
                  <a:pt x="34994" y="3330"/>
                  <a:pt x="35070" y="3398"/>
                </a:cubicBezTo>
                <a:cubicBezTo>
                  <a:pt x="35256" y="3566"/>
                  <a:pt x="35283" y="3884"/>
                  <a:pt x="35352" y="4109"/>
                </a:cubicBezTo>
                <a:cubicBezTo>
                  <a:pt x="35418" y="4330"/>
                  <a:pt x="35525" y="4536"/>
                  <a:pt x="35669" y="4716"/>
                </a:cubicBezTo>
                <a:cubicBezTo>
                  <a:pt x="36291" y="5480"/>
                  <a:pt x="37427" y="5627"/>
                  <a:pt x="38347" y="5670"/>
                </a:cubicBezTo>
                <a:cubicBezTo>
                  <a:pt x="39094" y="5704"/>
                  <a:pt x="39844" y="5704"/>
                  <a:pt x="40592" y="5718"/>
                </a:cubicBezTo>
                <a:cubicBezTo>
                  <a:pt x="40815" y="5723"/>
                  <a:pt x="41069" y="5756"/>
                  <a:pt x="41311" y="5756"/>
                </a:cubicBezTo>
                <a:cubicBezTo>
                  <a:pt x="41433" y="5756"/>
                  <a:pt x="41552" y="5748"/>
                  <a:pt x="41662" y="5723"/>
                </a:cubicBezTo>
                <a:cubicBezTo>
                  <a:pt x="41908" y="5668"/>
                  <a:pt x="42013" y="5446"/>
                  <a:pt x="42061" y="5219"/>
                </a:cubicBezTo>
                <a:cubicBezTo>
                  <a:pt x="42234" y="4405"/>
                  <a:pt x="42314" y="3555"/>
                  <a:pt x="42397" y="2728"/>
                </a:cubicBezTo>
                <a:cubicBezTo>
                  <a:pt x="42442" y="2267"/>
                  <a:pt x="42479" y="1806"/>
                  <a:pt x="42507" y="1345"/>
                </a:cubicBezTo>
                <a:lnTo>
                  <a:pt x="42507" y="1345"/>
                </a:lnTo>
                <a:cubicBezTo>
                  <a:pt x="42753" y="2930"/>
                  <a:pt x="42998" y="4516"/>
                  <a:pt x="43243" y="6101"/>
                </a:cubicBezTo>
                <a:cubicBezTo>
                  <a:pt x="43252" y="6157"/>
                  <a:pt x="43308" y="6188"/>
                  <a:pt x="43362" y="6188"/>
                </a:cubicBezTo>
                <a:cubicBezTo>
                  <a:pt x="43404" y="6188"/>
                  <a:pt x="43446" y="6169"/>
                  <a:pt x="43465" y="6129"/>
                </a:cubicBezTo>
                <a:cubicBezTo>
                  <a:pt x="43691" y="5642"/>
                  <a:pt x="44324" y="5690"/>
                  <a:pt x="44779" y="5649"/>
                </a:cubicBezTo>
                <a:cubicBezTo>
                  <a:pt x="45229" y="5612"/>
                  <a:pt x="45647" y="5521"/>
                  <a:pt x="45984" y="5203"/>
                </a:cubicBezTo>
                <a:cubicBezTo>
                  <a:pt x="46298" y="4907"/>
                  <a:pt x="46504" y="4514"/>
                  <a:pt x="46733" y="4153"/>
                </a:cubicBezTo>
                <a:cubicBezTo>
                  <a:pt x="46952" y="3808"/>
                  <a:pt x="47213" y="3437"/>
                  <a:pt x="47639" y="3389"/>
                </a:cubicBezTo>
                <a:lnTo>
                  <a:pt x="47639" y="3389"/>
                </a:lnTo>
                <a:cubicBezTo>
                  <a:pt x="48138" y="4753"/>
                  <a:pt x="49536" y="5669"/>
                  <a:pt x="50964" y="5669"/>
                </a:cubicBezTo>
                <a:cubicBezTo>
                  <a:pt x="51267" y="5669"/>
                  <a:pt x="51571" y="5628"/>
                  <a:pt x="51868" y="5541"/>
                </a:cubicBezTo>
                <a:cubicBezTo>
                  <a:pt x="52005" y="5501"/>
                  <a:pt x="51964" y="5301"/>
                  <a:pt x="51840" y="5301"/>
                </a:cubicBezTo>
                <a:cubicBezTo>
                  <a:pt x="51828" y="5301"/>
                  <a:pt x="51816" y="5303"/>
                  <a:pt x="51803" y="5307"/>
                </a:cubicBezTo>
                <a:cubicBezTo>
                  <a:pt x="51528" y="5387"/>
                  <a:pt x="51245" y="5425"/>
                  <a:pt x="50963" y="5425"/>
                </a:cubicBezTo>
                <a:cubicBezTo>
                  <a:pt x="49609" y="5425"/>
                  <a:pt x="48275" y="4544"/>
                  <a:pt x="47841" y="3231"/>
                </a:cubicBezTo>
                <a:cubicBezTo>
                  <a:pt x="47826" y="3180"/>
                  <a:pt x="47778" y="3143"/>
                  <a:pt x="47723" y="3142"/>
                </a:cubicBezTo>
                <a:cubicBezTo>
                  <a:pt x="46737" y="3152"/>
                  <a:pt x="46453" y="4355"/>
                  <a:pt x="45891" y="4954"/>
                </a:cubicBezTo>
                <a:cubicBezTo>
                  <a:pt x="45493" y="5377"/>
                  <a:pt x="44966" y="5390"/>
                  <a:pt x="44423" y="5433"/>
                </a:cubicBezTo>
                <a:cubicBezTo>
                  <a:pt x="44067" y="5463"/>
                  <a:pt x="43685" y="5516"/>
                  <a:pt x="43433" y="5757"/>
                </a:cubicBezTo>
                <a:lnTo>
                  <a:pt x="43433" y="5757"/>
                </a:lnTo>
                <a:cubicBezTo>
                  <a:pt x="43143" y="3878"/>
                  <a:pt x="42853" y="1999"/>
                  <a:pt x="42562" y="121"/>
                </a:cubicBezTo>
                <a:lnTo>
                  <a:pt x="42562" y="121"/>
                </a:lnTo>
                <a:cubicBezTo>
                  <a:pt x="42562" y="121"/>
                  <a:pt x="42562" y="120"/>
                  <a:pt x="42562" y="120"/>
                </a:cubicBezTo>
                <a:lnTo>
                  <a:pt x="42562" y="120"/>
                </a:lnTo>
                <a:lnTo>
                  <a:pt x="42562" y="120"/>
                </a:lnTo>
                <a:lnTo>
                  <a:pt x="42562" y="120"/>
                </a:lnTo>
                <a:cubicBezTo>
                  <a:pt x="42561" y="109"/>
                  <a:pt x="42559" y="98"/>
                  <a:pt x="42557" y="88"/>
                </a:cubicBezTo>
                <a:cubicBezTo>
                  <a:pt x="42548" y="27"/>
                  <a:pt x="42503" y="0"/>
                  <a:pt x="4245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7"/>
          <p:cNvSpPr/>
          <p:nvPr/>
        </p:nvSpPr>
        <p:spPr>
          <a:xfrm flipH="1">
            <a:off x="-824324" y="4166177"/>
            <a:ext cx="5518357" cy="680924"/>
          </a:xfrm>
          <a:custGeom>
            <a:avLst/>
            <a:gdLst/>
            <a:ahLst/>
            <a:cxnLst/>
            <a:rect l="l" t="t" r="r" b="b"/>
            <a:pathLst>
              <a:path w="52006" h="6417" extrusionOk="0">
                <a:moveTo>
                  <a:pt x="42454" y="0"/>
                </a:moveTo>
                <a:cubicBezTo>
                  <a:pt x="42391" y="0"/>
                  <a:pt x="42321" y="45"/>
                  <a:pt x="42319" y="120"/>
                </a:cubicBezTo>
                <a:cubicBezTo>
                  <a:pt x="42277" y="1651"/>
                  <a:pt x="42138" y="3177"/>
                  <a:pt x="41904" y="4690"/>
                </a:cubicBezTo>
                <a:cubicBezTo>
                  <a:pt x="41880" y="4844"/>
                  <a:pt x="41860" y="5002"/>
                  <a:pt x="41827" y="5154"/>
                </a:cubicBezTo>
                <a:cubicBezTo>
                  <a:pt x="41780" y="5374"/>
                  <a:pt x="41690" y="5467"/>
                  <a:pt x="41454" y="5494"/>
                </a:cubicBezTo>
                <a:cubicBezTo>
                  <a:pt x="41353" y="5505"/>
                  <a:pt x="41249" y="5510"/>
                  <a:pt x="41144" y="5510"/>
                </a:cubicBezTo>
                <a:cubicBezTo>
                  <a:pt x="40842" y="5510"/>
                  <a:pt x="40528" y="5475"/>
                  <a:pt x="40236" y="5468"/>
                </a:cubicBezTo>
                <a:cubicBezTo>
                  <a:pt x="39562" y="5455"/>
                  <a:pt x="38885" y="5461"/>
                  <a:pt x="38211" y="5421"/>
                </a:cubicBezTo>
                <a:cubicBezTo>
                  <a:pt x="37272" y="5364"/>
                  <a:pt x="35982" y="5155"/>
                  <a:pt x="35616" y="4138"/>
                </a:cubicBezTo>
                <a:cubicBezTo>
                  <a:pt x="35480" y="3758"/>
                  <a:pt x="35449" y="3192"/>
                  <a:pt x="34969" y="3077"/>
                </a:cubicBezTo>
                <a:cubicBezTo>
                  <a:pt x="34920" y="3065"/>
                  <a:pt x="34872" y="3060"/>
                  <a:pt x="34826" y="3060"/>
                </a:cubicBezTo>
                <a:cubicBezTo>
                  <a:pt x="34420" y="3060"/>
                  <a:pt x="34115" y="3486"/>
                  <a:pt x="33900" y="3785"/>
                </a:cubicBezTo>
                <a:cubicBezTo>
                  <a:pt x="33107" y="4883"/>
                  <a:pt x="31914" y="5624"/>
                  <a:pt x="30580" y="5847"/>
                </a:cubicBezTo>
                <a:lnTo>
                  <a:pt x="30580" y="5847"/>
                </a:lnTo>
                <a:cubicBezTo>
                  <a:pt x="30238" y="4003"/>
                  <a:pt x="30018" y="2139"/>
                  <a:pt x="29920" y="267"/>
                </a:cubicBezTo>
                <a:cubicBezTo>
                  <a:pt x="29916" y="194"/>
                  <a:pt x="29845" y="148"/>
                  <a:pt x="29782" y="148"/>
                </a:cubicBezTo>
                <a:cubicBezTo>
                  <a:pt x="29734" y="148"/>
                  <a:pt x="29690" y="174"/>
                  <a:pt x="29681" y="235"/>
                </a:cubicBezTo>
                <a:cubicBezTo>
                  <a:pt x="29447" y="1836"/>
                  <a:pt x="29218" y="3436"/>
                  <a:pt x="28980" y="5035"/>
                </a:cubicBezTo>
                <a:cubicBezTo>
                  <a:pt x="28945" y="5263"/>
                  <a:pt x="28949" y="5470"/>
                  <a:pt x="28664" y="5505"/>
                </a:cubicBezTo>
                <a:cubicBezTo>
                  <a:pt x="28629" y="5509"/>
                  <a:pt x="28594" y="5510"/>
                  <a:pt x="28558" y="5510"/>
                </a:cubicBezTo>
                <a:cubicBezTo>
                  <a:pt x="28430" y="5510"/>
                  <a:pt x="28293" y="5491"/>
                  <a:pt x="28172" y="5487"/>
                </a:cubicBezTo>
                <a:lnTo>
                  <a:pt x="26895" y="5435"/>
                </a:lnTo>
                <a:cubicBezTo>
                  <a:pt x="26173" y="5405"/>
                  <a:pt x="25432" y="5418"/>
                  <a:pt x="24716" y="5316"/>
                </a:cubicBezTo>
                <a:cubicBezTo>
                  <a:pt x="24122" y="5229"/>
                  <a:pt x="23557" y="5016"/>
                  <a:pt x="23222" y="4492"/>
                </a:cubicBezTo>
                <a:cubicBezTo>
                  <a:pt x="22970" y="4100"/>
                  <a:pt x="22818" y="3609"/>
                  <a:pt x="22456" y="3298"/>
                </a:cubicBezTo>
                <a:cubicBezTo>
                  <a:pt x="22284" y="3150"/>
                  <a:pt x="22083" y="3079"/>
                  <a:pt x="21880" y="3079"/>
                </a:cubicBezTo>
                <a:cubicBezTo>
                  <a:pt x="21671" y="3079"/>
                  <a:pt x="21461" y="3154"/>
                  <a:pt x="21281" y="3296"/>
                </a:cubicBezTo>
                <a:cubicBezTo>
                  <a:pt x="20822" y="3654"/>
                  <a:pt x="20691" y="4226"/>
                  <a:pt x="20426" y="4716"/>
                </a:cubicBezTo>
                <a:cubicBezTo>
                  <a:pt x="20258" y="5027"/>
                  <a:pt x="20027" y="5267"/>
                  <a:pt x="19679" y="5361"/>
                </a:cubicBezTo>
                <a:cubicBezTo>
                  <a:pt x="19392" y="5437"/>
                  <a:pt x="19090" y="5431"/>
                  <a:pt x="18797" y="5435"/>
                </a:cubicBezTo>
                <a:cubicBezTo>
                  <a:pt x="18366" y="5440"/>
                  <a:pt x="17925" y="5461"/>
                  <a:pt x="17596" y="5728"/>
                </a:cubicBezTo>
                <a:lnTo>
                  <a:pt x="17596" y="5728"/>
                </a:lnTo>
                <a:cubicBezTo>
                  <a:pt x="17258" y="4031"/>
                  <a:pt x="17058" y="2308"/>
                  <a:pt x="17001" y="578"/>
                </a:cubicBezTo>
                <a:cubicBezTo>
                  <a:pt x="16998" y="504"/>
                  <a:pt x="16929" y="459"/>
                  <a:pt x="16866" y="459"/>
                </a:cubicBezTo>
                <a:cubicBezTo>
                  <a:pt x="16817" y="459"/>
                  <a:pt x="16773" y="485"/>
                  <a:pt x="16763" y="545"/>
                </a:cubicBezTo>
                <a:lnTo>
                  <a:pt x="16757" y="578"/>
                </a:lnTo>
                <a:lnTo>
                  <a:pt x="16757" y="578"/>
                </a:lnTo>
                <a:lnTo>
                  <a:pt x="16756" y="578"/>
                </a:lnTo>
                <a:lnTo>
                  <a:pt x="16756" y="578"/>
                </a:lnTo>
                <a:cubicBezTo>
                  <a:pt x="16756" y="579"/>
                  <a:pt x="16756" y="581"/>
                  <a:pt x="16756" y="582"/>
                </a:cubicBezTo>
                <a:lnTo>
                  <a:pt x="16756" y="582"/>
                </a:lnTo>
                <a:lnTo>
                  <a:pt x="16331" y="3057"/>
                </a:lnTo>
                <a:lnTo>
                  <a:pt x="16141" y="4162"/>
                </a:lnTo>
                <a:lnTo>
                  <a:pt x="16037" y="4765"/>
                </a:lnTo>
                <a:cubicBezTo>
                  <a:pt x="16004" y="4963"/>
                  <a:pt x="15994" y="5190"/>
                  <a:pt x="15921" y="5378"/>
                </a:cubicBezTo>
                <a:cubicBezTo>
                  <a:pt x="15854" y="5550"/>
                  <a:pt x="15724" y="5605"/>
                  <a:pt x="15575" y="5605"/>
                </a:cubicBezTo>
                <a:cubicBezTo>
                  <a:pt x="15377" y="5605"/>
                  <a:pt x="15145" y="5509"/>
                  <a:pt x="14979" y="5465"/>
                </a:cubicBezTo>
                <a:cubicBezTo>
                  <a:pt x="14624" y="5370"/>
                  <a:pt x="14255" y="5339"/>
                  <a:pt x="13888" y="5339"/>
                </a:cubicBezTo>
                <a:cubicBezTo>
                  <a:pt x="13866" y="5339"/>
                  <a:pt x="13843" y="5339"/>
                  <a:pt x="13821" y="5339"/>
                </a:cubicBezTo>
                <a:cubicBezTo>
                  <a:pt x="13302" y="5343"/>
                  <a:pt x="12776" y="5411"/>
                  <a:pt x="12254" y="5411"/>
                </a:cubicBezTo>
                <a:cubicBezTo>
                  <a:pt x="12040" y="5411"/>
                  <a:pt x="11827" y="5399"/>
                  <a:pt x="11616" y="5368"/>
                </a:cubicBezTo>
                <a:cubicBezTo>
                  <a:pt x="11061" y="5285"/>
                  <a:pt x="10475" y="5069"/>
                  <a:pt x="10091" y="4643"/>
                </a:cubicBezTo>
                <a:cubicBezTo>
                  <a:pt x="9897" y="4427"/>
                  <a:pt x="9787" y="4173"/>
                  <a:pt x="9743" y="3888"/>
                </a:cubicBezTo>
                <a:cubicBezTo>
                  <a:pt x="9707" y="3654"/>
                  <a:pt x="9705" y="3394"/>
                  <a:pt x="9578" y="3185"/>
                </a:cubicBezTo>
                <a:cubicBezTo>
                  <a:pt x="9464" y="2998"/>
                  <a:pt x="9299" y="2929"/>
                  <a:pt x="9120" y="2929"/>
                </a:cubicBezTo>
                <a:cubicBezTo>
                  <a:pt x="8862" y="2929"/>
                  <a:pt x="8574" y="3073"/>
                  <a:pt x="8373" y="3214"/>
                </a:cubicBezTo>
                <a:cubicBezTo>
                  <a:pt x="7958" y="3505"/>
                  <a:pt x="7656" y="3918"/>
                  <a:pt x="7338" y="4305"/>
                </a:cubicBezTo>
                <a:cubicBezTo>
                  <a:pt x="6905" y="4830"/>
                  <a:pt x="6468" y="5230"/>
                  <a:pt x="5767" y="5318"/>
                </a:cubicBezTo>
                <a:cubicBezTo>
                  <a:pt x="5358" y="5369"/>
                  <a:pt x="4797" y="5459"/>
                  <a:pt x="4526" y="5787"/>
                </a:cubicBezTo>
                <a:lnTo>
                  <a:pt x="4526" y="5787"/>
                </a:lnTo>
                <a:cubicBezTo>
                  <a:pt x="4284" y="4322"/>
                  <a:pt x="4115" y="2847"/>
                  <a:pt x="4017" y="1366"/>
                </a:cubicBezTo>
                <a:lnTo>
                  <a:pt x="4017" y="1366"/>
                </a:lnTo>
                <a:cubicBezTo>
                  <a:pt x="4013" y="1145"/>
                  <a:pt x="4000" y="925"/>
                  <a:pt x="3979" y="705"/>
                </a:cubicBezTo>
                <a:lnTo>
                  <a:pt x="3979" y="705"/>
                </a:lnTo>
                <a:cubicBezTo>
                  <a:pt x="3978" y="695"/>
                  <a:pt x="3978" y="685"/>
                  <a:pt x="3977" y="675"/>
                </a:cubicBezTo>
                <a:lnTo>
                  <a:pt x="3976" y="675"/>
                </a:lnTo>
                <a:cubicBezTo>
                  <a:pt x="3968" y="599"/>
                  <a:pt x="3905" y="560"/>
                  <a:pt x="3845" y="560"/>
                </a:cubicBezTo>
                <a:cubicBezTo>
                  <a:pt x="3786" y="560"/>
                  <a:pt x="3730" y="598"/>
                  <a:pt x="3734" y="676"/>
                </a:cubicBezTo>
                <a:cubicBezTo>
                  <a:pt x="3747" y="925"/>
                  <a:pt x="3761" y="1173"/>
                  <a:pt x="3778" y="1421"/>
                </a:cubicBezTo>
                <a:lnTo>
                  <a:pt x="3778" y="1421"/>
                </a:lnTo>
                <a:cubicBezTo>
                  <a:pt x="3786" y="1975"/>
                  <a:pt x="3742" y="2529"/>
                  <a:pt x="3645" y="3076"/>
                </a:cubicBezTo>
                <a:cubicBezTo>
                  <a:pt x="3513" y="3816"/>
                  <a:pt x="3310" y="4663"/>
                  <a:pt x="2910" y="5307"/>
                </a:cubicBezTo>
                <a:cubicBezTo>
                  <a:pt x="2725" y="5605"/>
                  <a:pt x="2489" y="5702"/>
                  <a:pt x="2225" y="5702"/>
                </a:cubicBezTo>
                <a:cubicBezTo>
                  <a:pt x="1744" y="5702"/>
                  <a:pt x="1174" y="5382"/>
                  <a:pt x="661" y="5382"/>
                </a:cubicBezTo>
                <a:cubicBezTo>
                  <a:pt x="462" y="5382"/>
                  <a:pt x="271" y="5430"/>
                  <a:pt x="98" y="5565"/>
                </a:cubicBezTo>
                <a:cubicBezTo>
                  <a:pt x="0" y="5641"/>
                  <a:pt x="89" y="5765"/>
                  <a:pt x="191" y="5765"/>
                </a:cubicBezTo>
                <a:cubicBezTo>
                  <a:pt x="217" y="5765"/>
                  <a:pt x="245" y="5757"/>
                  <a:pt x="270" y="5737"/>
                </a:cubicBezTo>
                <a:lnTo>
                  <a:pt x="268" y="5737"/>
                </a:lnTo>
                <a:cubicBezTo>
                  <a:pt x="398" y="5636"/>
                  <a:pt x="547" y="5599"/>
                  <a:pt x="705" y="5599"/>
                </a:cubicBezTo>
                <a:cubicBezTo>
                  <a:pt x="1098" y="5599"/>
                  <a:pt x="1547" y="5831"/>
                  <a:pt x="1886" y="5904"/>
                </a:cubicBezTo>
                <a:cubicBezTo>
                  <a:pt x="1999" y="5928"/>
                  <a:pt x="2108" y="5940"/>
                  <a:pt x="2212" y="5940"/>
                </a:cubicBezTo>
                <a:cubicBezTo>
                  <a:pt x="2611" y="5940"/>
                  <a:pt x="2940" y="5761"/>
                  <a:pt x="3159" y="5360"/>
                </a:cubicBezTo>
                <a:cubicBezTo>
                  <a:pt x="3526" y="4685"/>
                  <a:pt x="3742" y="3893"/>
                  <a:pt x="3878" y="3141"/>
                </a:cubicBezTo>
                <a:cubicBezTo>
                  <a:pt x="3888" y="3083"/>
                  <a:pt x="3898" y="3024"/>
                  <a:pt x="3907" y="2966"/>
                </a:cubicBezTo>
                <a:lnTo>
                  <a:pt x="3907" y="2966"/>
                </a:lnTo>
                <a:cubicBezTo>
                  <a:pt x="4021" y="4092"/>
                  <a:pt x="4176" y="5214"/>
                  <a:pt x="4372" y="6330"/>
                </a:cubicBezTo>
                <a:cubicBezTo>
                  <a:pt x="4382" y="6389"/>
                  <a:pt x="4431" y="6416"/>
                  <a:pt x="4482" y="6416"/>
                </a:cubicBezTo>
                <a:cubicBezTo>
                  <a:pt x="4546" y="6416"/>
                  <a:pt x="4613" y="6373"/>
                  <a:pt x="4610" y="6297"/>
                </a:cubicBezTo>
                <a:cubicBezTo>
                  <a:pt x="4571" y="5468"/>
                  <a:pt x="5855" y="5629"/>
                  <a:pt x="6362" y="5431"/>
                </a:cubicBezTo>
                <a:cubicBezTo>
                  <a:pt x="6817" y="5255"/>
                  <a:pt x="7161" y="4894"/>
                  <a:pt x="7467" y="4526"/>
                </a:cubicBezTo>
                <a:cubicBezTo>
                  <a:pt x="7798" y="4129"/>
                  <a:pt x="8106" y="3679"/>
                  <a:pt x="8546" y="3390"/>
                </a:cubicBezTo>
                <a:cubicBezTo>
                  <a:pt x="8695" y="3292"/>
                  <a:pt x="8913" y="3174"/>
                  <a:pt x="9099" y="3174"/>
                </a:cubicBezTo>
                <a:cubicBezTo>
                  <a:pt x="9226" y="3174"/>
                  <a:pt x="9339" y="3229"/>
                  <a:pt x="9405" y="3384"/>
                </a:cubicBezTo>
                <a:cubicBezTo>
                  <a:pt x="9505" y="3622"/>
                  <a:pt x="9481" y="3899"/>
                  <a:pt x="9547" y="4146"/>
                </a:cubicBezTo>
                <a:cubicBezTo>
                  <a:pt x="9821" y="5180"/>
                  <a:pt x="11034" y="5608"/>
                  <a:pt x="11995" y="5644"/>
                </a:cubicBezTo>
                <a:cubicBezTo>
                  <a:pt x="12071" y="5647"/>
                  <a:pt x="12147" y="5649"/>
                  <a:pt x="12223" y="5649"/>
                </a:cubicBezTo>
                <a:cubicBezTo>
                  <a:pt x="12773" y="5649"/>
                  <a:pt x="13322" y="5581"/>
                  <a:pt x="13871" y="5581"/>
                </a:cubicBezTo>
                <a:cubicBezTo>
                  <a:pt x="14012" y="5581"/>
                  <a:pt x="14153" y="5585"/>
                  <a:pt x="14294" y="5596"/>
                </a:cubicBezTo>
                <a:cubicBezTo>
                  <a:pt x="14646" y="5624"/>
                  <a:pt x="14960" y="5734"/>
                  <a:pt x="15300" y="5809"/>
                </a:cubicBezTo>
                <a:cubicBezTo>
                  <a:pt x="15394" y="5830"/>
                  <a:pt x="15493" y="5845"/>
                  <a:pt x="15590" y="5845"/>
                </a:cubicBezTo>
                <a:cubicBezTo>
                  <a:pt x="15749" y="5845"/>
                  <a:pt x="15903" y="5804"/>
                  <a:pt x="16020" y="5679"/>
                </a:cubicBezTo>
                <a:cubicBezTo>
                  <a:pt x="16238" y="5450"/>
                  <a:pt x="16238" y="5021"/>
                  <a:pt x="16288" y="4729"/>
                </a:cubicBezTo>
                <a:lnTo>
                  <a:pt x="16529" y="3323"/>
                </a:lnTo>
                <a:lnTo>
                  <a:pt x="16812" y="1675"/>
                </a:lnTo>
                <a:lnTo>
                  <a:pt x="16812" y="1675"/>
                </a:lnTo>
                <a:cubicBezTo>
                  <a:pt x="16912" y="3130"/>
                  <a:pt x="17110" y="4577"/>
                  <a:pt x="17405" y="6006"/>
                </a:cubicBezTo>
                <a:cubicBezTo>
                  <a:pt x="17418" y="6066"/>
                  <a:pt x="17462" y="6091"/>
                  <a:pt x="17510" y="6091"/>
                </a:cubicBezTo>
                <a:cubicBezTo>
                  <a:pt x="17554" y="6091"/>
                  <a:pt x="17599" y="6070"/>
                  <a:pt x="17626" y="6035"/>
                </a:cubicBezTo>
                <a:cubicBezTo>
                  <a:pt x="17881" y="5699"/>
                  <a:pt x="18325" y="5673"/>
                  <a:pt x="18739" y="5673"/>
                </a:cubicBezTo>
                <a:cubicBezTo>
                  <a:pt x="18815" y="5673"/>
                  <a:pt x="18890" y="5674"/>
                  <a:pt x="18962" y="5674"/>
                </a:cubicBezTo>
                <a:cubicBezTo>
                  <a:pt x="19020" y="5674"/>
                  <a:pt x="19076" y="5673"/>
                  <a:pt x="19130" y="5671"/>
                </a:cubicBezTo>
                <a:cubicBezTo>
                  <a:pt x="19628" y="5653"/>
                  <a:pt x="20108" y="5552"/>
                  <a:pt x="20435" y="5144"/>
                </a:cubicBezTo>
                <a:cubicBezTo>
                  <a:pt x="20805" y="4681"/>
                  <a:pt x="20883" y="4049"/>
                  <a:pt x="21293" y="3611"/>
                </a:cubicBezTo>
                <a:cubicBezTo>
                  <a:pt x="21450" y="3445"/>
                  <a:pt x="21658" y="3316"/>
                  <a:pt x="21882" y="3316"/>
                </a:cubicBezTo>
                <a:cubicBezTo>
                  <a:pt x="21947" y="3316"/>
                  <a:pt x="22012" y="3327"/>
                  <a:pt x="22079" y="3350"/>
                </a:cubicBezTo>
                <a:cubicBezTo>
                  <a:pt x="22345" y="3443"/>
                  <a:pt x="22507" y="3706"/>
                  <a:pt x="22639" y="3939"/>
                </a:cubicBezTo>
                <a:cubicBezTo>
                  <a:pt x="22877" y="4360"/>
                  <a:pt x="23062" y="4811"/>
                  <a:pt x="23461" y="5110"/>
                </a:cubicBezTo>
                <a:cubicBezTo>
                  <a:pt x="23919" y="5452"/>
                  <a:pt x="24507" y="5550"/>
                  <a:pt x="25062" y="5595"/>
                </a:cubicBezTo>
                <a:cubicBezTo>
                  <a:pt x="25790" y="5653"/>
                  <a:pt x="26522" y="5661"/>
                  <a:pt x="27251" y="5691"/>
                </a:cubicBezTo>
                <a:lnTo>
                  <a:pt x="28427" y="5739"/>
                </a:lnTo>
                <a:cubicBezTo>
                  <a:pt x="28484" y="5741"/>
                  <a:pt x="28542" y="5743"/>
                  <a:pt x="28599" y="5743"/>
                </a:cubicBezTo>
                <a:cubicBezTo>
                  <a:pt x="28811" y="5743"/>
                  <a:pt x="29009" y="5708"/>
                  <a:pt x="29121" y="5487"/>
                </a:cubicBezTo>
                <a:cubicBezTo>
                  <a:pt x="29280" y="5172"/>
                  <a:pt x="29269" y="4725"/>
                  <a:pt x="29318" y="4383"/>
                </a:cubicBezTo>
                <a:lnTo>
                  <a:pt x="29512" y="3057"/>
                </a:lnTo>
                <a:lnTo>
                  <a:pt x="29753" y="1409"/>
                </a:lnTo>
                <a:lnTo>
                  <a:pt x="29753" y="1409"/>
                </a:lnTo>
                <a:cubicBezTo>
                  <a:pt x="29875" y="2954"/>
                  <a:pt x="30079" y="4491"/>
                  <a:pt x="30365" y="6015"/>
                </a:cubicBezTo>
                <a:cubicBezTo>
                  <a:pt x="30377" y="6076"/>
                  <a:pt x="30435" y="6101"/>
                  <a:pt x="30489" y="6101"/>
                </a:cubicBezTo>
                <a:cubicBezTo>
                  <a:pt x="30498" y="6101"/>
                  <a:pt x="30506" y="6101"/>
                  <a:pt x="30514" y="6099"/>
                </a:cubicBezTo>
                <a:cubicBezTo>
                  <a:pt x="31726" y="5930"/>
                  <a:pt x="32865" y="5334"/>
                  <a:pt x="33690" y="4430"/>
                </a:cubicBezTo>
                <a:cubicBezTo>
                  <a:pt x="33875" y="4227"/>
                  <a:pt x="34031" y="4006"/>
                  <a:pt x="34196" y="3787"/>
                </a:cubicBezTo>
                <a:cubicBezTo>
                  <a:pt x="34335" y="3602"/>
                  <a:pt x="34583" y="3302"/>
                  <a:pt x="34838" y="3302"/>
                </a:cubicBezTo>
                <a:cubicBezTo>
                  <a:pt x="34915" y="3302"/>
                  <a:pt x="34994" y="3330"/>
                  <a:pt x="35070" y="3398"/>
                </a:cubicBezTo>
                <a:cubicBezTo>
                  <a:pt x="35256" y="3566"/>
                  <a:pt x="35283" y="3884"/>
                  <a:pt x="35352" y="4109"/>
                </a:cubicBezTo>
                <a:cubicBezTo>
                  <a:pt x="35418" y="4330"/>
                  <a:pt x="35525" y="4536"/>
                  <a:pt x="35669" y="4716"/>
                </a:cubicBezTo>
                <a:cubicBezTo>
                  <a:pt x="36291" y="5480"/>
                  <a:pt x="37427" y="5627"/>
                  <a:pt x="38347" y="5670"/>
                </a:cubicBezTo>
                <a:cubicBezTo>
                  <a:pt x="39094" y="5704"/>
                  <a:pt x="39844" y="5704"/>
                  <a:pt x="40592" y="5718"/>
                </a:cubicBezTo>
                <a:cubicBezTo>
                  <a:pt x="40815" y="5723"/>
                  <a:pt x="41069" y="5756"/>
                  <a:pt x="41311" y="5756"/>
                </a:cubicBezTo>
                <a:cubicBezTo>
                  <a:pt x="41433" y="5756"/>
                  <a:pt x="41552" y="5748"/>
                  <a:pt x="41662" y="5723"/>
                </a:cubicBezTo>
                <a:cubicBezTo>
                  <a:pt x="41908" y="5668"/>
                  <a:pt x="42013" y="5446"/>
                  <a:pt x="42061" y="5219"/>
                </a:cubicBezTo>
                <a:cubicBezTo>
                  <a:pt x="42234" y="4405"/>
                  <a:pt x="42314" y="3555"/>
                  <a:pt x="42397" y="2728"/>
                </a:cubicBezTo>
                <a:cubicBezTo>
                  <a:pt x="42442" y="2267"/>
                  <a:pt x="42479" y="1806"/>
                  <a:pt x="42507" y="1345"/>
                </a:cubicBezTo>
                <a:lnTo>
                  <a:pt x="42507" y="1345"/>
                </a:lnTo>
                <a:cubicBezTo>
                  <a:pt x="42753" y="2930"/>
                  <a:pt x="42998" y="4516"/>
                  <a:pt x="43243" y="6101"/>
                </a:cubicBezTo>
                <a:cubicBezTo>
                  <a:pt x="43252" y="6157"/>
                  <a:pt x="43308" y="6188"/>
                  <a:pt x="43362" y="6188"/>
                </a:cubicBezTo>
                <a:cubicBezTo>
                  <a:pt x="43404" y="6188"/>
                  <a:pt x="43446" y="6169"/>
                  <a:pt x="43465" y="6129"/>
                </a:cubicBezTo>
                <a:cubicBezTo>
                  <a:pt x="43691" y="5642"/>
                  <a:pt x="44324" y="5690"/>
                  <a:pt x="44779" y="5649"/>
                </a:cubicBezTo>
                <a:cubicBezTo>
                  <a:pt x="45229" y="5612"/>
                  <a:pt x="45647" y="5521"/>
                  <a:pt x="45984" y="5203"/>
                </a:cubicBezTo>
                <a:cubicBezTo>
                  <a:pt x="46298" y="4907"/>
                  <a:pt x="46504" y="4514"/>
                  <a:pt x="46733" y="4153"/>
                </a:cubicBezTo>
                <a:cubicBezTo>
                  <a:pt x="46952" y="3808"/>
                  <a:pt x="47213" y="3437"/>
                  <a:pt x="47639" y="3389"/>
                </a:cubicBezTo>
                <a:lnTo>
                  <a:pt x="47639" y="3389"/>
                </a:lnTo>
                <a:cubicBezTo>
                  <a:pt x="48138" y="4753"/>
                  <a:pt x="49536" y="5669"/>
                  <a:pt x="50964" y="5669"/>
                </a:cubicBezTo>
                <a:cubicBezTo>
                  <a:pt x="51267" y="5669"/>
                  <a:pt x="51571" y="5628"/>
                  <a:pt x="51868" y="5541"/>
                </a:cubicBezTo>
                <a:cubicBezTo>
                  <a:pt x="52005" y="5501"/>
                  <a:pt x="51964" y="5301"/>
                  <a:pt x="51840" y="5301"/>
                </a:cubicBezTo>
                <a:cubicBezTo>
                  <a:pt x="51828" y="5301"/>
                  <a:pt x="51816" y="5303"/>
                  <a:pt x="51803" y="5307"/>
                </a:cubicBezTo>
                <a:cubicBezTo>
                  <a:pt x="51528" y="5387"/>
                  <a:pt x="51245" y="5425"/>
                  <a:pt x="50963" y="5425"/>
                </a:cubicBezTo>
                <a:cubicBezTo>
                  <a:pt x="49609" y="5425"/>
                  <a:pt x="48275" y="4544"/>
                  <a:pt x="47841" y="3231"/>
                </a:cubicBezTo>
                <a:cubicBezTo>
                  <a:pt x="47826" y="3180"/>
                  <a:pt x="47778" y="3143"/>
                  <a:pt x="47723" y="3142"/>
                </a:cubicBezTo>
                <a:cubicBezTo>
                  <a:pt x="46737" y="3152"/>
                  <a:pt x="46453" y="4355"/>
                  <a:pt x="45891" y="4954"/>
                </a:cubicBezTo>
                <a:cubicBezTo>
                  <a:pt x="45493" y="5377"/>
                  <a:pt x="44966" y="5390"/>
                  <a:pt x="44423" y="5433"/>
                </a:cubicBezTo>
                <a:cubicBezTo>
                  <a:pt x="44067" y="5463"/>
                  <a:pt x="43685" y="5516"/>
                  <a:pt x="43433" y="5757"/>
                </a:cubicBezTo>
                <a:lnTo>
                  <a:pt x="43433" y="5757"/>
                </a:lnTo>
                <a:cubicBezTo>
                  <a:pt x="43143" y="3878"/>
                  <a:pt x="42853" y="1999"/>
                  <a:pt x="42562" y="121"/>
                </a:cubicBezTo>
                <a:lnTo>
                  <a:pt x="42562" y="121"/>
                </a:lnTo>
                <a:cubicBezTo>
                  <a:pt x="42562" y="121"/>
                  <a:pt x="42562" y="120"/>
                  <a:pt x="42562" y="120"/>
                </a:cubicBezTo>
                <a:lnTo>
                  <a:pt x="42562" y="120"/>
                </a:lnTo>
                <a:lnTo>
                  <a:pt x="42562" y="120"/>
                </a:lnTo>
                <a:lnTo>
                  <a:pt x="42562" y="120"/>
                </a:lnTo>
                <a:cubicBezTo>
                  <a:pt x="42561" y="109"/>
                  <a:pt x="42559" y="98"/>
                  <a:pt x="42557" y="88"/>
                </a:cubicBezTo>
                <a:cubicBezTo>
                  <a:pt x="42548" y="27"/>
                  <a:pt x="42503" y="0"/>
                  <a:pt x="4245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8"/>
          <p:cNvSpPr txBox="1">
            <a:spLocks noGrp="1"/>
          </p:cNvSpPr>
          <p:nvPr>
            <p:ph type="title"/>
          </p:nvPr>
        </p:nvSpPr>
        <p:spPr>
          <a:xfrm>
            <a:off x="1509150" y="1579650"/>
            <a:ext cx="6125700" cy="198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60" name="Google Shape;160;p8"/>
          <p:cNvSpPr/>
          <p:nvPr/>
        </p:nvSpPr>
        <p:spPr>
          <a:xfrm>
            <a:off x="4417083" y="-284737"/>
            <a:ext cx="442899" cy="443149"/>
          </a:xfrm>
          <a:custGeom>
            <a:avLst/>
            <a:gdLst/>
            <a:ahLst/>
            <a:cxnLst/>
            <a:rect l="l" t="t" r="r" b="b"/>
            <a:pathLst>
              <a:path w="1833" h="1834" extrusionOk="0">
                <a:moveTo>
                  <a:pt x="916" y="1"/>
                </a:moveTo>
                <a:cubicBezTo>
                  <a:pt x="410" y="1"/>
                  <a:pt x="1" y="412"/>
                  <a:pt x="1" y="918"/>
                </a:cubicBezTo>
                <a:cubicBezTo>
                  <a:pt x="1" y="1423"/>
                  <a:pt x="410" y="1833"/>
                  <a:pt x="916" y="1833"/>
                </a:cubicBezTo>
                <a:cubicBezTo>
                  <a:pt x="1423" y="1833"/>
                  <a:pt x="1833" y="1423"/>
                  <a:pt x="1833" y="918"/>
                </a:cubicBezTo>
                <a:cubicBezTo>
                  <a:pt x="1833" y="412"/>
                  <a:pt x="1423" y="1"/>
                  <a:pt x="91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8"/>
          <p:cNvSpPr/>
          <p:nvPr/>
        </p:nvSpPr>
        <p:spPr>
          <a:xfrm>
            <a:off x="7223582" y="-250668"/>
            <a:ext cx="600438" cy="600692"/>
          </a:xfrm>
          <a:custGeom>
            <a:avLst/>
            <a:gdLst/>
            <a:ahLst/>
            <a:cxnLst/>
            <a:rect l="l" t="t" r="r" b="b"/>
            <a:pathLst>
              <a:path w="2485" h="2486" extrusionOk="0">
                <a:moveTo>
                  <a:pt x="1242" y="1"/>
                </a:moveTo>
                <a:cubicBezTo>
                  <a:pt x="557" y="1"/>
                  <a:pt x="1" y="557"/>
                  <a:pt x="1" y="1242"/>
                </a:cubicBezTo>
                <a:cubicBezTo>
                  <a:pt x="1" y="1929"/>
                  <a:pt x="557" y="2485"/>
                  <a:pt x="1242" y="2485"/>
                </a:cubicBezTo>
                <a:cubicBezTo>
                  <a:pt x="1929" y="2485"/>
                  <a:pt x="2485" y="1929"/>
                  <a:pt x="2485" y="1242"/>
                </a:cubicBezTo>
                <a:cubicBezTo>
                  <a:pt x="2485" y="557"/>
                  <a:pt x="1929" y="1"/>
                  <a:pt x="1242" y="1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8"/>
          <p:cNvSpPr/>
          <p:nvPr/>
        </p:nvSpPr>
        <p:spPr>
          <a:xfrm>
            <a:off x="6535187" y="79637"/>
            <a:ext cx="345282" cy="345289"/>
          </a:xfrm>
          <a:custGeom>
            <a:avLst/>
            <a:gdLst/>
            <a:ahLst/>
            <a:cxnLst/>
            <a:rect l="l" t="t" r="r" b="b"/>
            <a:pathLst>
              <a:path w="1429" h="1429" extrusionOk="0">
                <a:moveTo>
                  <a:pt x="715" y="1"/>
                </a:moveTo>
                <a:cubicBezTo>
                  <a:pt x="320" y="1"/>
                  <a:pt x="1" y="320"/>
                  <a:pt x="1" y="715"/>
                </a:cubicBezTo>
                <a:cubicBezTo>
                  <a:pt x="1" y="1109"/>
                  <a:pt x="320" y="1428"/>
                  <a:pt x="715" y="1428"/>
                </a:cubicBezTo>
                <a:cubicBezTo>
                  <a:pt x="1108" y="1428"/>
                  <a:pt x="1429" y="1109"/>
                  <a:pt x="1429" y="715"/>
                </a:cubicBezTo>
                <a:cubicBezTo>
                  <a:pt x="1429" y="320"/>
                  <a:pt x="1108" y="1"/>
                  <a:pt x="71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8"/>
          <p:cNvSpPr/>
          <p:nvPr/>
        </p:nvSpPr>
        <p:spPr>
          <a:xfrm>
            <a:off x="2259598" y="-290671"/>
            <a:ext cx="748796" cy="680672"/>
          </a:xfrm>
          <a:custGeom>
            <a:avLst/>
            <a:gdLst/>
            <a:ahLst/>
            <a:cxnLst/>
            <a:rect l="l" t="t" r="r" b="b"/>
            <a:pathLst>
              <a:path w="3099" h="2817" extrusionOk="0">
                <a:moveTo>
                  <a:pt x="1548" y="0"/>
                </a:moveTo>
                <a:cubicBezTo>
                  <a:pt x="910" y="0"/>
                  <a:pt x="332" y="437"/>
                  <a:pt x="179" y="1086"/>
                </a:cubicBezTo>
                <a:cubicBezTo>
                  <a:pt x="1" y="1842"/>
                  <a:pt x="469" y="2600"/>
                  <a:pt x="1226" y="2778"/>
                </a:cubicBezTo>
                <a:cubicBezTo>
                  <a:pt x="1335" y="2804"/>
                  <a:pt x="1444" y="2817"/>
                  <a:pt x="1552" y="2817"/>
                </a:cubicBezTo>
                <a:cubicBezTo>
                  <a:pt x="2190" y="2817"/>
                  <a:pt x="2767" y="2379"/>
                  <a:pt x="2920" y="1732"/>
                </a:cubicBezTo>
                <a:cubicBezTo>
                  <a:pt x="3098" y="976"/>
                  <a:pt x="2630" y="217"/>
                  <a:pt x="1873" y="38"/>
                </a:cubicBezTo>
                <a:cubicBezTo>
                  <a:pt x="1765" y="12"/>
                  <a:pt x="1656" y="0"/>
                  <a:pt x="1548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8"/>
          <p:cNvSpPr/>
          <p:nvPr/>
        </p:nvSpPr>
        <p:spPr>
          <a:xfrm>
            <a:off x="8123402" y="-2226216"/>
            <a:ext cx="3649504" cy="3649821"/>
          </a:xfrm>
          <a:custGeom>
            <a:avLst/>
            <a:gdLst/>
            <a:ahLst/>
            <a:cxnLst/>
            <a:rect l="l" t="t" r="r" b="b"/>
            <a:pathLst>
              <a:path w="15104" h="15105" extrusionOk="0">
                <a:moveTo>
                  <a:pt x="7552" y="0"/>
                </a:moveTo>
                <a:cubicBezTo>
                  <a:pt x="5550" y="0"/>
                  <a:pt x="3628" y="797"/>
                  <a:pt x="2212" y="2213"/>
                </a:cubicBezTo>
                <a:cubicBezTo>
                  <a:pt x="796" y="3629"/>
                  <a:pt x="1" y="5549"/>
                  <a:pt x="1" y="7552"/>
                </a:cubicBezTo>
                <a:cubicBezTo>
                  <a:pt x="1" y="9555"/>
                  <a:pt x="796" y="11476"/>
                  <a:pt x="2212" y="12892"/>
                </a:cubicBezTo>
                <a:cubicBezTo>
                  <a:pt x="3628" y="14308"/>
                  <a:pt x="5550" y="15104"/>
                  <a:pt x="7552" y="15104"/>
                </a:cubicBezTo>
                <a:cubicBezTo>
                  <a:pt x="9555" y="15104"/>
                  <a:pt x="11475" y="14308"/>
                  <a:pt x="12892" y="12892"/>
                </a:cubicBezTo>
                <a:cubicBezTo>
                  <a:pt x="14308" y="11476"/>
                  <a:pt x="15104" y="9555"/>
                  <a:pt x="15104" y="7552"/>
                </a:cubicBezTo>
                <a:cubicBezTo>
                  <a:pt x="15104" y="5549"/>
                  <a:pt x="14308" y="3629"/>
                  <a:pt x="12892" y="2213"/>
                </a:cubicBezTo>
                <a:cubicBezTo>
                  <a:pt x="11475" y="797"/>
                  <a:pt x="9555" y="0"/>
                  <a:pt x="7552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8"/>
          <p:cNvSpPr/>
          <p:nvPr/>
        </p:nvSpPr>
        <p:spPr>
          <a:xfrm>
            <a:off x="8657881" y="-1691735"/>
            <a:ext cx="2580797" cy="2580608"/>
          </a:xfrm>
          <a:custGeom>
            <a:avLst/>
            <a:gdLst/>
            <a:ahLst/>
            <a:cxnLst/>
            <a:rect l="l" t="t" r="r" b="b"/>
            <a:pathLst>
              <a:path w="10681" h="10680" extrusionOk="0">
                <a:moveTo>
                  <a:pt x="5340" y="1"/>
                </a:moveTo>
                <a:cubicBezTo>
                  <a:pt x="2391" y="1"/>
                  <a:pt x="0" y="2391"/>
                  <a:pt x="0" y="5340"/>
                </a:cubicBezTo>
                <a:cubicBezTo>
                  <a:pt x="0" y="8290"/>
                  <a:pt x="2391" y="10680"/>
                  <a:pt x="5340" y="10680"/>
                </a:cubicBezTo>
                <a:cubicBezTo>
                  <a:pt x="8289" y="10680"/>
                  <a:pt x="10680" y="8290"/>
                  <a:pt x="10680" y="5340"/>
                </a:cubicBezTo>
                <a:cubicBezTo>
                  <a:pt x="10680" y="2391"/>
                  <a:pt x="8289" y="1"/>
                  <a:pt x="5340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8"/>
          <p:cNvSpPr/>
          <p:nvPr/>
        </p:nvSpPr>
        <p:spPr>
          <a:xfrm>
            <a:off x="-235719" y="-769590"/>
            <a:ext cx="1798415" cy="1638493"/>
          </a:xfrm>
          <a:custGeom>
            <a:avLst/>
            <a:gdLst/>
            <a:ahLst/>
            <a:cxnLst/>
            <a:rect l="l" t="t" r="r" b="b"/>
            <a:pathLst>
              <a:path w="7443" h="6781" extrusionOk="0">
                <a:moveTo>
                  <a:pt x="3721" y="1"/>
                </a:moveTo>
                <a:cubicBezTo>
                  <a:pt x="2854" y="1"/>
                  <a:pt x="1986" y="332"/>
                  <a:pt x="1325" y="993"/>
                </a:cubicBezTo>
                <a:cubicBezTo>
                  <a:pt x="1" y="2317"/>
                  <a:pt x="1" y="4464"/>
                  <a:pt x="1325" y="5788"/>
                </a:cubicBezTo>
                <a:cubicBezTo>
                  <a:pt x="1986" y="6449"/>
                  <a:pt x="2854" y="6780"/>
                  <a:pt x="3721" y="6780"/>
                </a:cubicBezTo>
                <a:cubicBezTo>
                  <a:pt x="4589" y="6780"/>
                  <a:pt x="5457" y="6449"/>
                  <a:pt x="6119" y="5788"/>
                </a:cubicBezTo>
                <a:cubicBezTo>
                  <a:pt x="7443" y="4464"/>
                  <a:pt x="7443" y="2317"/>
                  <a:pt x="6119" y="993"/>
                </a:cubicBezTo>
                <a:cubicBezTo>
                  <a:pt x="5457" y="332"/>
                  <a:pt x="4589" y="1"/>
                  <a:pt x="3721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8"/>
          <p:cNvSpPr/>
          <p:nvPr/>
        </p:nvSpPr>
        <p:spPr>
          <a:xfrm>
            <a:off x="306734" y="-274495"/>
            <a:ext cx="709894" cy="645394"/>
          </a:xfrm>
          <a:custGeom>
            <a:avLst/>
            <a:gdLst/>
            <a:ahLst/>
            <a:cxnLst/>
            <a:rect l="l" t="t" r="r" b="b"/>
            <a:pathLst>
              <a:path w="2938" h="2671" extrusionOk="0">
                <a:moveTo>
                  <a:pt x="1468" y="1"/>
                </a:moveTo>
                <a:cubicBezTo>
                  <a:pt x="863" y="1"/>
                  <a:pt x="315" y="415"/>
                  <a:pt x="170" y="1030"/>
                </a:cubicBezTo>
                <a:cubicBezTo>
                  <a:pt x="1" y="1746"/>
                  <a:pt x="446" y="2465"/>
                  <a:pt x="1163" y="2635"/>
                </a:cubicBezTo>
                <a:cubicBezTo>
                  <a:pt x="1266" y="2659"/>
                  <a:pt x="1370" y="2671"/>
                  <a:pt x="1472" y="2671"/>
                </a:cubicBezTo>
                <a:cubicBezTo>
                  <a:pt x="2076" y="2671"/>
                  <a:pt x="2624" y="2257"/>
                  <a:pt x="2769" y="1643"/>
                </a:cubicBezTo>
                <a:cubicBezTo>
                  <a:pt x="2937" y="925"/>
                  <a:pt x="2494" y="206"/>
                  <a:pt x="1776" y="37"/>
                </a:cubicBezTo>
                <a:cubicBezTo>
                  <a:pt x="1673" y="12"/>
                  <a:pt x="1570" y="1"/>
                  <a:pt x="146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168" name="Google Shape;168;p8"/>
          <p:cNvSpPr/>
          <p:nvPr/>
        </p:nvSpPr>
        <p:spPr>
          <a:xfrm>
            <a:off x="1647991" y="4247295"/>
            <a:ext cx="437341" cy="406663"/>
          </a:xfrm>
          <a:custGeom>
            <a:avLst/>
            <a:gdLst/>
            <a:ahLst/>
            <a:cxnLst/>
            <a:rect l="l" t="t" r="r" b="b"/>
            <a:pathLst>
              <a:path w="1810" h="1683" extrusionOk="0">
                <a:moveTo>
                  <a:pt x="906" y="0"/>
                </a:moveTo>
                <a:cubicBezTo>
                  <a:pt x="501" y="0"/>
                  <a:pt x="142" y="294"/>
                  <a:pt x="76" y="707"/>
                </a:cubicBezTo>
                <a:cubicBezTo>
                  <a:pt x="1" y="1166"/>
                  <a:pt x="312" y="1598"/>
                  <a:pt x="771" y="1671"/>
                </a:cubicBezTo>
                <a:cubicBezTo>
                  <a:pt x="817" y="1679"/>
                  <a:pt x="863" y="1683"/>
                  <a:pt x="908" y="1683"/>
                </a:cubicBezTo>
                <a:cubicBezTo>
                  <a:pt x="1312" y="1683"/>
                  <a:pt x="1669" y="1389"/>
                  <a:pt x="1736" y="977"/>
                </a:cubicBezTo>
                <a:cubicBezTo>
                  <a:pt x="1810" y="518"/>
                  <a:pt x="1499" y="86"/>
                  <a:pt x="1040" y="11"/>
                </a:cubicBezTo>
                <a:cubicBezTo>
                  <a:pt x="995" y="4"/>
                  <a:pt x="950" y="0"/>
                  <a:pt x="906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8"/>
          <p:cNvSpPr/>
          <p:nvPr/>
        </p:nvSpPr>
        <p:spPr>
          <a:xfrm>
            <a:off x="-177263" y="3486824"/>
            <a:ext cx="447489" cy="406905"/>
          </a:xfrm>
          <a:custGeom>
            <a:avLst/>
            <a:gdLst/>
            <a:ahLst/>
            <a:cxnLst/>
            <a:rect l="l" t="t" r="r" b="b"/>
            <a:pathLst>
              <a:path w="1852" h="1684" extrusionOk="0">
                <a:moveTo>
                  <a:pt x="925" y="1"/>
                </a:moveTo>
                <a:cubicBezTo>
                  <a:pt x="544" y="1"/>
                  <a:pt x="199" y="261"/>
                  <a:pt x="107" y="649"/>
                </a:cubicBezTo>
                <a:cubicBezTo>
                  <a:pt x="1" y="1101"/>
                  <a:pt x="280" y="1554"/>
                  <a:pt x="732" y="1660"/>
                </a:cubicBezTo>
                <a:cubicBezTo>
                  <a:pt x="798" y="1676"/>
                  <a:pt x="863" y="1683"/>
                  <a:pt x="927" y="1683"/>
                </a:cubicBezTo>
                <a:cubicBezTo>
                  <a:pt x="1307" y="1683"/>
                  <a:pt x="1653" y="1422"/>
                  <a:pt x="1744" y="1035"/>
                </a:cubicBezTo>
                <a:cubicBezTo>
                  <a:pt x="1851" y="583"/>
                  <a:pt x="1570" y="131"/>
                  <a:pt x="1118" y="23"/>
                </a:cubicBezTo>
                <a:cubicBezTo>
                  <a:pt x="1053" y="8"/>
                  <a:pt x="989" y="1"/>
                  <a:pt x="925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8"/>
          <p:cNvSpPr/>
          <p:nvPr/>
        </p:nvSpPr>
        <p:spPr>
          <a:xfrm>
            <a:off x="2139201" y="4777769"/>
            <a:ext cx="213355" cy="182914"/>
          </a:xfrm>
          <a:custGeom>
            <a:avLst/>
            <a:gdLst/>
            <a:ahLst/>
            <a:cxnLst/>
            <a:rect l="l" t="t" r="r" b="b"/>
            <a:pathLst>
              <a:path w="883" h="757" extrusionOk="0">
                <a:moveTo>
                  <a:pt x="505" y="1"/>
                </a:moveTo>
                <a:cubicBezTo>
                  <a:pt x="169" y="1"/>
                  <a:pt x="1" y="407"/>
                  <a:pt x="239" y="645"/>
                </a:cubicBezTo>
                <a:cubicBezTo>
                  <a:pt x="316" y="722"/>
                  <a:pt x="410" y="756"/>
                  <a:pt x="503" y="756"/>
                </a:cubicBezTo>
                <a:cubicBezTo>
                  <a:pt x="697" y="756"/>
                  <a:pt x="883" y="606"/>
                  <a:pt x="883" y="378"/>
                </a:cubicBezTo>
                <a:cubicBezTo>
                  <a:pt x="883" y="169"/>
                  <a:pt x="715" y="1"/>
                  <a:pt x="50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8"/>
          <p:cNvSpPr/>
          <p:nvPr/>
        </p:nvSpPr>
        <p:spPr>
          <a:xfrm>
            <a:off x="-1111830" y="260133"/>
            <a:ext cx="1962720" cy="1788304"/>
          </a:xfrm>
          <a:custGeom>
            <a:avLst/>
            <a:gdLst/>
            <a:ahLst/>
            <a:cxnLst/>
            <a:rect l="l" t="t" r="r" b="b"/>
            <a:pathLst>
              <a:path w="8123" h="7401" extrusionOk="0">
                <a:moveTo>
                  <a:pt x="4061" y="1"/>
                </a:moveTo>
                <a:cubicBezTo>
                  <a:pt x="3115" y="1"/>
                  <a:pt x="2168" y="362"/>
                  <a:pt x="1446" y="1085"/>
                </a:cubicBezTo>
                <a:cubicBezTo>
                  <a:pt x="0" y="2529"/>
                  <a:pt x="0" y="4871"/>
                  <a:pt x="1446" y="6317"/>
                </a:cubicBezTo>
                <a:cubicBezTo>
                  <a:pt x="2168" y="7039"/>
                  <a:pt x="3115" y="7400"/>
                  <a:pt x="4061" y="7400"/>
                </a:cubicBezTo>
                <a:cubicBezTo>
                  <a:pt x="5008" y="7400"/>
                  <a:pt x="5955" y="7039"/>
                  <a:pt x="6678" y="6317"/>
                </a:cubicBezTo>
                <a:cubicBezTo>
                  <a:pt x="8122" y="4871"/>
                  <a:pt x="8122" y="2529"/>
                  <a:pt x="6678" y="1085"/>
                </a:cubicBezTo>
                <a:cubicBezTo>
                  <a:pt x="5955" y="362"/>
                  <a:pt x="5008" y="1"/>
                  <a:pt x="406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8"/>
          <p:cNvSpPr/>
          <p:nvPr/>
        </p:nvSpPr>
        <p:spPr>
          <a:xfrm>
            <a:off x="7704630" y="5014234"/>
            <a:ext cx="491465" cy="491475"/>
          </a:xfrm>
          <a:custGeom>
            <a:avLst/>
            <a:gdLst/>
            <a:ahLst/>
            <a:cxnLst/>
            <a:rect l="l" t="t" r="r" b="b"/>
            <a:pathLst>
              <a:path w="2034" h="2034" extrusionOk="0">
                <a:moveTo>
                  <a:pt x="1017" y="1"/>
                </a:moveTo>
                <a:cubicBezTo>
                  <a:pt x="456" y="1"/>
                  <a:pt x="1" y="456"/>
                  <a:pt x="1" y="1017"/>
                </a:cubicBezTo>
                <a:cubicBezTo>
                  <a:pt x="1" y="1578"/>
                  <a:pt x="456" y="2034"/>
                  <a:pt x="1017" y="2034"/>
                </a:cubicBezTo>
                <a:cubicBezTo>
                  <a:pt x="1578" y="2034"/>
                  <a:pt x="2033" y="1578"/>
                  <a:pt x="2033" y="1017"/>
                </a:cubicBezTo>
                <a:cubicBezTo>
                  <a:pt x="2033" y="456"/>
                  <a:pt x="1578" y="1"/>
                  <a:pt x="101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8"/>
          <p:cNvSpPr/>
          <p:nvPr/>
        </p:nvSpPr>
        <p:spPr>
          <a:xfrm>
            <a:off x="8600371" y="4541375"/>
            <a:ext cx="1305500" cy="1305527"/>
          </a:xfrm>
          <a:custGeom>
            <a:avLst/>
            <a:gdLst/>
            <a:ahLst/>
            <a:cxnLst/>
            <a:rect l="l" t="t" r="r" b="b"/>
            <a:pathLst>
              <a:path w="5403" h="5403" extrusionOk="0">
                <a:moveTo>
                  <a:pt x="2701" y="1"/>
                </a:moveTo>
                <a:cubicBezTo>
                  <a:pt x="1210" y="1"/>
                  <a:pt x="1" y="1210"/>
                  <a:pt x="1" y="2701"/>
                </a:cubicBezTo>
                <a:cubicBezTo>
                  <a:pt x="1" y="4193"/>
                  <a:pt x="1210" y="5402"/>
                  <a:pt x="2701" y="5402"/>
                </a:cubicBezTo>
                <a:cubicBezTo>
                  <a:pt x="4193" y="5402"/>
                  <a:pt x="5402" y="4193"/>
                  <a:pt x="5402" y="2701"/>
                </a:cubicBezTo>
                <a:cubicBezTo>
                  <a:pt x="5402" y="1210"/>
                  <a:pt x="4193" y="1"/>
                  <a:pt x="2701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8"/>
          <p:cNvSpPr/>
          <p:nvPr/>
        </p:nvSpPr>
        <p:spPr>
          <a:xfrm>
            <a:off x="8600384" y="1005803"/>
            <a:ext cx="1043095" cy="1042633"/>
          </a:xfrm>
          <a:custGeom>
            <a:avLst/>
            <a:gdLst/>
            <a:ahLst/>
            <a:cxnLst/>
            <a:rect l="l" t="t" r="r" b="b"/>
            <a:pathLst>
              <a:path w="4317" h="4315" extrusionOk="0">
                <a:moveTo>
                  <a:pt x="2159" y="0"/>
                </a:moveTo>
                <a:cubicBezTo>
                  <a:pt x="967" y="0"/>
                  <a:pt x="1" y="966"/>
                  <a:pt x="1" y="2157"/>
                </a:cubicBezTo>
                <a:cubicBezTo>
                  <a:pt x="1" y="3348"/>
                  <a:pt x="967" y="4314"/>
                  <a:pt x="2159" y="4314"/>
                </a:cubicBezTo>
                <a:cubicBezTo>
                  <a:pt x="3350" y="4314"/>
                  <a:pt x="4316" y="3348"/>
                  <a:pt x="4316" y="2157"/>
                </a:cubicBezTo>
                <a:cubicBezTo>
                  <a:pt x="4316" y="966"/>
                  <a:pt x="3350" y="0"/>
                  <a:pt x="215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8"/>
          <p:cNvSpPr/>
          <p:nvPr/>
        </p:nvSpPr>
        <p:spPr>
          <a:xfrm>
            <a:off x="4137655" y="4746980"/>
            <a:ext cx="772717" cy="680913"/>
          </a:xfrm>
          <a:custGeom>
            <a:avLst/>
            <a:gdLst/>
            <a:ahLst/>
            <a:cxnLst/>
            <a:rect l="l" t="t" r="r" b="b"/>
            <a:pathLst>
              <a:path w="3198" h="2818" extrusionOk="0">
                <a:moveTo>
                  <a:pt x="1598" y="1"/>
                </a:moveTo>
                <a:cubicBezTo>
                  <a:pt x="1419" y="1"/>
                  <a:pt x="1236" y="35"/>
                  <a:pt x="1060" y="108"/>
                </a:cubicBezTo>
                <a:cubicBezTo>
                  <a:pt x="342" y="406"/>
                  <a:pt x="1" y="1229"/>
                  <a:pt x="298" y="1948"/>
                </a:cubicBezTo>
                <a:cubicBezTo>
                  <a:pt x="523" y="2490"/>
                  <a:pt x="1047" y="2817"/>
                  <a:pt x="1600" y="2817"/>
                </a:cubicBezTo>
                <a:cubicBezTo>
                  <a:pt x="1779" y="2817"/>
                  <a:pt x="1961" y="2783"/>
                  <a:pt x="2137" y="2710"/>
                </a:cubicBezTo>
                <a:cubicBezTo>
                  <a:pt x="2856" y="2413"/>
                  <a:pt x="3198" y="1589"/>
                  <a:pt x="2900" y="870"/>
                </a:cubicBezTo>
                <a:cubicBezTo>
                  <a:pt x="2676" y="328"/>
                  <a:pt x="2151" y="1"/>
                  <a:pt x="1598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8"/>
          <p:cNvSpPr/>
          <p:nvPr/>
        </p:nvSpPr>
        <p:spPr>
          <a:xfrm>
            <a:off x="8768185" y="3161119"/>
            <a:ext cx="749038" cy="680672"/>
          </a:xfrm>
          <a:custGeom>
            <a:avLst/>
            <a:gdLst/>
            <a:ahLst/>
            <a:cxnLst/>
            <a:rect l="l" t="t" r="r" b="b"/>
            <a:pathLst>
              <a:path w="3100" h="2817" extrusionOk="0">
                <a:moveTo>
                  <a:pt x="1549" y="0"/>
                </a:moveTo>
                <a:cubicBezTo>
                  <a:pt x="910" y="0"/>
                  <a:pt x="332" y="437"/>
                  <a:pt x="179" y="1085"/>
                </a:cubicBezTo>
                <a:cubicBezTo>
                  <a:pt x="1" y="1842"/>
                  <a:pt x="470" y="2600"/>
                  <a:pt x="1227" y="2778"/>
                </a:cubicBezTo>
                <a:cubicBezTo>
                  <a:pt x="1335" y="2804"/>
                  <a:pt x="1444" y="2816"/>
                  <a:pt x="1551" y="2816"/>
                </a:cubicBezTo>
                <a:cubicBezTo>
                  <a:pt x="2189" y="2816"/>
                  <a:pt x="2766" y="2380"/>
                  <a:pt x="2919" y="1732"/>
                </a:cubicBezTo>
                <a:cubicBezTo>
                  <a:pt x="3099" y="974"/>
                  <a:pt x="2630" y="216"/>
                  <a:pt x="1873" y="38"/>
                </a:cubicBezTo>
                <a:cubicBezTo>
                  <a:pt x="1764" y="12"/>
                  <a:pt x="1656" y="0"/>
                  <a:pt x="1549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8"/>
          <p:cNvSpPr/>
          <p:nvPr/>
        </p:nvSpPr>
        <p:spPr>
          <a:xfrm>
            <a:off x="-805274" y="103252"/>
            <a:ext cx="5518357" cy="680924"/>
          </a:xfrm>
          <a:custGeom>
            <a:avLst/>
            <a:gdLst/>
            <a:ahLst/>
            <a:cxnLst/>
            <a:rect l="l" t="t" r="r" b="b"/>
            <a:pathLst>
              <a:path w="52006" h="6417" extrusionOk="0">
                <a:moveTo>
                  <a:pt x="42454" y="0"/>
                </a:moveTo>
                <a:cubicBezTo>
                  <a:pt x="42391" y="0"/>
                  <a:pt x="42321" y="45"/>
                  <a:pt x="42319" y="120"/>
                </a:cubicBezTo>
                <a:cubicBezTo>
                  <a:pt x="42277" y="1651"/>
                  <a:pt x="42138" y="3177"/>
                  <a:pt x="41904" y="4690"/>
                </a:cubicBezTo>
                <a:cubicBezTo>
                  <a:pt x="41880" y="4844"/>
                  <a:pt x="41860" y="5002"/>
                  <a:pt x="41827" y="5154"/>
                </a:cubicBezTo>
                <a:cubicBezTo>
                  <a:pt x="41780" y="5374"/>
                  <a:pt x="41690" y="5467"/>
                  <a:pt x="41454" y="5494"/>
                </a:cubicBezTo>
                <a:cubicBezTo>
                  <a:pt x="41353" y="5505"/>
                  <a:pt x="41249" y="5510"/>
                  <a:pt x="41144" y="5510"/>
                </a:cubicBezTo>
                <a:cubicBezTo>
                  <a:pt x="40842" y="5510"/>
                  <a:pt x="40528" y="5475"/>
                  <a:pt x="40236" y="5468"/>
                </a:cubicBezTo>
                <a:cubicBezTo>
                  <a:pt x="39562" y="5455"/>
                  <a:pt x="38885" y="5461"/>
                  <a:pt x="38211" y="5421"/>
                </a:cubicBezTo>
                <a:cubicBezTo>
                  <a:pt x="37272" y="5364"/>
                  <a:pt x="35982" y="5155"/>
                  <a:pt x="35616" y="4138"/>
                </a:cubicBezTo>
                <a:cubicBezTo>
                  <a:pt x="35480" y="3758"/>
                  <a:pt x="35449" y="3192"/>
                  <a:pt x="34969" y="3077"/>
                </a:cubicBezTo>
                <a:cubicBezTo>
                  <a:pt x="34920" y="3065"/>
                  <a:pt x="34872" y="3060"/>
                  <a:pt x="34826" y="3060"/>
                </a:cubicBezTo>
                <a:cubicBezTo>
                  <a:pt x="34420" y="3060"/>
                  <a:pt x="34115" y="3486"/>
                  <a:pt x="33900" y="3785"/>
                </a:cubicBezTo>
                <a:cubicBezTo>
                  <a:pt x="33107" y="4883"/>
                  <a:pt x="31914" y="5624"/>
                  <a:pt x="30580" y="5847"/>
                </a:cubicBezTo>
                <a:lnTo>
                  <a:pt x="30580" y="5847"/>
                </a:lnTo>
                <a:cubicBezTo>
                  <a:pt x="30238" y="4003"/>
                  <a:pt x="30018" y="2139"/>
                  <a:pt x="29920" y="267"/>
                </a:cubicBezTo>
                <a:cubicBezTo>
                  <a:pt x="29916" y="194"/>
                  <a:pt x="29845" y="148"/>
                  <a:pt x="29782" y="148"/>
                </a:cubicBezTo>
                <a:cubicBezTo>
                  <a:pt x="29734" y="148"/>
                  <a:pt x="29690" y="174"/>
                  <a:pt x="29681" y="235"/>
                </a:cubicBezTo>
                <a:cubicBezTo>
                  <a:pt x="29447" y="1836"/>
                  <a:pt x="29218" y="3436"/>
                  <a:pt x="28980" y="5035"/>
                </a:cubicBezTo>
                <a:cubicBezTo>
                  <a:pt x="28945" y="5263"/>
                  <a:pt x="28949" y="5470"/>
                  <a:pt x="28664" y="5505"/>
                </a:cubicBezTo>
                <a:cubicBezTo>
                  <a:pt x="28629" y="5509"/>
                  <a:pt x="28594" y="5510"/>
                  <a:pt x="28558" y="5510"/>
                </a:cubicBezTo>
                <a:cubicBezTo>
                  <a:pt x="28430" y="5510"/>
                  <a:pt x="28293" y="5491"/>
                  <a:pt x="28172" y="5487"/>
                </a:cubicBezTo>
                <a:lnTo>
                  <a:pt x="26895" y="5435"/>
                </a:lnTo>
                <a:cubicBezTo>
                  <a:pt x="26173" y="5405"/>
                  <a:pt x="25432" y="5418"/>
                  <a:pt x="24716" y="5316"/>
                </a:cubicBezTo>
                <a:cubicBezTo>
                  <a:pt x="24122" y="5229"/>
                  <a:pt x="23557" y="5016"/>
                  <a:pt x="23222" y="4492"/>
                </a:cubicBezTo>
                <a:cubicBezTo>
                  <a:pt x="22970" y="4100"/>
                  <a:pt x="22818" y="3609"/>
                  <a:pt x="22456" y="3298"/>
                </a:cubicBezTo>
                <a:cubicBezTo>
                  <a:pt x="22284" y="3150"/>
                  <a:pt x="22083" y="3079"/>
                  <a:pt x="21880" y="3079"/>
                </a:cubicBezTo>
                <a:cubicBezTo>
                  <a:pt x="21671" y="3079"/>
                  <a:pt x="21461" y="3154"/>
                  <a:pt x="21281" y="3296"/>
                </a:cubicBezTo>
                <a:cubicBezTo>
                  <a:pt x="20822" y="3654"/>
                  <a:pt x="20691" y="4226"/>
                  <a:pt x="20426" y="4716"/>
                </a:cubicBezTo>
                <a:cubicBezTo>
                  <a:pt x="20258" y="5027"/>
                  <a:pt x="20027" y="5267"/>
                  <a:pt x="19679" y="5361"/>
                </a:cubicBezTo>
                <a:cubicBezTo>
                  <a:pt x="19392" y="5437"/>
                  <a:pt x="19090" y="5431"/>
                  <a:pt x="18797" y="5435"/>
                </a:cubicBezTo>
                <a:cubicBezTo>
                  <a:pt x="18366" y="5440"/>
                  <a:pt x="17925" y="5461"/>
                  <a:pt x="17596" y="5728"/>
                </a:cubicBezTo>
                <a:lnTo>
                  <a:pt x="17596" y="5728"/>
                </a:lnTo>
                <a:cubicBezTo>
                  <a:pt x="17258" y="4031"/>
                  <a:pt x="17058" y="2308"/>
                  <a:pt x="17001" y="578"/>
                </a:cubicBezTo>
                <a:cubicBezTo>
                  <a:pt x="16998" y="504"/>
                  <a:pt x="16929" y="459"/>
                  <a:pt x="16866" y="459"/>
                </a:cubicBezTo>
                <a:cubicBezTo>
                  <a:pt x="16817" y="459"/>
                  <a:pt x="16773" y="485"/>
                  <a:pt x="16763" y="545"/>
                </a:cubicBezTo>
                <a:lnTo>
                  <a:pt x="16757" y="578"/>
                </a:lnTo>
                <a:lnTo>
                  <a:pt x="16757" y="578"/>
                </a:lnTo>
                <a:lnTo>
                  <a:pt x="16756" y="578"/>
                </a:lnTo>
                <a:lnTo>
                  <a:pt x="16756" y="578"/>
                </a:lnTo>
                <a:cubicBezTo>
                  <a:pt x="16756" y="579"/>
                  <a:pt x="16756" y="581"/>
                  <a:pt x="16756" y="582"/>
                </a:cubicBezTo>
                <a:lnTo>
                  <a:pt x="16756" y="582"/>
                </a:lnTo>
                <a:lnTo>
                  <a:pt x="16331" y="3057"/>
                </a:lnTo>
                <a:lnTo>
                  <a:pt x="16141" y="4162"/>
                </a:lnTo>
                <a:lnTo>
                  <a:pt x="16037" y="4765"/>
                </a:lnTo>
                <a:cubicBezTo>
                  <a:pt x="16004" y="4963"/>
                  <a:pt x="15994" y="5190"/>
                  <a:pt x="15921" y="5378"/>
                </a:cubicBezTo>
                <a:cubicBezTo>
                  <a:pt x="15854" y="5550"/>
                  <a:pt x="15724" y="5605"/>
                  <a:pt x="15575" y="5605"/>
                </a:cubicBezTo>
                <a:cubicBezTo>
                  <a:pt x="15377" y="5605"/>
                  <a:pt x="15145" y="5509"/>
                  <a:pt x="14979" y="5465"/>
                </a:cubicBezTo>
                <a:cubicBezTo>
                  <a:pt x="14624" y="5370"/>
                  <a:pt x="14255" y="5339"/>
                  <a:pt x="13888" y="5339"/>
                </a:cubicBezTo>
                <a:cubicBezTo>
                  <a:pt x="13866" y="5339"/>
                  <a:pt x="13843" y="5339"/>
                  <a:pt x="13821" y="5339"/>
                </a:cubicBezTo>
                <a:cubicBezTo>
                  <a:pt x="13302" y="5343"/>
                  <a:pt x="12776" y="5411"/>
                  <a:pt x="12254" y="5411"/>
                </a:cubicBezTo>
                <a:cubicBezTo>
                  <a:pt x="12040" y="5411"/>
                  <a:pt x="11827" y="5399"/>
                  <a:pt x="11616" y="5368"/>
                </a:cubicBezTo>
                <a:cubicBezTo>
                  <a:pt x="11061" y="5285"/>
                  <a:pt x="10475" y="5069"/>
                  <a:pt x="10091" y="4643"/>
                </a:cubicBezTo>
                <a:cubicBezTo>
                  <a:pt x="9897" y="4427"/>
                  <a:pt x="9787" y="4173"/>
                  <a:pt x="9743" y="3888"/>
                </a:cubicBezTo>
                <a:cubicBezTo>
                  <a:pt x="9707" y="3654"/>
                  <a:pt x="9705" y="3394"/>
                  <a:pt x="9578" y="3185"/>
                </a:cubicBezTo>
                <a:cubicBezTo>
                  <a:pt x="9464" y="2998"/>
                  <a:pt x="9299" y="2929"/>
                  <a:pt x="9120" y="2929"/>
                </a:cubicBezTo>
                <a:cubicBezTo>
                  <a:pt x="8862" y="2929"/>
                  <a:pt x="8574" y="3073"/>
                  <a:pt x="8373" y="3214"/>
                </a:cubicBezTo>
                <a:cubicBezTo>
                  <a:pt x="7958" y="3505"/>
                  <a:pt x="7656" y="3918"/>
                  <a:pt x="7338" y="4305"/>
                </a:cubicBezTo>
                <a:cubicBezTo>
                  <a:pt x="6905" y="4830"/>
                  <a:pt x="6468" y="5230"/>
                  <a:pt x="5767" y="5318"/>
                </a:cubicBezTo>
                <a:cubicBezTo>
                  <a:pt x="5358" y="5369"/>
                  <a:pt x="4797" y="5459"/>
                  <a:pt x="4526" y="5787"/>
                </a:cubicBezTo>
                <a:lnTo>
                  <a:pt x="4526" y="5787"/>
                </a:lnTo>
                <a:cubicBezTo>
                  <a:pt x="4284" y="4322"/>
                  <a:pt x="4115" y="2847"/>
                  <a:pt x="4017" y="1366"/>
                </a:cubicBezTo>
                <a:lnTo>
                  <a:pt x="4017" y="1366"/>
                </a:lnTo>
                <a:cubicBezTo>
                  <a:pt x="4013" y="1145"/>
                  <a:pt x="4000" y="925"/>
                  <a:pt x="3979" y="705"/>
                </a:cubicBezTo>
                <a:lnTo>
                  <a:pt x="3979" y="705"/>
                </a:lnTo>
                <a:cubicBezTo>
                  <a:pt x="3978" y="695"/>
                  <a:pt x="3978" y="685"/>
                  <a:pt x="3977" y="675"/>
                </a:cubicBezTo>
                <a:lnTo>
                  <a:pt x="3976" y="675"/>
                </a:lnTo>
                <a:cubicBezTo>
                  <a:pt x="3968" y="599"/>
                  <a:pt x="3905" y="560"/>
                  <a:pt x="3845" y="560"/>
                </a:cubicBezTo>
                <a:cubicBezTo>
                  <a:pt x="3786" y="560"/>
                  <a:pt x="3730" y="598"/>
                  <a:pt x="3734" y="676"/>
                </a:cubicBezTo>
                <a:cubicBezTo>
                  <a:pt x="3747" y="925"/>
                  <a:pt x="3761" y="1173"/>
                  <a:pt x="3778" y="1421"/>
                </a:cubicBezTo>
                <a:lnTo>
                  <a:pt x="3778" y="1421"/>
                </a:lnTo>
                <a:cubicBezTo>
                  <a:pt x="3786" y="1975"/>
                  <a:pt x="3742" y="2529"/>
                  <a:pt x="3645" y="3076"/>
                </a:cubicBezTo>
                <a:cubicBezTo>
                  <a:pt x="3513" y="3816"/>
                  <a:pt x="3310" y="4663"/>
                  <a:pt x="2910" y="5307"/>
                </a:cubicBezTo>
                <a:cubicBezTo>
                  <a:pt x="2725" y="5605"/>
                  <a:pt x="2489" y="5702"/>
                  <a:pt x="2225" y="5702"/>
                </a:cubicBezTo>
                <a:cubicBezTo>
                  <a:pt x="1744" y="5702"/>
                  <a:pt x="1174" y="5382"/>
                  <a:pt x="661" y="5382"/>
                </a:cubicBezTo>
                <a:cubicBezTo>
                  <a:pt x="462" y="5382"/>
                  <a:pt x="271" y="5430"/>
                  <a:pt x="98" y="5565"/>
                </a:cubicBezTo>
                <a:cubicBezTo>
                  <a:pt x="0" y="5641"/>
                  <a:pt x="89" y="5765"/>
                  <a:pt x="191" y="5765"/>
                </a:cubicBezTo>
                <a:cubicBezTo>
                  <a:pt x="217" y="5765"/>
                  <a:pt x="245" y="5757"/>
                  <a:pt x="270" y="5737"/>
                </a:cubicBezTo>
                <a:lnTo>
                  <a:pt x="268" y="5737"/>
                </a:lnTo>
                <a:cubicBezTo>
                  <a:pt x="398" y="5636"/>
                  <a:pt x="547" y="5599"/>
                  <a:pt x="705" y="5599"/>
                </a:cubicBezTo>
                <a:cubicBezTo>
                  <a:pt x="1098" y="5599"/>
                  <a:pt x="1547" y="5831"/>
                  <a:pt x="1886" y="5904"/>
                </a:cubicBezTo>
                <a:cubicBezTo>
                  <a:pt x="1999" y="5928"/>
                  <a:pt x="2108" y="5940"/>
                  <a:pt x="2212" y="5940"/>
                </a:cubicBezTo>
                <a:cubicBezTo>
                  <a:pt x="2611" y="5940"/>
                  <a:pt x="2940" y="5761"/>
                  <a:pt x="3159" y="5360"/>
                </a:cubicBezTo>
                <a:cubicBezTo>
                  <a:pt x="3526" y="4685"/>
                  <a:pt x="3742" y="3893"/>
                  <a:pt x="3878" y="3141"/>
                </a:cubicBezTo>
                <a:cubicBezTo>
                  <a:pt x="3888" y="3083"/>
                  <a:pt x="3898" y="3024"/>
                  <a:pt x="3907" y="2966"/>
                </a:cubicBezTo>
                <a:lnTo>
                  <a:pt x="3907" y="2966"/>
                </a:lnTo>
                <a:cubicBezTo>
                  <a:pt x="4021" y="4092"/>
                  <a:pt x="4176" y="5214"/>
                  <a:pt x="4372" y="6330"/>
                </a:cubicBezTo>
                <a:cubicBezTo>
                  <a:pt x="4382" y="6389"/>
                  <a:pt x="4431" y="6416"/>
                  <a:pt x="4482" y="6416"/>
                </a:cubicBezTo>
                <a:cubicBezTo>
                  <a:pt x="4546" y="6416"/>
                  <a:pt x="4613" y="6373"/>
                  <a:pt x="4610" y="6297"/>
                </a:cubicBezTo>
                <a:cubicBezTo>
                  <a:pt x="4571" y="5468"/>
                  <a:pt x="5855" y="5629"/>
                  <a:pt x="6362" y="5431"/>
                </a:cubicBezTo>
                <a:cubicBezTo>
                  <a:pt x="6817" y="5255"/>
                  <a:pt x="7161" y="4894"/>
                  <a:pt x="7467" y="4526"/>
                </a:cubicBezTo>
                <a:cubicBezTo>
                  <a:pt x="7798" y="4129"/>
                  <a:pt x="8106" y="3679"/>
                  <a:pt x="8546" y="3390"/>
                </a:cubicBezTo>
                <a:cubicBezTo>
                  <a:pt x="8695" y="3292"/>
                  <a:pt x="8913" y="3174"/>
                  <a:pt x="9099" y="3174"/>
                </a:cubicBezTo>
                <a:cubicBezTo>
                  <a:pt x="9226" y="3174"/>
                  <a:pt x="9339" y="3229"/>
                  <a:pt x="9405" y="3384"/>
                </a:cubicBezTo>
                <a:cubicBezTo>
                  <a:pt x="9505" y="3622"/>
                  <a:pt x="9481" y="3899"/>
                  <a:pt x="9547" y="4146"/>
                </a:cubicBezTo>
                <a:cubicBezTo>
                  <a:pt x="9821" y="5180"/>
                  <a:pt x="11034" y="5608"/>
                  <a:pt x="11995" y="5644"/>
                </a:cubicBezTo>
                <a:cubicBezTo>
                  <a:pt x="12071" y="5647"/>
                  <a:pt x="12147" y="5649"/>
                  <a:pt x="12223" y="5649"/>
                </a:cubicBezTo>
                <a:cubicBezTo>
                  <a:pt x="12773" y="5649"/>
                  <a:pt x="13322" y="5581"/>
                  <a:pt x="13871" y="5581"/>
                </a:cubicBezTo>
                <a:cubicBezTo>
                  <a:pt x="14012" y="5581"/>
                  <a:pt x="14153" y="5585"/>
                  <a:pt x="14294" y="5596"/>
                </a:cubicBezTo>
                <a:cubicBezTo>
                  <a:pt x="14646" y="5624"/>
                  <a:pt x="14960" y="5734"/>
                  <a:pt x="15300" y="5809"/>
                </a:cubicBezTo>
                <a:cubicBezTo>
                  <a:pt x="15394" y="5830"/>
                  <a:pt x="15493" y="5845"/>
                  <a:pt x="15590" y="5845"/>
                </a:cubicBezTo>
                <a:cubicBezTo>
                  <a:pt x="15749" y="5845"/>
                  <a:pt x="15903" y="5804"/>
                  <a:pt x="16020" y="5679"/>
                </a:cubicBezTo>
                <a:cubicBezTo>
                  <a:pt x="16238" y="5450"/>
                  <a:pt x="16238" y="5021"/>
                  <a:pt x="16288" y="4729"/>
                </a:cubicBezTo>
                <a:lnTo>
                  <a:pt x="16529" y="3323"/>
                </a:lnTo>
                <a:lnTo>
                  <a:pt x="16812" y="1675"/>
                </a:lnTo>
                <a:lnTo>
                  <a:pt x="16812" y="1675"/>
                </a:lnTo>
                <a:cubicBezTo>
                  <a:pt x="16912" y="3130"/>
                  <a:pt x="17110" y="4577"/>
                  <a:pt x="17405" y="6006"/>
                </a:cubicBezTo>
                <a:cubicBezTo>
                  <a:pt x="17418" y="6066"/>
                  <a:pt x="17462" y="6091"/>
                  <a:pt x="17510" y="6091"/>
                </a:cubicBezTo>
                <a:cubicBezTo>
                  <a:pt x="17554" y="6091"/>
                  <a:pt x="17599" y="6070"/>
                  <a:pt x="17626" y="6035"/>
                </a:cubicBezTo>
                <a:cubicBezTo>
                  <a:pt x="17881" y="5699"/>
                  <a:pt x="18325" y="5673"/>
                  <a:pt x="18739" y="5673"/>
                </a:cubicBezTo>
                <a:cubicBezTo>
                  <a:pt x="18815" y="5673"/>
                  <a:pt x="18890" y="5674"/>
                  <a:pt x="18962" y="5674"/>
                </a:cubicBezTo>
                <a:cubicBezTo>
                  <a:pt x="19020" y="5674"/>
                  <a:pt x="19076" y="5673"/>
                  <a:pt x="19130" y="5671"/>
                </a:cubicBezTo>
                <a:cubicBezTo>
                  <a:pt x="19628" y="5653"/>
                  <a:pt x="20108" y="5552"/>
                  <a:pt x="20435" y="5144"/>
                </a:cubicBezTo>
                <a:cubicBezTo>
                  <a:pt x="20805" y="4681"/>
                  <a:pt x="20883" y="4049"/>
                  <a:pt x="21293" y="3611"/>
                </a:cubicBezTo>
                <a:cubicBezTo>
                  <a:pt x="21450" y="3445"/>
                  <a:pt x="21658" y="3316"/>
                  <a:pt x="21882" y="3316"/>
                </a:cubicBezTo>
                <a:cubicBezTo>
                  <a:pt x="21947" y="3316"/>
                  <a:pt x="22012" y="3327"/>
                  <a:pt x="22079" y="3350"/>
                </a:cubicBezTo>
                <a:cubicBezTo>
                  <a:pt x="22345" y="3443"/>
                  <a:pt x="22507" y="3706"/>
                  <a:pt x="22639" y="3939"/>
                </a:cubicBezTo>
                <a:cubicBezTo>
                  <a:pt x="22877" y="4360"/>
                  <a:pt x="23062" y="4811"/>
                  <a:pt x="23461" y="5110"/>
                </a:cubicBezTo>
                <a:cubicBezTo>
                  <a:pt x="23919" y="5452"/>
                  <a:pt x="24507" y="5550"/>
                  <a:pt x="25062" y="5595"/>
                </a:cubicBezTo>
                <a:cubicBezTo>
                  <a:pt x="25790" y="5653"/>
                  <a:pt x="26522" y="5661"/>
                  <a:pt x="27251" y="5691"/>
                </a:cubicBezTo>
                <a:lnTo>
                  <a:pt x="28427" y="5739"/>
                </a:lnTo>
                <a:cubicBezTo>
                  <a:pt x="28484" y="5741"/>
                  <a:pt x="28542" y="5743"/>
                  <a:pt x="28599" y="5743"/>
                </a:cubicBezTo>
                <a:cubicBezTo>
                  <a:pt x="28811" y="5743"/>
                  <a:pt x="29009" y="5708"/>
                  <a:pt x="29121" y="5487"/>
                </a:cubicBezTo>
                <a:cubicBezTo>
                  <a:pt x="29280" y="5172"/>
                  <a:pt x="29269" y="4725"/>
                  <a:pt x="29318" y="4383"/>
                </a:cubicBezTo>
                <a:lnTo>
                  <a:pt x="29512" y="3057"/>
                </a:lnTo>
                <a:lnTo>
                  <a:pt x="29753" y="1409"/>
                </a:lnTo>
                <a:lnTo>
                  <a:pt x="29753" y="1409"/>
                </a:lnTo>
                <a:cubicBezTo>
                  <a:pt x="29875" y="2954"/>
                  <a:pt x="30079" y="4491"/>
                  <a:pt x="30365" y="6015"/>
                </a:cubicBezTo>
                <a:cubicBezTo>
                  <a:pt x="30377" y="6076"/>
                  <a:pt x="30435" y="6101"/>
                  <a:pt x="30489" y="6101"/>
                </a:cubicBezTo>
                <a:cubicBezTo>
                  <a:pt x="30498" y="6101"/>
                  <a:pt x="30506" y="6101"/>
                  <a:pt x="30514" y="6099"/>
                </a:cubicBezTo>
                <a:cubicBezTo>
                  <a:pt x="31726" y="5930"/>
                  <a:pt x="32865" y="5334"/>
                  <a:pt x="33690" y="4430"/>
                </a:cubicBezTo>
                <a:cubicBezTo>
                  <a:pt x="33875" y="4227"/>
                  <a:pt x="34031" y="4006"/>
                  <a:pt x="34196" y="3787"/>
                </a:cubicBezTo>
                <a:cubicBezTo>
                  <a:pt x="34335" y="3602"/>
                  <a:pt x="34583" y="3302"/>
                  <a:pt x="34838" y="3302"/>
                </a:cubicBezTo>
                <a:cubicBezTo>
                  <a:pt x="34915" y="3302"/>
                  <a:pt x="34994" y="3330"/>
                  <a:pt x="35070" y="3398"/>
                </a:cubicBezTo>
                <a:cubicBezTo>
                  <a:pt x="35256" y="3566"/>
                  <a:pt x="35283" y="3884"/>
                  <a:pt x="35352" y="4109"/>
                </a:cubicBezTo>
                <a:cubicBezTo>
                  <a:pt x="35418" y="4330"/>
                  <a:pt x="35525" y="4536"/>
                  <a:pt x="35669" y="4716"/>
                </a:cubicBezTo>
                <a:cubicBezTo>
                  <a:pt x="36291" y="5480"/>
                  <a:pt x="37427" y="5627"/>
                  <a:pt x="38347" y="5670"/>
                </a:cubicBezTo>
                <a:cubicBezTo>
                  <a:pt x="39094" y="5704"/>
                  <a:pt x="39844" y="5704"/>
                  <a:pt x="40592" y="5718"/>
                </a:cubicBezTo>
                <a:cubicBezTo>
                  <a:pt x="40815" y="5723"/>
                  <a:pt x="41069" y="5756"/>
                  <a:pt x="41311" y="5756"/>
                </a:cubicBezTo>
                <a:cubicBezTo>
                  <a:pt x="41433" y="5756"/>
                  <a:pt x="41552" y="5748"/>
                  <a:pt x="41662" y="5723"/>
                </a:cubicBezTo>
                <a:cubicBezTo>
                  <a:pt x="41908" y="5668"/>
                  <a:pt x="42013" y="5446"/>
                  <a:pt x="42061" y="5219"/>
                </a:cubicBezTo>
                <a:cubicBezTo>
                  <a:pt x="42234" y="4405"/>
                  <a:pt x="42314" y="3555"/>
                  <a:pt x="42397" y="2728"/>
                </a:cubicBezTo>
                <a:cubicBezTo>
                  <a:pt x="42442" y="2267"/>
                  <a:pt x="42479" y="1806"/>
                  <a:pt x="42507" y="1345"/>
                </a:cubicBezTo>
                <a:lnTo>
                  <a:pt x="42507" y="1345"/>
                </a:lnTo>
                <a:cubicBezTo>
                  <a:pt x="42753" y="2930"/>
                  <a:pt x="42998" y="4516"/>
                  <a:pt x="43243" y="6101"/>
                </a:cubicBezTo>
                <a:cubicBezTo>
                  <a:pt x="43252" y="6157"/>
                  <a:pt x="43308" y="6188"/>
                  <a:pt x="43362" y="6188"/>
                </a:cubicBezTo>
                <a:cubicBezTo>
                  <a:pt x="43404" y="6188"/>
                  <a:pt x="43446" y="6169"/>
                  <a:pt x="43465" y="6129"/>
                </a:cubicBezTo>
                <a:cubicBezTo>
                  <a:pt x="43691" y="5642"/>
                  <a:pt x="44324" y="5690"/>
                  <a:pt x="44779" y="5649"/>
                </a:cubicBezTo>
                <a:cubicBezTo>
                  <a:pt x="45229" y="5612"/>
                  <a:pt x="45647" y="5521"/>
                  <a:pt x="45984" y="5203"/>
                </a:cubicBezTo>
                <a:cubicBezTo>
                  <a:pt x="46298" y="4907"/>
                  <a:pt x="46504" y="4514"/>
                  <a:pt x="46733" y="4153"/>
                </a:cubicBezTo>
                <a:cubicBezTo>
                  <a:pt x="46952" y="3808"/>
                  <a:pt x="47213" y="3437"/>
                  <a:pt x="47639" y="3389"/>
                </a:cubicBezTo>
                <a:lnTo>
                  <a:pt x="47639" y="3389"/>
                </a:lnTo>
                <a:cubicBezTo>
                  <a:pt x="48138" y="4753"/>
                  <a:pt x="49536" y="5669"/>
                  <a:pt x="50964" y="5669"/>
                </a:cubicBezTo>
                <a:cubicBezTo>
                  <a:pt x="51267" y="5669"/>
                  <a:pt x="51571" y="5628"/>
                  <a:pt x="51868" y="5541"/>
                </a:cubicBezTo>
                <a:cubicBezTo>
                  <a:pt x="52005" y="5501"/>
                  <a:pt x="51964" y="5301"/>
                  <a:pt x="51840" y="5301"/>
                </a:cubicBezTo>
                <a:cubicBezTo>
                  <a:pt x="51828" y="5301"/>
                  <a:pt x="51816" y="5303"/>
                  <a:pt x="51803" y="5307"/>
                </a:cubicBezTo>
                <a:cubicBezTo>
                  <a:pt x="51528" y="5387"/>
                  <a:pt x="51245" y="5425"/>
                  <a:pt x="50963" y="5425"/>
                </a:cubicBezTo>
                <a:cubicBezTo>
                  <a:pt x="49609" y="5425"/>
                  <a:pt x="48275" y="4544"/>
                  <a:pt x="47841" y="3231"/>
                </a:cubicBezTo>
                <a:cubicBezTo>
                  <a:pt x="47826" y="3180"/>
                  <a:pt x="47778" y="3143"/>
                  <a:pt x="47723" y="3142"/>
                </a:cubicBezTo>
                <a:cubicBezTo>
                  <a:pt x="46737" y="3152"/>
                  <a:pt x="46453" y="4355"/>
                  <a:pt x="45891" y="4954"/>
                </a:cubicBezTo>
                <a:cubicBezTo>
                  <a:pt x="45493" y="5377"/>
                  <a:pt x="44966" y="5390"/>
                  <a:pt x="44423" y="5433"/>
                </a:cubicBezTo>
                <a:cubicBezTo>
                  <a:pt x="44067" y="5463"/>
                  <a:pt x="43685" y="5516"/>
                  <a:pt x="43433" y="5757"/>
                </a:cubicBezTo>
                <a:lnTo>
                  <a:pt x="43433" y="5757"/>
                </a:lnTo>
                <a:cubicBezTo>
                  <a:pt x="43143" y="3878"/>
                  <a:pt x="42853" y="1999"/>
                  <a:pt x="42562" y="121"/>
                </a:cubicBezTo>
                <a:lnTo>
                  <a:pt x="42562" y="121"/>
                </a:lnTo>
                <a:cubicBezTo>
                  <a:pt x="42562" y="121"/>
                  <a:pt x="42562" y="120"/>
                  <a:pt x="42562" y="120"/>
                </a:cubicBezTo>
                <a:lnTo>
                  <a:pt x="42562" y="120"/>
                </a:lnTo>
                <a:lnTo>
                  <a:pt x="42562" y="120"/>
                </a:lnTo>
                <a:lnTo>
                  <a:pt x="42562" y="120"/>
                </a:lnTo>
                <a:cubicBezTo>
                  <a:pt x="42561" y="109"/>
                  <a:pt x="42559" y="98"/>
                  <a:pt x="42557" y="88"/>
                </a:cubicBezTo>
                <a:cubicBezTo>
                  <a:pt x="42548" y="27"/>
                  <a:pt x="42503" y="0"/>
                  <a:pt x="4245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8"/>
          <p:cNvSpPr/>
          <p:nvPr/>
        </p:nvSpPr>
        <p:spPr>
          <a:xfrm>
            <a:off x="4125126" y="4318577"/>
            <a:ext cx="5518357" cy="680924"/>
          </a:xfrm>
          <a:custGeom>
            <a:avLst/>
            <a:gdLst/>
            <a:ahLst/>
            <a:cxnLst/>
            <a:rect l="l" t="t" r="r" b="b"/>
            <a:pathLst>
              <a:path w="52006" h="6417" extrusionOk="0">
                <a:moveTo>
                  <a:pt x="42454" y="0"/>
                </a:moveTo>
                <a:cubicBezTo>
                  <a:pt x="42391" y="0"/>
                  <a:pt x="42321" y="45"/>
                  <a:pt x="42319" y="120"/>
                </a:cubicBezTo>
                <a:cubicBezTo>
                  <a:pt x="42277" y="1651"/>
                  <a:pt x="42138" y="3177"/>
                  <a:pt x="41904" y="4690"/>
                </a:cubicBezTo>
                <a:cubicBezTo>
                  <a:pt x="41880" y="4844"/>
                  <a:pt x="41860" y="5002"/>
                  <a:pt x="41827" y="5154"/>
                </a:cubicBezTo>
                <a:cubicBezTo>
                  <a:pt x="41780" y="5374"/>
                  <a:pt x="41690" y="5467"/>
                  <a:pt x="41454" y="5494"/>
                </a:cubicBezTo>
                <a:cubicBezTo>
                  <a:pt x="41353" y="5505"/>
                  <a:pt x="41249" y="5510"/>
                  <a:pt x="41144" y="5510"/>
                </a:cubicBezTo>
                <a:cubicBezTo>
                  <a:pt x="40842" y="5510"/>
                  <a:pt x="40528" y="5475"/>
                  <a:pt x="40236" y="5468"/>
                </a:cubicBezTo>
                <a:cubicBezTo>
                  <a:pt x="39562" y="5455"/>
                  <a:pt x="38885" y="5461"/>
                  <a:pt x="38211" y="5421"/>
                </a:cubicBezTo>
                <a:cubicBezTo>
                  <a:pt x="37272" y="5364"/>
                  <a:pt x="35982" y="5155"/>
                  <a:pt x="35616" y="4138"/>
                </a:cubicBezTo>
                <a:cubicBezTo>
                  <a:pt x="35480" y="3758"/>
                  <a:pt x="35449" y="3192"/>
                  <a:pt x="34969" y="3077"/>
                </a:cubicBezTo>
                <a:cubicBezTo>
                  <a:pt x="34920" y="3065"/>
                  <a:pt x="34872" y="3060"/>
                  <a:pt x="34826" y="3060"/>
                </a:cubicBezTo>
                <a:cubicBezTo>
                  <a:pt x="34420" y="3060"/>
                  <a:pt x="34115" y="3486"/>
                  <a:pt x="33900" y="3785"/>
                </a:cubicBezTo>
                <a:cubicBezTo>
                  <a:pt x="33107" y="4883"/>
                  <a:pt x="31914" y="5624"/>
                  <a:pt x="30580" y="5847"/>
                </a:cubicBezTo>
                <a:lnTo>
                  <a:pt x="30580" y="5847"/>
                </a:lnTo>
                <a:cubicBezTo>
                  <a:pt x="30238" y="4003"/>
                  <a:pt x="30018" y="2139"/>
                  <a:pt x="29920" y="267"/>
                </a:cubicBezTo>
                <a:cubicBezTo>
                  <a:pt x="29916" y="194"/>
                  <a:pt x="29845" y="148"/>
                  <a:pt x="29782" y="148"/>
                </a:cubicBezTo>
                <a:cubicBezTo>
                  <a:pt x="29734" y="148"/>
                  <a:pt x="29690" y="174"/>
                  <a:pt x="29681" y="235"/>
                </a:cubicBezTo>
                <a:cubicBezTo>
                  <a:pt x="29447" y="1836"/>
                  <a:pt x="29218" y="3436"/>
                  <a:pt x="28980" y="5035"/>
                </a:cubicBezTo>
                <a:cubicBezTo>
                  <a:pt x="28945" y="5263"/>
                  <a:pt x="28949" y="5470"/>
                  <a:pt x="28664" y="5505"/>
                </a:cubicBezTo>
                <a:cubicBezTo>
                  <a:pt x="28629" y="5509"/>
                  <a:pt x="28594" y="5510"/>
                  <a:pt x="28558" y="5510"/>
                </a:cubicBezTo>
                <a:cubicBezTo>
                  <a:pt x="28430" y="5510"/>
                  <a:pt x="28293" y="5491"/>
                  <a:pt x="28172" y="5487"/>
                </a:cubicBezTo>
                <a:lnTo>
                  <a:pt x="26895" y="5435"/>
                </a:lnTo>
                <a:cubicBezTo>
                  <a:pt x="26173" y="5405"/>
                  <a:pt x="25432" y="5418"/>
                  <a:pt x="24716" y="5316"/>
                </a:cubicBezTo>
                <a:cubicBezTo>
                  <a:pt x="24122" y="5229"/>
                  <a:pt x="23557" y="5016"/>
                  <a:pt x="23222" y="4492"/>
                </a:cubicBezTo>
                <a:cubicBezTo>
                  <a:pt x="22970" y="4100"/>
                  <a:pt x="22818" y="3609"/>
                  <a:pt x="22456" y="3298"/>
                </a:cubicBezTo>
                <a:cubicBezTo>
                  <a:pt x="22284" y="3150"/>
                  <a:pt x="22083" y="3079"/>
                  <a:pt x="21880" y="3079"/>
                </a:cubicBezTo>
                <a:cubicBezTo>
                  <a:pt x="21671" y="3079"/>
                  <a:pt x="21461" y="3154"/>
                  <a:pt x="21281" y="3296"/>
                </a:cubicBezTo>
                <a:cubicBezTo>
                  <a:pt x="20822" y="3654"/>
                  <a:pt x="20691" y="4226"/>
                  <a:pt x="20426" y="4716"/>
                </a:cubicBezTo>
                <a:cubicBezTo>
                  <a:pt x="20258" y="5027"/>
                  <a:pt x="20027" y="5267"/>
                  <a:pt x="19679" y="5361"/>
                </a:cubicBezTo>
                <a:cubicBezTo>
                  <a:pt x="19392" y="5437"/>
                  <a:pt x="19090" y="5431"/>
                  <a:pt x="18797" y="5435"/>
                </a:cubicBezTo>
                <a:cubicBezTo>
                  <a:pt x="18366" y="5440"/>
                  <a:pt x="17925" y="5461"/>
                  <a:pt x="17596" y="5728"/>
                </a:cubicBezTo>
                <a:lnTo>
                  <a:pt x="17596" y="5728"/>
                </a:lnTo>
                <a:cubicBezTo>
                  <a:pt x="17258" y="4031"/>
                  <a:pt x="17058" y="2308"/>
                  <a:pt x="17001" y="578"/>
                </a:cubicBezTo>
                <a:cubicBezTo>
                  <a:pt x="16998" y="504"/>
                  <a:pt x="16929" y="459"/>
                  <a:pt x="16866" y="459"/>
                </a:cubicBezTo>
                <a:cubicBezTo>
                  <a:pt x="16817" y="459"/>
                  <a:pt x="16773" y="485"/>
                  <a:pt x="16763" y="545"/>
                </a:cubicBezTo>
                <a:lnTo>
                  <a:pt x="16757" y="578"/>
                </a:lnTo>
                <a:lnTo>
                  <a:pt x="16757" y="578"/>
                </a:lnTo>
                <a:lnTo>
                  <a:pt x="16756" y="578"/>
                </a:lnTo>
                <a:lnTo>
                  <a:pt x="16756" y="578"/>
                </a:lnTo>
                <a:cubicBezTo>
                  <a:pt x="16756" y="579"/>
                  <a:pt x="16756" y="581"/>
                  <a:pt x="16756" y="582"/>
                </a:cubicBezTo>
                <a:lnTo>
                  <a:pt x="16756" y="582"/>
                </a:lnTo>
                <a:lnTo>
                  <a:pt x="16331" y="3057"/>
                </a:lnTo>
                <a:lnTo>
                  <a:pt x="16141" y="4162"/>
                </a:lnTo>
                <a:lnTo>
                  <a:pt x="16037" y="4765"/>
                </a:lnTo>
                <a:cubicBezTo>
                  <a:pt x="16004" y="4963"/>
                  <a:pt x="15994" y="5190"/>
                  <a:pt x="15921" y="5378"/>
                </a:cubicBezTo>
                <a:cubicBezTo>
                  <a:pt x="15854" y="5550"/>
                  <a:pt x="15724" y="5605"/>
                  <a:pt x="15575" y="5605"/>
                </a:cubicBezTo>
                <a:cubicBezTo>
                  <a:pt x="15377" y="5605"/>
                  <a:pt x="15145" y="5509"/>
                  <a:pt x="14979" y="5465"/>
                </a:cubicBezTo>
                <a:cubicBezTo>
                  <a:pt x="14624" y="5370"/>
                  <a:pt x="14255" y="5339"/>
                  <a:pt x="13888" y="5339"/>
                </a:cubicBezTo>
                <a:cubicBezTo>
                  <a:pt x="13866" y="5339"/>
                  <a:pt x="13843" y="5339"/>
                  <a:pt x="13821" y="5339"/>
                </a:cubicBezTo>
                <a:cubicBezTo>
                  <a:pt x="13302" y="5343"/>
                  <a:pt x="12776" y="5411"/>
                  <a:pt x="12254" y="5411"/>
                </a:cubicBezTo>
                <a:cubicBezTo>
                  <a:pt x="12040" y="5411"/>
                  <a:pt x="11827" y="5399"/>
                  <a:pt x="11616" y="5368"/>
                </a:cubicBezTo>
                <a:cubicBezTo>
                  <a:pt x="11061" y="5285"/>
                  <a:pt x="10475" y="5069"/>
                  <a:pt x="10091" y="4643"/>
                </a:cubicBezTo>
                <a:cubicBezTo>
                  <a:pt x="9897" y="4427"/>
                  <a:pt x="9787" y="4173"/>
                  <a:pt x="9743" y="3888"/>
                </a:cubicBezTo>
                <a:cubicBezTo>
                  <a:pt x="9707" y="3654"/>
                  <a:pt x="9705" y="3394"/>
                  <a:pt x="9578" y="3185"/>
                </a:cubicBezTo>
                <a:cubicBezTo>
                  <a:pt x="9464" y="2998"/>
                  <a:pt x="9299" y="2929"/>
                  <a:pt x="9120" y="2929"/>
                </a:cubicBezTo>
                <a:cubicBezTo>
                  <a:pt x="8862" y="2929"/>
                  <a:pt x="8574" y="3073"/>
                  <a:pt x="8373" y="3214"/>
                </a:cubicBezTo>
                <a:cubicBezTo>
                  <a:pt x="7958" y="3505"/>
                  <a:pt x="7656" y="3918"/>
                  <a:pt x="7338" y="4305"/>
                </a:cubicBezTo>
                <a:cubicBezTo>
                  <a:pt x="6905" y="4830"/>
                  <a:pt x="6468" y="5230"/>
                  <a:pt x="5767" y="5318"/>
                </a:cubicBezTo>
                <a:cubicBezTo>
                  <a:pt x="5358" y="5369"/>
                  <a:pt x="4797" y="5459"/>
                  <a:pt x="4526" y="5787"/>
                </a:cubicBezTo>
                <a:lnTo>
                  <a:pt x="4526" y="5787"/>
                </a:lnTo>
                <a:cubicBezTo>
                  <a:pt x="4284" y="4322"/>
                  <a:pt x="4115" y="2847"/>
                  <a:pt x="4017" y="1366"/>
                </a:cubicBezTo>
                <a:lnTo>
                  <a:pt x="4017" y="1366"/>
                </a:lnTo>
                <a:cubicBezTo>
                  <a:pt x="4013" y="1145"/>
                  <a:pt x="4000" y="925"/>
                  <a:pt x="3979" y="705"/>
                </a:cubicBezTo>
                <a:lnTo>
                  <a:pt x="3979" y="705"/>
                </a:lnTo>
                <a:cubicBezTo>
                  <a:pt x="3978" y="695"/>
                  <a:pt x="3978" y="685"/>
                  <a:pt x="3977" y="675"/>
                </a:cubicBezTo>
                <a:lnTo>
                  <a:pt x="3976" y="675"/>
                </a:lnTo>
                <a:cubicBezTo>
                  <a:pt x="3968" y="599"/>
                  <a:pt x="3905" y="560"/>
                  <a:pt x="3845" y="560"/>
                </a:cubicBezTo>
                <a:cubicBezTo>
                  <a:pt x="3786" y="560"/>
                  <a:pt x="3730" y="598"/>
                  <a:pt x="3734" y="676"/>
                </a:cubicBezTo>
                <a:cubicBezTo>
                  <a:pt x="3747" y="925"/>
                  <a:pt x="3761" y="1173"/>
                  <a:pt x="3778" y="1421"/>
                </a:cubicBezTo>
                <a:lnTo>
                  <a:pt x="3778" y="1421"/>
                </a:lnTo>
                <a:cubicBezTo>
                  <a:pt x="3786" y="1975"/>
                  <a:pt x="3742" y="2529"/>
                  <a:pt x="3645" y="3076"/>
                </a:cubicBezTo>
                <a:cubicBezTo>
                  <a:pt x="3513" y="3816"/>
                  <a:pt x="3310" y="4663"/>
                  <a:pt x="2910" y="5307"/>
                </a:cubicBezTo>
                <a:cubicBezTo>
                  <a:pt x="2725" y="5605"/>
                  <a:pt x="2489" y="5702"/>
                  <a:pt x="2225" y="5702"/>
                </a:cubicBezTo>
                <a:cubicBezTo>
                  <a:pt x="1744" y="5702"/>
                  <a:pt x="1174" y="5382"/>
                  <a:pt x="661" y="5382"/>
                </a:cubicBezTo>
                <a:cubicBezTo>
                  <a:pt x="462" y="5382"/>
                  <a:pt x="271" y="5430"/>
                  <a:pt x="98" y="5565"/>
                </a:cubicBezTo>
                <a:cubicBezTo>
                  <a:pt x="0" y="5641"/>
                  <a:pt x="89" y="5765"/>
                  <a:pt x="191" y="5765"/>
                </a:cubicBezTo>
                <a:cubicBezTo>
                  <a:pt x="217" y="5765"/>
                  <a:pt x="245" y="5757"/>
                  <a:pt x="270" y="5737"/>
                </a:cubicBezTo>
                <a:lnTo>
                  <a:pt x="268" y="5737"/>
                </a:lnTo>
                <a:cubicBezTo>
                  <a:pt x="398" y="5636"/>
                  <a:pt x="547" y="5599"/>
                  <a:pt x="705" y="5599"/>
                </a:cubicBezTo>
                <a:cubicBezTo>
                  <a:pt x="1098" y="5599"/>
                  <a:pt x="1547" y="5831"/>
                  <a:pt x="1886" y="5904"/>
                </a:cubicBezTo>
                <a:cubicBezTo>
                  <a:pt x="1999" y="5928"/>
                  <a:pt x="2108" y="5940"/>
                  <a:pt x="2212" y="5940"/>
                </a:cubicBezTo>
                <a:cubicBezTo>
                  <a:pt x="2611" y="5940"/>
                  <a:pt x="2940" y="5761"/>
                  <a:pt x="3159" y="5360"/>
                </a:cubicBezTo>
                <a:cubicBezTo>
                  <a:pt x="3526" y="4685"/>
                  <a:pt x="3742" y="3893"/>
                  <a:pt x="3878" y="3141"/>
                </a:cubicBezTo>
                <a:cubicBezTo>
                  <a:pt x="3888" y="3083"/>
                  <a:pt x="3898" y="3024"/>
                  <a:pt x="3907" y="2966"/>
                </a:cubicBezTo>
                <a:lnTo>
                  <a:pt x="3907" y="2966"/>
                </a:lnTo>
                <a:cubicBezTo>
                  <a:pt x="4021" y="4092"/>
                  <a:pt x="4176" y="5214"/>
                  <a:pt x="4372" y="6330"/>
                </a:cubicBezTo>
                <a:cubicBezTo>
                  <a:pt x="4382" y="6389"/>
                  <a:pt x="4431" y="6416"/>
                  <a:pt x="4482" y="6416"/>
                </a:cubicBezTo>
                <a:cubicBezTo>
                  <a:pt x="4546" y="6416"/>
                  <a:pt x="4613" y="6373"/>
                  <a:pt x="4610" y="6297"/>
                </a:cubicBezTo>
                <a:cubicBezTo>
                  <a:pt x="4571" y="5468"/>
                  <a:pt x="5855" y="5629"/>
                  <a:pt x="6362" y="5431"/>
                </a:cubicBezTo>
                <a:cubicBezTo>
                  <a:pt x="6817" y="5255"/>
                  <a:pt x="7161" y="4894"/>
                  <a:pt x="7467" y="4526"/>
                </a:cubicBezTo>
                <a:cubicBezTo>
                  <a:pt x="7798" y="4129"/>
                  <a:pt x="8106" y="3679"/>
                  <a:pt x="8546" y="3390"/>
                </a:cubicBezTo>
                <a:cubicBezTo>
                  <a:pt x="8695" y="3292"/>
                  <a:pt x="8913" y="3174"/>
                  <a:pt x="9099" y="3174"/>
                </a:cubicBezTo>
                <a:cubicBezTo>
                  <a:pt x="9226" y="3174"/>
                  <a:pt x="9339" y="3229"/>
                  <a:pt x="9405" y="3384"/>
                </a:cubicBezTo>
                <a:cubicBezTo>
                  <a:pt x="9505" y="3622"/>
                  <a:pt x="9481" y="3899"/>
                  <a:pt x="9547" y="4146"/>
                </a:cubicBezTo>
                <a:cubicBezTo>
                  <a:pt x="9821" y="5180"/>
                  <a:pt x="11034" y="5608"/>
                  <a:pt x="11995" y="5644"/>
                </a:cubicBezTo>
                <a:cubicBezTo>
                  <a:pt x="12071" y="5647"/>
                  <a:pt x="12147" y="5649"/>
                  <a:pt x="12223" y="5649"/>
                </a:cubicBezTo>
                <a:cubicBezTo>
                  <a:pt x="12773" y="5649"/>
                  <a:pt x="13322" y="5581"/>
                  <a:pt x="13871" y="5581"/>
                </a:cubicBezTo>
                <a:cubicBezTo>
                  <a:pt x="14012" y="5581"/>
                  <a:pt x="14153" y="5585"/>
                  <a:pt x="14294" y="5596"/>
                </a:cubicBezTo>
                <a:cubicBezTo>
                  <a:pt x="14646" y="5624"/>
                  <a:pt x="14960" y="5734"/>
                  <a:pt x="15300" y="5809"/>
                </a:cubicBezTo>
                <a:cubicBezTo>
                  <a:pt x="15394" y="5830"/>
                  <a:pt x="15493" y="5845"/>
                  <a:pt x="15590" y="5845"/>
                </a:cubicBezTo>
                <a:cubicBezTo>
                  <a:pt x="15749" y="5845"/>
                  <a:pt x="15903" y="5804"/>
                  <a:pt x="16020" y="5679"/>
                </a:cubicBezTo>
                <a:cubicBezTo>
                  <a:pt x="16238" y="5450"/>
                  <a:pt x="16238" y="5021"/>
                  <a:pt x="16288" y="4729"/>
                </a:cubicBezTo>
                <a:lnTo>
                  <a:pt x="16529" y="3323"/>
                </a:lnTo>
                <a:lnTo>
                  <a:pt x="16812" y="1675"/>
                </a:lnTo>
                <a:lnTo>
                  <a:pt x="16812" y="1675"/>
                </a:lnTo>
                <a:cubicBezTo>
                  <a:pt x="16912" y="3130"/>
                  <a:pt x="17110" y="4577"/>
                  <a:pt x="17405" y="6006"/>
                </a:cubicBezTo>
                <a:cubicBezTo>
                  <a:pt x="17418" y="6066"/>
                  <a:pt x="17462" y="6091"/>
                  <a:pt x="17510" y="6091"/>
                </a:cubicBezTo>
                <a:cubicBezTo>
                  <a:pt x="17554" y="6091"/>
                  <a:pt x="17599" y="6070"/>
                  <a:pt x="17626" y="6035"/>
                </a:cubicBezTo>
                <a:cubicBezTo>
                  <a:pt x="17881" y="5699"/>
                  <a:pt x="18325" y="5673"/>
                  <a:pt x="18739" y="5673"/>
                </a:cubicBezTo>
                <a:cubicBezTo>
                  <a:pt x="18815" y="5673"/>
                  <a:pt x="18890" y="5674"/>
                  <a:pt x="18962" y="5674"/>
                </a:cubicBezTo>
                <a:cubicBezTo>
                  <a:pt x="19020" y="5674"/>
                  <a:pt x="19076" y="5673"/>
                  <a:pt x="19130" y="5671"/>
                </a:cubicBezTo>
                <a:cubicBezTo>
                  <a:pt x="19628" y="5653"/>
                  <a:pt x="20108" y="5552"/>
                  <a:pt x="20435" y="5144"/>
                </a:cubicBezTo>
                <a:cubicBezTo>
                  <a:pt x="20805" y="4681"/>
                  <a:pt x="20883" y="4049"/>
                  <a:pt x="21293" y="3611"/>
                </a:cubicBezTo>
                <a:cubicBezTo>
                  <a:pt x="21450" y="3445"/>
                  <a:pt x="21658" y="3316"/>
                  <a:pt x="21882" y="3316"/>
                </a:cubicBezTo>
                <a:cubicBezTo>
                  <a:pt x="21947" y="3316"/>
                  <a:pt x="22012" y="3327"/>
                  <a:pt x="22079" y="3350"/>
                </a:cubicBezTo>
                <a:cubicBezTo>
                  <a:pt x="22345" y="3443"/>
                  <a:pt x="22507" y="3706"/>
                  <a:pt x="22639" y="3939"/>
                </a:cubicBezTo>
                <a:cubicBezTo>
                  <a:pt x="22877" y="4360"/>
                  <a:pt x="23062" y="4811"/>
                  <a:pt x="23461" y="5110"/>
                </a:cubicBezTo>
                <a:cubicBezTo>
                  <a:pt x="23919" y="5452"/>
                  <a:pt x="24507" y="5550"/>
                  <a:pt x="25062" y="5595"/>
                </a:cubicBezTo>
                <a:cubicBezTo>
                  <a:pt x="25790" y="5653"/>
                  <a:pt x="26522" y="5661"/>
                  <a:pt x="27251" y="5691"/>
                </a:cubicBezTo>
                <a:lnTo>
                  <a:pt x="28427" y="5739"/>
                </a:lnTo>
                <a:cubicBezTo>
                  <a:pt x="28484" y="5741"/>
                  <a:pt x="28542" y="5743"/>
                  <a:pt x="28599" y="5743"/>
                </a:cubicBezTo>
                <a:cubicBezTo>
                  <a:pt x="28811" y="5743"/>
                  <a:pt x="29009" y="5708"/>
                  <a:pt x="29121" y="5487"/>
                </a:cubicBezTo>
                <a:cubicBezTo>
                  <a:pt x="29280" y="5172"/>
                  <a:pt x="29269" y="4725"/>
                  <a:pt x="29318" y="4383"/>
                </a:cubicBezTo>
                <a:lnTo>
                  <a:pt x="29512" y="3057"/>
                </a:lnTo>
                <a:lnTo>
                  <a:pt x="29753" y="1409"/>
                </a:lnTo>
                <a:lnTo>
                  <a:pt x="29753" y="1409"/>
                </a:lnTo>
                <a:cubicBezTo>
                  <a:pt x="29875" y="2954"/>
                  <a:pt x="30079" y="4491"/>
                  <a:pt x="30365" y="6015"/>
                </a:cubicBezTo>
                <a:cubicBezTo>
                  <a:pt x="30377" y="6076"/>
                  <a:pt x="30435" y="6101"/>
                  <a:pt x="30489" y="6101"/>
                </a:cubicBezTo>
                <a:cubicBezTo>
                  <a:pt x="30498" y="6101"/>
                  <a:pt x="30506" y="6101"/>
                  <a:pt x="30514" y="6099"/>
                </a:cubicBezTo>
                <a:cubicBezTo>
                  <a:pt x="31726" y="5930"/>
                  <a:pt x="32865" y="5334"/>
                  <a:pt x="33690" y="4430"/>
                </a:cubicBezTo>
                <a:cubicBezTo>
                  <a:pt x="33875" y="4227"/>
                  <a:pt x="34031" y="4006"/>
                  <a:pt x="34196" y="3787"/>
                </a:cubicBezTo>
                <a:cubicBezTo>
                  <a:pt x="34335" y="3602"/>
                  <a:pt x="34583" y="3302"/>
                  <a:pt x="34838" y="3302"/>
                </a:cubicBezTo>
                <a:cubicBezTo>
                  <a:pt x="34915" y="3302"/>
                  <a:pt x="34994" y="3330"/>
                  <a:pt x="35070" y="3398"/>
                </a:cubicBezTo>
                <a:cubicBezTo>
                  <a:pt x="35256" y="3566"/>
                  <a:pt x="35283" y="3884"/>
                  <a:pt x="35352" y="4109"/>
                </a:cubicBezTo>
                <a:cubicBezTo>
                  <a:pt x="35418" y="4330"/>
                  <a:pt x="35525" y="4536"/>
                  <a:pt x="35669" y="4716"/>
                </a:cubicBezTo>
                <a:cubicBezTo>
                  <a:pt x="36291" y="5480"/>
                  <a:pt x="37427" y="5627"/>
                  <a:pt x="38347" y="5670"/>
                </a:cubicBezTo>
                <a:cubicBezTo>
                  <a:pt x="39094" y="5704"/>
                  <a:pt x="39844" y="5704"/>
                  <a:pt x="40592" y="5718"/>
                </a:cubicBezTo>
                <a:cubicBezTo>
                  <a:pt x="40815" y="5723"/>
                  <a:pt x="41069" y="5756"/>
                  <a:pt x="41311" y="5756"/>
                </a:cubicBezTo>
                <a:cubicBezTo>
                  <a:pt x="41433" y="5756"/>
                  <a:pt x="41552" y="5748"/>
                  <a:pt x="41662" y="5723"/>
                </a:cubicBezTo>
                <a:cubicBezTo>
                  <a:pt x="41908" y="5668"/>
                  <a:pt x="42013" y="5446"/>
                  <a:pt x="42061" y="5219"/>
                </a:cubicBezTo>
                <a:cubicBezTo>
                  <a:pt x="42234" y="4405"/>
                  <a:pt x="42314" y="3555"/>
                  <a:pt x="42397" y="2728"/>
                </a:cubicBezTo>
                <a:cubicBezTo>
                  <a:pt x="42442" y="2267"/>
                  <a:pt x="42479" y="1806"/>
                  <a:pt x="42507" y="1345"/>
                </a:cubicBezTo>
                <a:lnTo>
                  <a:pt x="42507" y="1345"/>
                </a:lnTo>
                <a:cubicBezTo>
                  <a:pt x="42753" y="2930"/>
                  <a:pt x="42998" y="4516"/>
                  <a:pt x="43243" y="6101"/>
                </a:cubicBezTo>
                <a:cubicBezTo>
                  <a:pt x="43252" y="6157"/>
                  <a:pt x="43308" y="6188"/>
                  <a:pt x="43362" y="6188"/>
                </a:cubicBezTo>
                <a:cubicBezTo>
                  <a:pt x="43404" y="6188"/>
                  <a:pt x="43446" y="6169"/>
                  <a:pt x="43465" y="6129"/>
                </a:cubicBezTo>
                <a:cubicBezTo>
                  <a:pt x="43691" y="5642"/>
                  <a:pt x="44324" y="5690"/>
                  <a:pt x="44779" y="5649"/>
                </a:cubicBezTo>
                <a:cubicBezTo>
                  <a:pt x="45229" y="5612"/>
                  <a:pt x="45647" y="5521"/>
                  <a:pt x="45984" y="5203"/>
                </a:cubicBezTo>
                <a:cubicBezTo>
                  <a:pt x="46298" y="4907"/>
                  <a:pt x="46504" y="4514"/>
                  <a:pt x="46733" y="4153"/>
                </a:cubicBezTo>
                <a:cubicBezTo>
                  <a:pt x="46952" y="3808"/>
                  <a:pt x="47213" y="3437"/>
                  <a:pt x="47639" y="3389"/>
                </a:cubicBezTo>
                <a:lnTo>
                  <a:pt x="47639" y="3389"/>
                </a:lnTo>
                <a:cubicBezTo>
                  <a:pt x="48138" y="4753"/>
                  <a:pt x="49536" y="5669"/>
                  <a:pt x="50964" y="5669"/>
                </a:cubicBezTo>
                <a:cubicBezTo>
                  <a:pt x="51267" y="5669"/>
                  <a:pt x="51571" y="5628"/>
                  <a:pt x="51868" y="5541"/>
                </a:cubicBezTo>
                <a:cubicBezTo>
                  <a:pt x="52005" y="5501"/>
                  <a:pt x="51964" y="5301"/>
                  <a:pt x="51840" y="5301"/>
                </a:cubicBezTo>
                <a:cubicBezTo>
                  <a:pt x="51828" y="5301"/>
                  <a:pt x="51816" y="5303"/>
                  <a:pt x="51803" y="5307"/>
                </a:cubicBezTo>
                <a:cubicBezTo>
                  <a:pt x="51528" y="5387"/>
                  <a:pt x="51245" y="5425"/>
                  <a:pt x="50963" y="5425"/>
                </a:cubicBezTo>
                <a:cubicBezTo>
                  <a:pt x="49609" y="5425"/>
                  <a:pt x="48275" y="4544"/>
                  <a:pt x="47841" y="3231"/>
                </a:cubicBezTo>
                <a:cubicBezTo>
                  <a:pt x="47826" y="3180"/>
                  <a:pt x="47778" y="3143"/>
                  <a:pt x="47723" y="3142"/>
                </a:cubicBezTo>
                <a:cubicBezTo>
                  <a:pt x="46737" y="3152"/>
                  <a:pt x="46453" y="4355"/>
                  <a:pt x="45891" y="4954"/>
                </a:cubicBezTo>
                <a:cubicBezTo>
                  <a:pt x="45493" y="5377"/>
                  <a:pt x="44966" y="5390"/>
                  <a:pt x="44423" y="5433"/>
                </a:cubicBezTo>
                <a:cubicBezTo>
                  <a:pt x="44067" y="5463"/>
                  <a:pt x="43685" y="5516"/>
                  <a:pt x="43433" y="5757"/>
                </a:cubicBezTo>
                <a:lnTo>
                  <a:pt x="43433" y="5757"/>
                </a:lnTo>
                <a:cubicBezTo>
                  <a:pt x="43143" y="3878"/>
                  <a:pt x="42853" y="1999"/>
                  <a:pt x="42562" y="121"/>
                </a:cubicBezTo>
                <a:lnTo>
                  <a:pt x="42562" y="121"/>
                </a:lnTo>
                <a:cubicBezTo>
                  <a:pt x="42562" y="121"/>
                  <a:pt x="42562" y="120"/>
                  <a:pt x="42562" y="120"/>
                </a:cubicBezTo>
                <a:lnTo>
                  <a:pt x="42562" y="120"/>
                </a:lnTo>
                <a:lnTo>
                  <a:pt x="42562" y="120"/>
                </a:lnTo>
                <a:lnTo>
                  <a:pt x="42562" y="120"/>
                </a:lnTo>
                <a:cubicBezTo>
                  <a:pt x="42561" y="109"/>
                  <a:pt x="42559" y="98"/>
                  <a:pt x="42557" y="88"/>
                </a:cubicBezTo>
                <a:cubicBezTo>
                  <a:pt x="42548" y="27"/>
                  <a:pt x="42503" y="0"/>
                  <a:pt x="4245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8"/>
          <p:cNvSpPr/>
          <p:nvPr/>
        </p:nvSpPr>
        <p:spPr>
          <a:xfrm>
            <a:off x="-2019548" y="4190684"/>
            <a:ext cx="3649504" cy="3649821"/>
          </a:xfrm>
          <a:custGeom>
            <a:avLst/>
            <a:gdLst/>
            <a:ahLst/>
            <a:cxnLst/>
            <a:rect l="l" t="t" r="r" b="b"/>
            <a:pathLst>
              <a:path w="15104" h="15105" extrusionOk="0">
                <a:moveTo>
                  <a:pt x="7552" y="0"/>
                </a:moveTo>
                <a:cubicBezTo>
                  <a:pt x="5550" y="0"/>
                  <a:pt x="3628" y="797"/>
                  <a:pt x="2212" y="2213"/>
                </a:cubicBezTo>
                <a:cubicBezTo>
                  <a:pt x="796" y="3629"/>
                  <a:pt x="1" y="5549"/>
                  <a:pt x="1" y="7552"/>
                </a:cubicBezTo>
                <a:cubicBezTo>
                  <a:pt x="1" y="9555"/>
                  <a:pt x="796" y="11476"/>
                  <a:pt x="2212" y="12892"/>
                </a:cubicBezTo>
                <a:cubicBezTo>
                  <a:pt x="3628" y="14308"/>
                  <a:pt x="5550" y="15104"/>
                  <a:pt x="7552" y="15104"/>
                </a:cubicBezTo>
                <a:cubicBezTo>
                  <a:pt x="9555" y="15104"/>
                  <a:pt x="11475" y="14308"/>
                  <a:pt x="12892" y="12892"/>
                </a:cubicBezTo>
                <a:cubicBezTo>
                  <a:pt x="14308" y="11476"/>
                  <a:pt x="15104" y="9555"/>
                  <a:pt x="15104" y="7552"/>
                </a:cubicBezTo>
                <a:cubicBezTo>
                  <a:pt x="15104" y="5549"/>
                  <a:pt x="14308" y="3629"/>
                  <a:pt x="12892" y="2213"/>
                </a:cubicBezTo>
                <a:cubicBezTo>
                  <a:pt x="11475" y="797"/>
                  <a:pt x="9555" y="0"/>
                  <a:pt x="7552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9"/>
          <p:cNvSpPr/>
          <p:nvPr/>
        </p:nvSpPr>
        <p:spPr>
          <a:xfrm flipH="1">
            <a:off x="-854520" y="4665200"/>
            <a:ext cx="1305500" cy="1305527"/>
          </a:xfrm>
          <a:custGeom>
            <a:avLst/>
            <a:gdLst/>
            <a:ahLst/>
            <a:cxnLst/>
            <a:rect l="l" t="t" r="r" b="b"/>
            <a:pathLst>
              <a:path w="5403" h="5403" extrusionOk="0">
                <a:moveTo>
                  <a:pt x="2701" y="1"/>
                </a:moveTo>
                <a:cubicBezTo>
                  <a:pt x="1210" y="1"/>
                  <a:pt x="1" y="1210"/>
                  <a:pt x="1" y="2701"/>
                </a:cubicBezTo>
                <a:cubicBezTo>
                  <a:pt x="1" y="4193"/>
                  <a:pt x="1210" y="5402"/>
                  <a:pt x="2701" y="5402"/>
                </a:cubicBezTo>
                <a:cubicBezTo>
                  <a:pt x="4193" y="5402"/>
                  <a:pt x="5402" y="4193"/>
                  <a:pt x="5402" y="2701"/>
                </a:cubicBezTo>
                <a:cubicBezTo>
                  <a:pt x="5402" y="1210"/>
                  <a:pt x="4193" y="1"/>
                  <a:pt x="270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9"/>
          <p:cNvSpPr/>
          <p:nvPr/>
        </p:nvSpPr>
        <p:spPr>
          <a:xfrm flipH="1">
            <a:off x="8200461" y="383958"/>
            <a:ext cx="1962720" cy="1788304"/>
          </a:xfrm>
          <a:custGeom>
            <a:avLst/>
            <a:gdLst/>
            <a:ahLst/>
            <a:cxnLst/>
            <a:rect l="l" t="t" r="r" b="b"/>
            <a:pathLst>
              <a:path w="8123" h="7401" extrusionOk="0">
                <a:moveTo>
                  <a:pt x="4061" y="1"/>
                </a:moveTo>
                <a:cubicBezTo>
                  <a:pt x="3115" y="1"/>
                  <a:pt x="2168" y="362"/>
                  <a:pt x="1446" y="1085"/>
                </a:cubicBezTo>
                <a:cubicBezTo>
                  <a:pt x="0" y="2529"/>
                  <a:pt x="0" y="4871"/>
                  <a:pt x="1446" y="6317"/>
                </a:cubicBezTo>
                <a:cubicBezTo>
                  <a:pt x="2168" y="7039"/>
                  <a:pt x="3115" y="7400"/>
                  <a:pt x="4061" y="7400"/>
                </a:cubicBezTo>
                <a:cubicBezTo>
                  <a:pt x="5008" y="7400"/>
                  <a:pt x="5955" y="7039"/>
                  <a:pt x="6678" y="6317"/>
                </a:cubicBezTo>
                <a:cubicBezTo>
                  <a:pt x="8122" y="4871"/>
                  <a:pt x="8122" y="2529"/>
                  <a:pt x="6678" y="1085"/>
                </a:cubicBezTo>
                <a:cubicBezTo>
                  <a:pt x="5955" y="362"/>
                  <a:pt x="5008" y="1"/>
                  <a:pt x="406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9"/>
          <p:cNvSpPr txBox="1">
            <a:spLocks noGrp="1"/>
          </p:cNvSpPr>
          <p:nvPr>
            <p:ph type="title"/>
          </p:nvPr>
        </p:nvSpPr>
        <p:spPr>
          <a:xfrm>
            <a:off x="1617725" y="1474488"/>
            <a:ext cx="5590200" cy="70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84" name="Google Shape;184;p9"/>
          <p:cNvSpPr txBox="1">
            <a:spLocks noGrp="1"/>
          </p:cNvSpPr>
          <p:nvPr>
            <p:ph type="subTitle" idx="1"/>
          </p:nvPr>
        </p:nvSpPr>
        <p:spPr>
          <a:xfrm>
            <a:off x="1617725" y="2179488"/>
            <a:ext cx="5590200" cy="136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5" name="Google Shape;185;p9"/>
          <p:cNvSpPr/>
          <p:nvPr/>
        </p:nvSpPr>
        <p:spPr>
          <a:xfrm flipH="1">
            <a:off x="-2721555" y="-2102391"/>
            <a:ext cx="3649504" cy="3649821"/>
          </a:xfrm>
          <a:custGeom>
            <a:avLst/>
            <a:gdLst/>
            <a:ahLst/>
            <a:cxnLst/>
            <a:rect l="l" t="t" r="r" b="b"/>
            <a:pathLst>
              <a:path w="15104" h="15105" extrusionOk="0">
                <a:moveTo>
                  <a:pt x="7552" y="0"/>
                </a:moveTo>
                <a:cubicBezTo>
                  <a:pt x="5550" y="0"/>
                  <a:pt x="3628" y="797"/>
                  <a:pt x="2212" y="2213"/>
                </a:cubicBezTo>
                <a:cubicBezTo>
                  <a:pt x="796" y="3629"/>
                  <a:pt x="1" y="5549"/>
                  <a:pt x="1" y="7552"/>
                </a:cubicBezTo>
                <a:cubicBezTo>
                  <a:pt x="1" y="9555"/>
                  <a:pt x="796" y="11476"/>
                  <a:pt x="2212" y="12892"/>
                </a:cubicBezTo>
                <a:cubicBezTo>
                  <a:pt x="3628" y="14308"/>
                  <a:pt x="5550" y="15104"/>
                  <a:pt x="7552" y="15104"/>
                </a:cubicBezTo>
                <a:cubicBezTo>
                  <a:pt x="9555" y="15104"/>
                  <a:pt x="11475" y="14308"/>
                  <a:pt x="12892" y="12892"/>
                </a:cubicBezTo>
                <a:cubicBezTo>
                  <a:pt x="14308" y="11476"/>
                  <a:pt x="15104" y="9555"/>
                  <a:pt x="15104" y="7552"/>
                </a:cubicBezTo>
                <a:cubicBezTo>
                  <a:pt x="15104" y="5549"/>
                  <a:pt x="14308" y="3629"/>
                  <a:pt x="12892" y="2213"/>
                </a:cubicBezTo>
                <a:cubicBezTo>
                  <a:pt x="11475" y="797"/>
                  <a:pt x="9555" y="0"/>
                  <a:pt x="755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9"/>
          <p:cNvSpPr/>
          <p:nvPr/>
        </p:nvSpPr>
        <p:spPr>
          <a:xfrm flipH="1">
            <a:off x="-2187327" y="-1567910"/>
            <a:ext cx="2580797" cy="2580608"/>
          </a:xfrm>
          <a:custGeom>
            <a:avLst/>
            <a:gdLst/>
            <a:ahLst/>
            <a:cxnLst/>
            <a:rect l="l" t="t" r="r" b="b"/>
            <a:pathLst>
              <a:path w="10681" h="10680" extrusionOk="0">
                <a:moveTo>
                  <a:pt x="5340" y="1"/>
                </a:moveTo>
                <a:cubicBezTo>
                  <a:pt x="2391" y="1"/>
                  <a:pt x="0" y="2391"/>
                  <a:pt x="0" y="5340"/>
                </a:cubicBezTo>
                <a:cubicBezTo>
                  <a:pt x="0" y="8290"/>
                  <a:pt x="2391" y="10680"/>
                  <a:pt x="5340" y="10680"/>
                </a:cubicBezTo>
                <a:cubicBezTo>
                  <a:pt x="8289" y="10680"/>
                  <a:pt x="10680" y="8290"/>
                  <a:pt x="10680" y="5340"/>
                </a:cubicBezTo>
                <a:cubicBezTo>
                  <a:pt x="10680" y="2391"/>
                  <a:pt x="8289" y="1"/>
                  <a:pt x="5340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9"/>
          <p:cNvSpPr/>
          <p:nvPr/>
        </p:nvSpPr>
        <p:spPr>
          <a:xfrm flipH="1">
            <a:off x="7488655" y="-645765"/>
            <a:ext cx="1798415" cy="1638493"/>
          </a:xfrm>
          <a:custGeom>
            <a:avLst/>
            <a:gdLst/>
            <a:ahLst/>
            <a:cxnLst/>
            <a:rect l="l" t="t" r="r" b="b"/>
            <a:pathLst>
              <a:path w="7443" h="6781" extrusionOk="0">
                <a:moveTo>
                  <a:pt x="3721" y="1"/>
                </a:moveTo>
                <a:cubicBezTo>
                  <a:pt x="2854" y="1"/>
                  <a:pt x="1986" y="332"/>
                  <a:pt x="1325" y="993"/>
                </a:cubicBezTo>
                <a:cubicBezTo>
                  <a:pt x="1" y="2317"/>
                  <a:pt x="1" y="4464"/>
                  <a:pt x="1325" y="5788"/>
                </a:cubicBezTo>
                <a:cubicBezTo>
                  <a:pt x="1986" y="6449"/>
                  <a:pt x="2854" y="6780"/>
                  <a:pt x="3721" y="6780"/>
                </a:cubicBezTo>
                <a:cubicBezTo>
                  <a:pt x="4589" y="6780"/>
                  <a:pt x="5457" y="6449"/>
                  <a:pt x="6119" y="5788"/>
                </a:cubicBezTo>
                <a:cubicBezTo>
                  <a:pt x="7443" y="4464"/>
                  <a:pt x="7443" y="2317"/>
                  <a:pt x="6119" y="993"/>
                </a:cubicBezTo>
                <a:cubicBezTo>
                  <a:pt x="5457" y="332"/>
                  <a:pt x="4589" y="1"/>
                  <a:pt x="372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9"/>
          <p:cNvSpPr/>
          <p:nvPr/>
        </p:nvSpPr>
        <p:spPr>
          <a:xfrm flipH="1">
            <a:off x="6042957" y="-166846"/>
            <a:ext cx="748796" cy="680672"/>
          </a:xfrm>
          <a:custGeom>
            <a:avLst/>
            <a:gdLst/>
            <a:ahLst/>
            <a:cxnLst/>
            <a:rect l="l" t="t" r="r" b="b"/>
            <a:pathLst>
              <a:path w="3099" h="2817" extrusionOk="0">
                <a:moveTo>
                  <a:pt x="1548" y="0"/>
                </a:moveTo>
                <a:cubicBezTo>
                  <a:pt x="910" y="0"/>
                  <a:pt x="332" y="437"/>
                  <a:pt x="179" y="1086"/>
                </a:cubicBezTo>
                <a:cubicBezTo>
                  <a:pt x="1" y="1842"/>
                  <a:pt x="469" y="2600"/>
                  <a:pt x="1226" y="2778"/>
                </a:cubicBezTo>
                <a:cubicBezTo>
                  <a:pt x="1335" y="2804"/>
                  <a:pt x="1444" y="2817"/>
                  <a:pt x="1552" y="2817"/>
                </a:cubicBezTo>
                <a:cubicBezTo>
                  <a:pt x="2190" y="2817"/>
                  <a:pt x="2767" y="2379"/>
                  <a:pt x="2920" y="1732"/>
                </a:cubicBezTo>
                <a:cubicBezTo>
                  <a:pt x="3098" y="976"/>
                  <a:pt x="2630" y="217"/>
                  <a:pt x="1873" y="38"/>
                </a:cubicBezTo>
                <a:cubicBezTo>
                  <a:pt x="1765" y="12"/>
                  <a:pt x="1656" y="0"/>
                  <a:pt x="154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9"/>
          <p:cNvSpPr/>
          <p:nvPr/>
        </p:nvSpPr>
        <p:spPr>
          <a:xfrm flipH="1">
            <a:off x="4191370" y="-160912"/>
            <a:ext cx="442899" cy="443149"/>
          </a:xfrm>
          <a:custGeom>
            <a:avLst/>
            <a:gdLst/>
            <a:ahLst/>
            <a:cxnLst/>
            <a:rect l="l" t="t" r="r" b="b"/>
            <a:pathLst>
              <a:path w="1833" h="1834" extrusionOk="0">
                <a:moveTo>
                  <a:pt x="916" y="1"/>
                </a:moveTo>
                <a:cubicBezTo>
                  <a:pt x="410" y="1"/>
                  <a:pt x="1" y="412"/>
                  <a:pt x="1" y="918"/>
                </a:cubicBezTo>
                <a:cubicBezTo>
                  <a:pt x="1" y="1423"/>
                  <a:pt x="410" y="1833"/>
                  <a:pt x="916" y="1833"/>
                </a:cubicBezTo>
                <a:cubicBezTo>
                  <a:pt x="1423" y="1833"/>
                  <a:pt x="1833" y="1423"/>
                  <a:pt x="1833" y="918"/>
                </a:cubicBezTo>
                <a:cubicBezTo>
                  <a:pt x="1833" y="412"/>
                  <a:pt x="1423" y="1"/>
                  <a:pt x="91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9"/>
          <p:cNvSpPr/>
          <p:nvPr/>
        </p:nvSpPr>
        <p:spPr>
          <a:xfrm flipH="1">
            <a:off x="8034723" y="-150670"/>
            <a:ext cx="709894" cy="645394"/>
          </a:xfrm>
          <a:custGeom>
            <a:avLst/>
            <a:gdLst/>
            <a:ahLst/>
            <a:cxnLst/>
            <a:rect l="l" t="t" r="r" b="b"/>
            <a:pathLst>
              <a:path w="2938" h="2671" extrusionOk="0">
                <a:moveTo>
                  <a:pt x="1468" y="1"/>
                </a:moveTo>
                <a:cubicBezTo>
                  <a:pt x="863" y="1"/>
                  <a:pt x="315" y="415"/>
                  <a:pt x="170" y="1030"/>
                </a:cubicBezTo>
                <a:cubicBezTo>
                  <a:pt x="1" y="1746"/>
                  <a:pt x="446" y="2465"/>
                  <a:pt x="1163" y="2635"/>
                </a:cubicBezTo>
                <a:cubicBezTo>
                  <a:pt x="1266" y="2659"/>
                  <a:pt x="1370" y="2671"/>
                  <a:pt x="1472" y="2671"/>
                </a:cubicBezTo>
                <a:cubicBezTo>
                  <a:pt x="2076" y="2671"/>
                  <a:pt x="2624" y="2257"/>
                  <a:pt x="2769" y="1643"/>
                </a:cubicBezTo>
                <a:cubicBezTo>
                  <a:pt x="2937" y="925"/>
                  <a:pt x="2494" y="206"/>
                  <a:pt x="1776" y="37"/>
                </a:cubicBezTo>
                <a:cubicBezTo>
                  <a:pt x="1673" y="12"/>
                  <a:pt x="1570" y="1"/>
                  <a:pt x="146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9"/>
          <p:cNvSpPr/>
          <p:nvPr/>
        </p:nvSpPr>
        <p:spPr>
          <a:xfrm flipH="1">
            <a:off x="1227331" y="-126843"/>
            <a:ext cx="600438" cy="600692"/>
          </a:xfrm>
          <a:custGeom>
            <a:avLst/>
            <a:gdLst/>
            <a:ahLst/>
            <a:cxnLst/>
            <a:rect l="l" t="t" r="r" b="b"/>
            <a:pathLst>
              <a:path w="2485" h="2486" extrusionOk="0">
                <a:moveTo>
                  <a:pt x="1242" y="1"/>
                </a:moveTo>
                <a:cubicBezTo>
                  <a:pt x="557" y="1"/>
                  <a:pt x="1" y="557"/>
                  <a:pt x="1" y="1242"/>
                </a:cubicBezTo>
                <a:cubicBezTo>
                  <a:pt x="1" y="1929"/>
                  <a:pt x="557" y="2485"/>
                  <a:pt x="1242" y="2485"/>
                </a:cubicBezTo>
                <a:cubicBezTo>
                  <a:pt x="1929" y="2485"/>
                  <a:pt x="2485" y="1929"/>
                  <a:pt x="2485" y="1242"/>
                </a:cubicBezTo>
                <a:cubicBezTo>
                  <a:pt x="2485" y="557"/>
                  <a:pt x="1929" y="1"/>
                  <a:pt x="124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9"/>
          <p:cNvSpPr/>
          <p:nvPr/>
        </p:nvSpPr>
        <p:spPr>
          <a:xfrm flipH="1">
            <a:off x="4125126" y="103252"/>
            <a:ext cx="5518357" cy="680924"/>
          </a:xfrm>
          <a:custGeom>
            <a:avLst/>
            <a:gdLst/>
            <a:ahLst/>
            <a:cxnLst/>
            <a:rect l="l" t="t" r="r" b="b"/>
            <a:pathLst>
              <a:path w="52006" h="6417" extrusionOk="0">
                <a:moveTo>
                  <a:pt x="42454" y="0"/>
                </a:moveTo>
                <a:cubicBezTo>
                  <a:pt x="42391" y="0"/>
                  <a:pt x="42321" y="45"/>
                  <a:pt x="42319" y="120"/>
                </a:cubicBezTo>
                <a:cubicBezTo>
                  <a:pt x="42277" y="1651"/>
                  <a:pt x="42138" y="3177"/>
                  <a:pt x="41904" y="4690"/>
                </a:cubicBezTo>
                <a:cubicBezTo>
                  <a:pt x="41880" y="4844"/>
                  <a:pt x="41860" y="5002"/>
                  <a:pt x="41827" y="5154"/>
                </a:cubicBezTo>
                <a:cubicBezTo>
                  <a:pt x="41780" y="5374"/>
                  <a:pt x="41690" y="5467"/>
                  <a:pt x="41454" y="5494"/>
                </a:cubicBezTo>
                <a:cubicBezTo>
                  <a:pt x="41353" y="5505"/>
                  <a:pt x="41249" y="5510"/>
                  <a:pt x="41144" y="5510"/>
                </a:cubicBezTo>
                <a:cubicBezTo>
                  <a:pt x="40842" y="5510"/>
                  <a:pt x="40528" y="5475"/>
                  <a:pt x="40236" y="5468"/>
                </a:cubicBezTo>
                <a:cubicBezTo>
                  <a:pt x="39562" y="5455"/>
                  <a:pt x="38885" y="5461"/>
                  <a:pt x="38211" y="5421"/>
                </a:cubicBezTo>
                <a:cubicBezTo>
                  <a:pt x="37272" y="5364"/>
                  <a:pt x="35982" y="5155"/>
                  <a:pt x="35616" y="4138"/>
                </a:cubicBezTo>
                <a:cubicBezTo>
                  <a:pt x="35480" y="3758"/>
                  <a:pt x="35449" y="3192"/>
                  <a:pt x="34969" y="3077"/>
                </a:cubicBezTo>
                <a:cubicBezTo>
                  <a:pt x="34920" y="3065"/>
                  <a:pt x="34872" y="3060"/>
                  <a:pt x="34826" y="3060"/>
                </a:cubicBezTo>
                <a:cubicBezTo>
                  <a:pt x="34420" y="3060"/>
                  <a:pt x="34115" y="3486"/>
                  <a:pt x="33900" y="3785"/>
                </a:cubicBezTo>
                <a:cubicBezTo>
                  <a:pt x="33107" y="4883"/>
                  <a:pt x="31914" y="5624"/>
                  <a:pt x="30580" y="5847"/>
                </a:cubicBezTo>
                <a:lnTo>
                  <a:pt x="30580" y="5847"/>
                </a:lnTo>
                <a:cubicBezTo>
                  <a:pt x="30238" y="4003"/>
                  <a:pt x="30018" y="2139"/>
                  <a:pt x="29920" y="267"/>
                </a:cubicBezTo>
                <a:cubicBezTo>
                  <a:pt x="29916" y="194"/>
                  <a:pt x="29845" y="148"/>
                  <a:pt x="29782" y="148"/>
                </a:cubicBezTo>
                <a:cubicBezTo>
                  <a:pt x="29734" y="148"/>
                  <a:pt x="29690" y="174"/>
                  <a:pt x="29681" y="235"/>
                </a:cubicBezTo>
                <a:cubicBezTo>
                  <a:pt x="29447" y="1836"/>
                  <a:pt x="29218" y="3436"/>
                  <a:pt x="28980" y="5035"/>
                </a:cubicBezTo>
                <a:cubicBezTo>
                  <a:pt x="28945" y="5263"/>
                  <a:pt x="28949" y="5470"/>
                  <a:pt x="28664" y="5505"/>
                </a:cubicBezTo>
                <a:cubicBezTo>
                  <a:pt x="28629" y="5509"/>
                  <a:pt x="28594" y="5510"/>
                  <a:pt x="28558" y="5510"/>
                </a:cubicBezTo>
                <a:cubicBezTo>
                  <a:pt x="28430" y="5510"/>
                  <a:pt x="28293" y="5491"/>
                  <a:pt x="28172" y="5487"/>
                </a:cubicBezTo>
                <a:lnTo>
                  <a:pt x="26895" y="5435"/>
                </a:lnTo>
                <a:cubicBezTo>
                  <a:pt x="26173" y="5405"/>
                  <a:pt x="25432" y="5418"/>
                  <a:pt x="24716" y="5316"/>
                </a:cubicBezTo>
                <a:cubicBezTo>
                  <a:pt x="24122" y="5229"/>
                  <a:pt x="23557" y="5016"/>
                  <a:pt x="23222" y="4492"/>
                </a:cubicBezTo>
                <a:cubicBezTo>
                  <a:pt x="22970" y="4100"/>
                  <a:pt x="22818" y="3609"/>
                  <a:pt x="22456" y="3298"/>
                </a:cubicBezTo>
                <a:cubicBezTo>
                  <a:pt x="22284" y="3150"/>
                  <a:pt x="22083" y="3079"/>
                  <a:pt x="21880" y="3079"/>
                </a:cubicBezTo>
                <a:cubicBezTo>
                  <a:pt x="21671" y="3079"/>
                  <a:pt x="21461" y="3154"/>
                  <a:pt x="21281" y="3296"/>
                </a:cubicBezTo>
                <a:cubicBezTo>
                  <a:pt x="20822" y="3654"/>
                  <a:pt x="20691" y="4226"/>
                  <a:pt x="20426" y="4716"/>
                </a:cubicBezTo>
                <a:cubicBezTo>
                  <a:pt x="20258" y="5027"/>
                  <a:pt x="20027" y="5267"/>
                  <a:pt x="19679" y="5361"/>
                </a:cubicBezTo>
                <a:cubicBezTo>
                  <a:pt x="19392" y="5437"/>
                  <a:pt x="19090" y="5431"/>
                  <a:pt x="18797" y="5435"/>
                </a:cubicBezTo>
                <a:cubicBezTo>
                  <a:pt x="18366" y="5440"/>
                  <a:pt x="17925" y="5461"/>
                  <a:pt x="17596" y="5728"/>
                </a:cubicBezTo>
                <a:lnTo>
                  <a:pt x="17596" y="5728"/>
                </a:lnTo>
                <a:cubicBezTo>
                  <a:pt x="17258" y="4031"/>
                  <a:pt x="17058" y="2308"/>
                  <a:pt x="17001" y="578"/>
                </a:cubicBezTo>
                <a:cubicBezTo>
                  <a:pt x="16998" y="504"/>
                  <a:pt x="16929" y="459"/>
                  <a:pt x="16866" y="459"/>
                </a:cubicBezTo>
                <a:cubicBezTo>
                  <a:pt x="16817" y="459"/>
                  <a:pt x="16773" y="485"/>
                  <a:pt x="16763" y="545"/>
                </a:cubicBezTo>
                <a:lnTo>
                  <a:pt x="16757" y="578"/>
                </a:lnTo>
                <a:lnTo>
                  <a:pt x="16757" y="578"/>
                </a:lnTo>
                <a:lnTo>
                  <a:pt x="16756" y="578"/>
                </a:lnTo>
                <a:lnTo>
                  <a:pt x="16756" y="578"/>
                </a:lnTo>
                <a:cubicBezTo>
                  <a:pt x="16756" y="579"/>
                  <a:pt x="16756" y="581"/>
                  <a:pt x="16756" y="582"/>
                </a:cubicBezTo>
                <a:lnTo>
                  <a:pt x="16756" y="582"/>
                </a:lnTo>
                <a:lnTo>
                  <a:pt x="16331" y="3057"/>
                </a:lnTo>
                <a:lnTo>
                  <a:pt x="16141" y="4162"/>
                </a:lnTo>
                <a:lnTo>
                  <a:pt x="16037" y="4765"/>
                </a:lnTo>
                <a:cubicBezTo>
                  <a:pt x="16004" y="4963"/>
                  <a:pt x="15994" y="5190"/>
                  <a:pt x="15921" y="5378"/>
                </a:cubicBezTo>
                <a:cubicBezTo>
                  <a:pt x="15854" y="5550"/>
                  <a:pt x="15724" y="5605"/>
                  <a:pt x="15575" y="5605"/>
                </a:cubicBezTo>
                <a:cubicBezTo>
                  <a:pt x="15377" y="5605"/>
                  <a:pt x="15145" y="5509"/>
                  <a:pt x="14979" y="5465"/>
                </a:cubicBezTo>
                <a:cubicBezTo>
                  <a:pt x="14624" y="5370"/>
                  <a:pt x="14255" y="5339"/>
                  <a:pt x="13888" y="5339"/>
                </a:cubicBezTo>
                <a:cubicBezTo>
                  <a:pt x="13866" y="5339"/>
                  <a:pt x="13843" y="5339"/>
                  <a:pt x="13821" y="5339"/>
                </a:cubicBezTo>
                <a:cubicBezTo>
                  <a:pt x="13302" y="5343"/>
                  <a:pt x="12776" y="5411"/>
                  <a:pt x="12254" y="5411"/>
                </a:cubicBezTo>
                <a:cubicBezTo>
                  <a:pt x="12040" y="5411"/>
                  <a:pt x="11827" y="5399"/>
                  <a:pt x="11616" y="5368"/>
                </a:cubicBezTo>
                <a:cubicBezTo>
                  <a:pt x="11061" y="5285"/>
                  <a:pt x="10475" y="5069"/>
                  <a:pt x="10091" y="4643"/>
                </a:cubicBezTo>
                <a:cubicBezTo>
                  <a:pt x="9897" y="4427"/>
                  <a:pt x="9787" y="4173"/>
                  <a:pt x="9743" y="3888"/>
                </a:cubicBezTo>
                <a:cubicBezTo>
                  <a:pt x="9707" y="3654"/>
                  <a:pt x="9705" y="3394"/>
                  <a:pt x="9578" y="3185"/>
                </a:cubicBezTo>
                <a:cubicBezTo>
                  <a:pt x="9464" y="2998"/>
                  <a:pt x="9299" y="2929"/>
                  <a:pt x="9120" y="2929"/>
                </a:cubicBezTo>
                <a:cubicBezTo>
                  <a:pt x="8862" y="2929"/>
                  <a:pt x="8574" y="3073"/>
                  <a:pt x="8373" y="3214"/>
                </a:cubicBezTo>
                <a:cubicBezTo>
                  <a:pt x="7958" y="3505"/>
                  <a:pt x="7656" y="3918"/>
                  <a:pt x="7338" y="4305"/>
                </a:cubicBezTo>
                <a:cubicBezTo>
                  <a:pt x="6905" y="4830"/>
                  <a:pt x="6468" y="5230"/>
                  <a:pt x="5767" y="5318"/>
                </a:cubicBezTo>
                <a:cubicBezTo>
                  <a:pt x="5358" y="5369"/>
                  <a:pt x="4797" y="5459"/>
                  <a:pt x="4526" y="5787"/>
                </a:cubicBezTo>
                <a:lnTo>
                  <a:pt x="4526" y="5787"/>
                </a:lnTo>
                <a:cubicBezTo>
                  <a:pt x="4284" y="4322"/>
                  <a:pt x="4115" y="2847"/>
                  <a:pt x="4017" y="1366"/>
                </a:cubicBezTo>
                <a:lnTo>
                  <a:pt x="4017" y="1366"/>
                </a:lnTo>
                <a:cubicBezTo>
                  <a:pt x="4013" y="1145"/>
                  <a:pt x="4000" y="925"/>
                  <a:pt x="3979" y="705"/>
                </a:cubicBezTo>
                <a:lnTo>
                  <a:pt x="3979" y="705"/>
                </a:lnTo>
                <a:cubicBezTo>
                  <a:pt x="3978" y="695"/>
                  <a:pt x="3978" y="685"/>
                  <a:pt x="3977" y="675"/>
                </a:cubicBezTo>
                <a:lnTo>
                  <a:pt x="3976" y="675"/>
                </a:lnTo>
                <a:cubicBezTo>
                  <a:pt x="3968" y="599"/>
                  <a:pt x="3905" y="560"/>
                  <a:pt x="3845" y="560"/>
                </a:cubicBezTo>
                <a:cubicBezTo>
                  <a:pt x="3786" y="560"/>
                  <a:pt x="3730" y="598"/>
                  <a:pt x="3734" y="676"/>
                </a:cubicBezTo>
                <a:cubicBezTo>
                  <a:pt x="3747" y="925"/>
                  <a:pt x="3761" y="1173"/>
                  <a:pt x="3778" y="1421"/>
                </a:cubicBezTo>
                <a:lnTo>
                  <a:pt x="3778" y="1421"/>
                </a:lnTo>
                <a:cubicBezTo>
                  <a:pt x="3786" y="1975"/>
                  <a:pt x="3742" y="2529"/>
                  <a:pt x="3645" y="3076"/>
                </a:cubicBezTo>
                <a:cubicBezTo>
                  <a:pt x="3513" y="3816"/>
                  <a:pt x="3310" y="4663"/>
                  <a:pt x="2910" y="5307"/>
                </a:cubicBezTo>
                <a:cubicBezTo>
                  <a:pt x="2725" y="5605"/>
                  <a:pt x="2489" y="5702"/>
                  <a:pt x="2225" y="5702"/>
                </a:cubicBezTo>
                <a:cubicBezTo>
                  <a:pt x="1744" y="5702"/>
                  <a:pt x="1174" y="5382"/>
                  <a:pt x="661" y="5382"/>
                </a:cubicBezTo>
                <a:cubicBezTo>
                  <a:pt x="462" y="5382"/>
                  <a:pt x="271" y="5430"/>
                  <a:pt x="98" y="5565"/>
                </a:cubicBezTo>
                <a:cubicBezTo>
                  <a:pt x="0" y="5641"/>
                  <a:pt x="89" y="5765"/>
                  <a:pt x="191" y="5765"/>
                </a:cubicBezTo>
                <a:cubicBezTo>
                  <a:pt x="217" y="5765"/>
                  <a:pt x="245" y="5757"/>
                  <a:pt x="270" y="5737"/>
                </a:cubicBezTo>
                <a:lnTo>
                  <a:pt x="268" y="5737"/>
                </a:lnTo>
                <a:cubicBezTo>
                  <a:pt x="398" y="5636"/>
                  <a:pt x="547" y="5599"/>
                  <a:pt x="705" y="5599"/>
                </a:cubicBezTo>
                <a:cubicBezTo>
                  <a:pt x="1098" y="5599"/>
                  <a:pt x="1547" y="5831"/>
                  <a:pt x="1886" y="5904"/>
                </a:cubicBezTo>
                <a:cubicBezTo>
                  <a:pt x="1999" y="5928"/>
                  <a:pt x="2108" y="5940"/>
                  <a:pt x="2212" y="5940"/>
                </a:cubicBezTo>
                <a:cubicBezTo>
                  <a:pt x="2611" y="5940"/>
                  <a:pt x="2940" y="5761"/>
                  <a:pt x="3159" y="5360"/>
                </a:cubicBezTo>
                <a:cubicBezTo>
                  <a:pt x="3526" y="4685"/>
                  <a:pt x="3742" y="3893"/>
                  <a:pt x="3878" y="3141"/>
                </a:cubicBezTo>
                <a:cubicBezTo>
                  <a:pt x="3888" y="3083"/>
                  <a:pt x="3898" y="3024"/>
                  <a:pt x="3907" y="2966"/>
                </a:cubicBezTo>
                <a:lnTo>
                  <a:pt x="3907" y="2966"/>
                </a:lnTo>
                <a:cubicBezTo>
                  <a:pt x="4021" y="4092"/>
                  <a:pt x="4176" y="5214"/>
                  <a:pt x="4372" y="6330"/>
                </a:cubicBezTo>
                <a:cubicBezTo>
                  <a:pt x="4382" y="6389"/>
                  <a:pt x="4431" y="6416"/>
                  <a:pt x="4482" y="6416"/>
                </a:cubicBezTo>
                <a:cubicBezTo>
                  <a:pt x="4546" y="6416"/>
                  <a:pt x="4613" y="6373"/>
                  <a:pt x="4610" y="6297"/>
                </a:cubicBezTo>
                <a:cubicBezTo>
                  <a:pt x="4571" y="5468"/>
                  <a:pt x="5855" y="5629"/>
                  <a:pt x="6362" y="5431"/>
                </a:cubicBezTo>
                <a:cubicBezTo>
                  <a:pt x="6817" y="5255"/>
                  <a:pt x="7161" y="4894"/>
                  <a:pt x="7467" y="4526"/>
                </a:cubicBezTo>
                <a:cubicBezTo>
                  <a:pt x="7798" y="4129"/>
                  <a:pt x="8106" y="3679"/>
                  <a:pt x="8546" y="3390"/>
                </a:cubicBezTo>
                <a:cubicBezTo>
                  <a:pt x="8695" y="3292"/>
                  <a:pt x="8913" y="3174"/>
                  <a:pt x="9099" y="3174"/>
                </a:cubicBezTo>
                <a:cubicBezTo>
                  <a:pt x="9226" y="3174"/>
                  <a:pt x="9339" y="3229"/>
                  <a:pt x="9405" y="3384"/>
                </a:cubicBezTo>
                <a:cubicBezTo>
                  <a:pt x="9505" y="3622"/>
                  <a:pt x="9481" y="3899"/>
                  <a:pt x="9547" y="4146"/>
                </a:cubicBezTo>
                <a:cubicBezTo>
                  <a:pt x="9821" y="5180"/>
                  <a:pt x="11034" y="5608"/>
                  <a:pt x="11995" y="5644"/>
                </a:cubicBezTo>
                <a:cubicBezTo>
                  <a:pt x="12071" y="5647"/>
                  <a:pt x="12147" y="5649"/>
                  <a:pt x="12223" y="5649"/>
                </a:cubicBezTo>
                <a:cubicBezTo>
                  <a:pt x="12773" y="5649"/>
                  <a:pt x="13322" y="5581"/>
                  <a:pt x="13871" y="5581"/>
                </a:cubicBezTo>
                <a:cubicBezTo>
                  <a:pt x="14012" y="5581"/>
                  <a:pt x="14153" y="5585"/>
                  <a:pt x="14294" y="5596"/>
                </a:cubicBezTo>
                <a:cubicBezTo>
                  <a:pt x="14646" y="5624"/>
                  <a:pt x="14960" y="5734"/>
                  <a:pt x="15300" y="5809"/>
                </a:cubicBezTo>
                <a:cubicBezTo>
                  <a:pt x="15394" y="5830"/>
                  <a:pt x="15493" y="5845"/>
                  <a:pt x="15590" y="5845"/>
                </a:cubicBezTo>
                <a:cubicBezTo>
                  <a:pt x="15749" y="5845"/>
                  <a:pt x="15903" y="5804"/>
                  <a:pt x="16020" y="5679"/>
                </a:cubicBezTo>
                <a:cubicBezTo>
                  <a:pt x="16238" y="5450"/>
                  <a:pt x="16238" y="5021"/>
                  <a:pt x="16288" y="4729"/>
                </a:cubicBezTo>
                <a:lnTo>
                  <a:pt x="16529" y="3323"/>
                </a:lnTo>
                <a:lnTo>
                  <a:pt x="16812" y="1675"/>
                </a:lnTo>
                <a:lnTo>
                  <a:pt x="16812" y="1675"/>
                </a:lnTo>
                <a:cubicBezTo>
                  <a:pt x="16912" y="3130"/>
                  <a:pt x="17110" y="4577"/>
                  <a:pt x="17405" y="6006"/>
                </a:cubicBezTo>
                <a:cubicBezTo>
                  <a:pt x="17418" y="6066"/>
                  <a:pt x="17462" y="6091"/>
                  <a:pt x="17510" y="6091"/>
                </a:cubicBezTo>
                <a:cubicBezTo>
                  <a:pt x="17554" y="6091"/>
                  <a:pt x="17599" y="6070"/>
                  <a:pt x="17626" y="6035"/>
                </a:cubicBezTo>
                <a:cubicBezTo>
                  <a:pt x="17881" y="5699"/>
                  <a:pt x="18325" y="5673"/>
                  <a:pt x="18739" y="5673"/>
                </a:cubicBezTo>
                <a:cubicBezTo>
                  <a:pt x="18815" y="5673"/>
                  <a:pt x="18890" y="5674"/>
                  <a:pt x="18962" y="5674"/>
                </a:cubicBezTo>
                <a:cubicBezTo>
                  <a:pt x="19020" y="5674"/>
                  <a:pt x="19076" y="5673"/>
                  <a:pt x="19130" y="5671"/>
                </a:cubicBezTo>
                <a:cubicBezTo>
                  <a:pt x="19628" y="5653"/>
                  <a:pt x="20108" y="5552"/>
                  <a:pt x="20435" y="5144"/>
                </a:cubicBezTo>
                <a:cubicBezTo>
                  <a:pt x="20805" y="4681"/>
                  <a:pt x="20883" y="4049"/>
                  <a:pt x="21293" y="3611"/>
                </a:cubicBezTo>
                <a:cubicBezTo>
                  <a:pt x="21450" y="3445"/>
                  <a:pt x="21658" y="3316"/>
                  <a:pt x="21882" y="3316"/>
                </a:cubicBezTo>
                <a:cubicBezTo>
                  <a:pt x="21947" y="3316"/>
                  <a:pt x="22012" y="3327"/>
                  <a:pt x="22079" y="3350"/>
                </a:cubicBezTo>
                <a:cubicBezTo>
                  <a:pt x="22345" y="3443"/>
                  <a:pt x="22507" y="3706"/>
                  <a:pt x="22639" y="3939"/>
                </a:cubicBezTo>
                <a:cubicBezTo>
                  <a:pt x="22877" y="4360"/>
                  <a:pt x="23062" y="4811"/>
                  <a:pt x="23461" y="5110"/>
                </a:cubicBezTo>
                <a:cubicBezTo>
                  <a:pt x="23919" y="5452"/>
                  <a:pt x="24507" y="5550"/>
                  <a:pt x="25062" y="5595"/>
                </a:cubicBezTo>
                <a:cubicBezTo>
                  <a:pt x="25790" y="5653"/>
                  <a:pt x="26522" y="5661"/>
                  <a:pt x="27251" y="5691"/>
                </a:cubicBezTo>
                <a:lnTo>
                  <a:pt x="28427" y="5739"/>
                </a:lnTo>
                <a:cubicBezTo>
                  <a:pt x="28484" y="5741"/>
                  <a:pt x="28542" y="5743"/>
                  <a:pt x="28599" y="5743"/>
                </a:cubicBezTo>
                <a:cubicBezTo>
                  <a:pt x="28811" y="5743"/>
                  <a:pt x="29009" y="5708"/>
                  <a:pt x="29121" y="5487"/>
                </a:cubicBezTo>
                <a:cubicBezTo>
                  <a:pt x="29280" y="5172"/>
                  <a:pt x="29269" y="4725"/>
                  <a:pt x="29318" y="4383"/>
                </a:cubicBezTo>
                <a:lnTo>
                  <a:pt x="29512" y="3057"/>
                </a:lnTo>
                <a:lnTo>
                  <a:pt x="29753" y="1409"/>
                </a:lnTo>
                <a:lnTo>
                  <a:pt x="29753" y="1409"/>
                </a:lnTo>
                <a:cubicBezTo>
                  <a:pt x="29875" y="2954"/>
                  <a:pt x="30079" y="4491"/>
                  <a:pt x="30365" y="6015"/>
                </a:cubicBezTo>
                <a:cubicBezTo>
                  <a:pt x="30377" y="6076"/>
                  <a:pt x="30435" y="6101"/>
                  <a:pt x="30489" y="6101"/>
                </a:cubicBezTo>
                <a:cubicBezTo>
                  <a:pt x="30498" y="6101"/>
                  <a:pt x="30506" y="6101"/>
                  <a:pt x="30514" y="6099"/>
                </a:cubicBezTo>
                <a:cubicBezTo>
                  <a:pt x="31726" y="5930"/>
                  <a:pt x="32865" y="5334"/>
                  <a:pt x="33690" y="4430"/>
                </a:cubicBezTo>
                <a:cubicBezTo>
                  <a:pt x="33875" y="4227"/>
                  <a:pt x="34031" y="4006"/>
                  <a:pt x="34196" y="3787"/>
                </a:cubicBezTo>
                <a:cubicBezTo>
                  <a:pt x="34335" y="3602"/>
                  <a:pt x="34583" y="3302"/>
                  <a:pt x="34838" y="3302"/>
                </a:cubicBezTo>
                <a:cubicBezTo>
                  <a:pt x="34915" y="3302"/>
                  <a:pt x="34994" y="3330"/>
                  <a:pt x="35070" y="3398"/>
                </a:cubicBezTo>
                <a:cubicBezTo>
                  <a:pt x="35256" y="3566"/>
                  <a:pt x="35283" y="3884"/>
                  <a:pt x="35352" y="4109"/>
                </a:cubicBezTo>
                <a:cubicBezTo>
                  <a:pt x="35418" y="4330"/>
                  <a:pt x="35525" y="4536"/>
                  <a:pt x="35669" y="4716"/>
                </a:cubicBezTo>
                <a:cubicBezTo>
                  <a:pt x="36291" y="5480"/>
                  <a:pt x="37427" y="5627"/>
                  <a:pt x="38347" y="5670"/>
                </a:cubicBezTo>
                <a:cubicBezTo>
                  <a:pt x="39094" y="5704"/>
                  <a:pt x="39844" y="5704"/>
                  <a:pt x="40592" y="5718"/>
                </a:cubicBezTo>
                <a:cubicBezTo>
                  <a:pt x="40815" y="5723"/>
                  <a:pt x="41069" y="5756"/>
                  <a:pt x="41311" y="5756"/>
                </a:cubicBezTo>
                <a:cubicBezTo>
                  <a:pt x="41433" y="5756"/>
                  <a:pt x="41552" y="5748"/>
                  <a:pt x="41662" y="5723"/>
                </a:cubicBezTo>
                <a:cubicBezTo>
                  <a:pt x="41908" y="5668"/>
                  <a:pt x="42013" y="5446"/>
                  <a:pt x="42061" y="5219"/>
                </a:cubicBezTo>
                <a:cubicBezTo>
                  <a:pt x="42234" y="4405"/>
                  <a:pt x="42314" y="3555"/>
                  <a:pt x="42397" y="2728"/>
                </a:cubicBezTo>
                <a:cubicBezTo>
                  <a:pt x="42442" y="2267"/>
                  <a:pt x="42479" y="1806"/>
                  <a:pt x="42507" y="1345"/>
                </a:cubicBezTo>
                <a:lnTo>
                  <a:pt x="42507" y="1345"/>
                </a:lnTo>
                <a:cubicBezTo>
                  <a:pt x="42753" y="2930"/>
                  <a:pt x="42998" y="4516"/>
                  <a:pt x="43243" y="6101"/>
                </a:cubicBezTo>
                <a:cubicBezTo>
                  <a:pt x="43252" y="6157"/>
                  <a:pt x="43308" y="6188"/>
                  <a:pt x="43362" y="6188"/>
                </a:cubicBezTo>
                <a:cubicBezTo>
                  <a:pt x="43404" y="6188"/>
                  <a:pt x="43446" y="6169"/>
                  <a:pt x="43465" y="6129"/>
                </a:cubicBezTo>
                <a:cubicBezTo>
                  <a:pt x="43691" y="5642"/>
                  <a:pt x="44324" y="5690"/>
                  <a:pt x="44779" y="5649"/>
                </a:cubicBezTo>
                <a:cubicBezTo>
                  <a:pt x="45229" y="5612"/>
                  <a:pt x="45647" y="5521"/>
                  <a:pt x="45984" y="5203"/>
                </a:cubicBezTo>
                <a:cubicBezTo>
                  <a:pt x="46298" y="4907"/>
                  <a:pt x="46504" y="4514"/>
                  <a:pt x="46733" y="4153"/>
                </a:cubicBezTo>
                <a:cubicBezTo>
                  <a:pt x="46952" y="3808"/>
                  <a:pt x="47213" y="3437"/>
                  <a:pt x="47639" y="3389"/>
                </a:cubicBezTo>
                <a:lnTo>
                  <a:pt x="47639" y="3389"/>
                </a:lnTo>
                <a:cubicBezTo>
                  <a:pt x="48138" y="4753"/>
                  <a:pt x="49536" y="5669"/>
                  <a:pt x="50964" y="5669"/>
                </a:cubicBezTo>
                <a:cubicBezTo>
                  <a:pt x="51267" y="5669"/>
                  <a:pt x="51571" y="5628"/>
                  <a:pt x="51868" y="5541"/>
                </a:cubicBezTo>
                <a:cubicBezTo>
                  <a:pt x="52005" y="5501"/>
                  <a:pt x="51964" y="5301"/>
                  <a:pt x="51840" y="5301"/>
                </a:cubicBezTo>
                <a:cubicBezTo>
                  <a:pt x="51828" y="5301"/>
                  <a:pt x="51816" y="5303"/>
                  <a:pt x="51803" y="5307"/>
                </a:cubicBezTo>
                <a:cubicBezTo>
                  <a:pt x="51528" y="5387"/>
                  <a:pt x="51245" y="5425"/>
                  <a:pt x="50963" y="5425"/>
                </a:cubicBezTo>
                <a:cubicBezTo>
                  <a:pt x="49609" y="5425"/>
                  <a:pt x="48275" y="4544"/>
                  <a:pt x="47841" y="3231"/>
                </a:cubicBezTo>
                <a:cubicBezTo>
                  <a:pt x="47826" y="3180"/>
                  <a:pt x="47778" y="3143"/>
                  <a:pt x="47723" y="3142"/>
                </a:cubicBezTo>
                <a:cubicBezTo>
                  <a:pt x="46737" y="3152"/>
                  <a:pt x="46453" y="4355"/>
                  <a:pt x="45891" y="4954"/>
                </a:cubicBezTo>
                <a:cubicBezTo>
                  <a:pt x="45493" y="5377"/>
                  <a:pt x="44966" y="5390"/>
                  <a:pt x="44423" y="5433"/>
                </a:cubicBezTo>
                <a:cubicBezTo>
                  <a:pt x="44067" y="5463"/>
                  <a:pt x="43685" y="5516"/>
                  <a:pt x="43433" y="5757"/>
                </a:cubicBezTo>
                <a:lnTo>
                  <a:pt x="43433" y="5757"/>
                </a:lnTo>
                <a:cubicBezTo>
                  <a:pt x="43143" y="3878"/>
                  <a:pt x="42853" y="1999"/>
                  <a:pt x="42562" y="121"/>
                </a:cubicBezTo>
                <a:lnTo>
                  <a:pt x="42562" y="121"/>
                </a:lnTo>
                <a:cubicBezTo>
                  <a:pt x="42562" y="121"/>
                  <a:pt x="42562" y="120"/>
                  <a:pt x="42562" y="120"/>
                </a:cubicBezTo>
                <a:lnTo>
                  <a:pt x="42562" y="120"/>
                </a:lnTo>
                <a:lnTo>
                  <a:pt x="42562" y="120"/>
                </a:lnTo>
                <a:lnTo>
                  <a:pt x="42562" y="120"/>
                </a:lnTo>
                <a:cubicBezTo>
                  <a:pt x="42561" y="109"/>
                  <a:pt x="42559" y="98"/>
                  <a:pt x="42557" y="88"/>
                </a:cubicBezTo>
                <a:cubicBezTo>
                  <a:pt x="42548" y="27"/>
                  <a:pt x="42503" y="0"/>
                  <a:pt x="4245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9"/>
          <p:cNvSpPr/>
          <p:nvPr/>
        </p:nvSpPr>
        <p:spPr>
          <a:xfrm flipH="1">
            <a:off x="2170882" y="203462"/>
            <a:ext cx="345282" cy="345289"/>
          </a:xfrm>
          <a:custGeom>
            <a:avLst/>
            <a:gdLst/>
            <a:ahLst/>
            <a:cxnLst/>
            <a:rect l="l" t="t" r="r" b="b"/>
            <a:pathLst>
              <a:path w="1429" h="1429" extrusionOk="0">
                <a:moveTo>
                  <a:pt x="715" y="1"/>
                </a:moveTo>
                <a:cubicBezTo>
                  <a:pt x="320" y="1"/>
                  <a:pt x="1" y="320"/>
                  <a:pt x="1" y="715"/>
                </a:cubicBezTo>
                <a:cubicBezTo>
                  <a:pt x="1" y="1109"/>
                  <a:pt x="320" y="1428"/>
                  <a:pt x="715" y="1428"/>
                </a:cubicBezTo>
                <a:cubicBezTo>
                  <a:pt x="1108" y="1428"/>
                  <a:pt x="1429" y="1109"/>
                  <a:pt x="1429" y="715"/>
                </a:cubicBezTo>
                <a:cubicBezTo>
                  <a:pt x="1429" y="320"/>
                  <a:pt x="1108" y="1"/>
                  <a:pt x="71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9"/>
          <p:cNvSpPr/>
          <p:nvPr/>
        </p:nvSpPr>
        <p:spPr>
          <a:xfrm flipH="1">
            <a:off x="352529" y="252305"/>
            <a:ext cx="772717" cy="680913"/>
          </a:xfrm>
          <a:custGeom>
            <a:avLst/>
            <a:gdLst/>
            <a:ahLst/>
            <a:cxnLst/>
            <a:rect l="l" t="t" r="r" b="b"/>
            <a:pathLst>
              <a:path w="3198" h="2818" extrusionOk="0">
                <a:moveTo>
                  <a:pt x="1598" y="1"/>
                </a:moveTo>
                <a:cubicBezTo>
                  <a:pt x="1419" y="1"/>
                  <a:pt x="1236" y="35"/>
                  <a:pt x="1060" y="108"/>
                </a:cubicBezTo>
                <a:cubicBezTo>
                  <a:pt x="342" y="406"/>
                  <a:pt x="1" y="1229"/>
                  <a:pt x="298" y="1948"/>
                </a:cubicBezTo>
                <a:cubicBezTo>
                  <a:pt x="523" y="2490"/>
                  <a:pt x="1047" y="2817"/>
                  <a:pt x="1600" y="2817"/>
                </a:cubicBezTo>
                <a:cubicBezTo>
                  <a:pt x="1779" y="2817"/>
                  <a:pt x="1961" y="2783"/>
                  <a:pt x="2137" y="2710"/>
                </a:cubicBezTo>
                <a:cubicBezTo>
                  <a:pt x="2856" y="2413"/>
                  <a:pt x="3198" y="1589"/>
                  <a:pt x="2900" y="870"/>
                </a:cubicBezTo>
                <a:cubicBezTo>
                  <a:pt x="2676" y="328"/>
                  <a:pt x="2151" y="1"/>
                  <a:pt x="159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9"/>
          <p:cNvSpPr/>
          <p:nvPr/>
        </p:nvSpPr>
        <p:spPr>
          <a:xfrm flipH="1">
            <a:off x="3324439" y="284637"/>
            <a:ext cx="213838" cy="182914"/>
          </a:xfrm>
          <a:custGeom>
            <a:avLst/>
            <a:gdLst/>
            <a:ahLst/>
            <a:cxnLst/>
            <a:rect l="l" t="t" r="r" b="b"/>
            <a:pathLst>
              <a:path w="885" h="757" extrusionOk="0">
                <a:moveTo>
                  <a:pt x="506" y="1"/>
                </a:moveTo>
                <a:cubicBezTo>
                  <a:pt x="170" y="1"/>
                  <a:pt x="1" y="407"/>
                  <a:pt x="239" y="645"/>
                </a:cubicBezTo>
                <a:cubicBezTo>
                  <a:pt x="316" y="722"/>
                  <a:pt x="410" y="756"/>
                  <a:pt x="503" y="756"/>
                </a:cubicBezTo>
                <a:cubicBezTo>
                  <a:pt x="697" y="756"/>
                  <a:pt x="883" y="606"/>
                  <a:pt x="884" y="378"/>
                </a:cubicBezTo>
                <a:cubicBezTo>
                  <a:pt x="884" y="169"/>
                  <a:pt x="715" y="1"/>
                  <a:pt x="50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9"/>
          <p:cNvSpPr/>
          <p:nvPr/>
        </p:nvSpPr>
        <p:spPr>
          <a:xfrm flipH="1">
            <a:off x="-592128" y="1129628"/>
            <a:ext cx="1043095" cy="1042633"/>
          </a:xfrm>
          <a:custGeom>
            <a:avLst/>
            <a:gdLst/>
            <a:ahLst/>
            <a:cxnLst/>
            <a:rect l="l" t="t" r="r" b="b"/>
            <a:pathLst>
              <a:path w="4317" h="4315" extrusionOk="0">
                <a:moveTo>
                  <a:pt x="2159" y="0"/>
                </a:moveTo>
                <a:cubicBezTo>
                  <a:pt x="967" y="0"/>
                  <a:pt x="1" y="966"/>
                  <a:pt x="1" y="2157"/>
                </a:cubicBezTo>
                <a:cubicBezTo>
                  <a:pt x="1" y="3348"/>
                  <a:pt x="967" y="4314"/>
                  <a:pt x="2159" y="4314"/>
                </a:cubicBezTo>
                <a:cubicBezTo>
                  <a:pt x="3350" y="4314"/>
                  <a:pt x="4316" y="3348"/>
                  <a:pt x="4316" y="2157"/>
                </a:cubicBezTo>
                <a:cubicBezTo>
                  <a:pt x="4316" y="966"/>
                  <a:pt x="3350" y="0"/>
                  <a:pt x="215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9"/>
          <p:cNvSpPr/>
          <p:nvPr/>
        </p:nvSpPr>
        <p:spPr>
          <a:xfrm flipH="1">
            <a:off x="8839575" y="3039924"/>
            <a:ext cx="447490" cy="406905"/>
          </a:xfrm>
          <a:custGeom>
            <a:avLst/>
            <a:gdLst/>
            <a:ahLst/>
            <a:cxnLst/>
            <a:rect l="l" t="t" r="r" b="b"/>
            <a:pathLst>
              <a:path w="1852" h="1684" extrusionOk="0">
                <a:moveTo>
                  <a:pt x="925" y="1"/>
                </a:moveTo>
                <a:cubicBezTo>
                  <a:pt x="544" y="1"/>
                  <a:pt x="199" y="261"/>
                  <a:pt x="107" y="649"/>
                </a:cubicBezTo>
                <a:cubicBezTo>
                  <a:pt x="1" y="1101"/>
                  <a:pt x="280" y="1554"/>
                  <a:pt x="732" y="1660"/>
                </a:cubicBezTo>
                <a:cubicBezTo>
                  <a:pt x="798" y="1676"/>
                  <a:pt x="863" y="1683"/>
                  <a:pt x="927" y="1683"/>
                </a:cubicBezTo>
                <a:cubicBezTo>
                  <a:pt x="1307" y="1683"/>
                  <a:pt x="1653" y="1422"/>
                  <a:pt x="1744" y="1035"/>
                </a:cubicBezTo>
                <a:cubicBezTo>
                  <a:pt x="1851" y="583"/>
                  <a:pt x="1570" y="131"/>
                  <a:pt x="1118" y="23"/>
                </a:cubicBezTo>
                <a:cubicBezTo>
                  <a:pt x="1053" y="8"/>
                  <a:pt x="989" y="1"/>
                  <a:pt x="92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9"/>
          <p:cNvSpPr/>
          <p:nvPr/>
        </p:nvSpPr>
        <p:spPr>
          <a:xfrm flipH="1">
            <a:off x="8034713" y="3446834"/>
            <a:ext cx="461745" cy="406905"/>
          </a:xfrm>
          <a:custGeom>
            <a:avLst/>
            <a:gdLst/>
            <a:ahLst/>
            <a:cxnLst/>
            <a:rect l="l" t="t" r="r" b="b"/>
            <a:pathLst>
              <a:path w="1911" h="1684" extrusionOk="0">
                <a:moveTo>
                  <a:pt x="956" y="1"/>
                </a:moveTo>
                <a:cubicBezTo>
                  <a:pt x="848" y="1"/>
                  <a:pt x="739" y="22"/>
                  <a:pt x="634" y="66"/>
                </a:cubicBezTo>
                <a:cubicBezTo>
                  <a:pt x="204" y="243"/>
                  <a:pt x="0" y="734"/>
                  <a:pt x="179" y="1163"/>
                </a:cubicBezTo>
                <a:cubicBezTo>
                  <a:pt x="312" y="1487"/>
                  <a:pt x="625" y="1683"/>
                  <a:pt x="956" y="1683"/>
                </a:cubicBezTo>
                <a:cubicBezTo>
                  <a:pt x="1063" y="1683"/>
                  <a:pt x="1172" y="1662"/>
                  <a:pt x="1278" y="1619"/>
                </a:cubicBezTo>
                <a:cubicBezTo>
                  <a:pt x="1706" y="1441"/>
                  <a:pt x="1910" y="949"/>
                  <a:pt x="1733" y="521"/>
                </a:cubicBezTo>
                <a:cubicBezTo>
                  <a:pt x="1598" y="197"/>
                  <a:pt x="1285" y="1"/>
                  <a:pt x="95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9"/>
          <p:cNvSpPr/>
          <p:nvPr/>
        </p:nvSpPr>
        <p:spPr>
          <a:xfrm flipH="1">
            <a:off x="-279823" y="3843106"/>
            <a:ext cx="485425" cy="425027"/>
          </a:xfrm>
          <a:custGeom>
            <a:avLst/>
            <a:gdLst/>
            <a:ahLst/>
            <a:cxnLst/>
            <a:rect l="l" t="t" r="r" b="b"/>
            <a:pathLst>
              <a:path w="2009" h="1759" extrusionOk="0">
                <a:moveTo>
                  <a:pt x="1006" y="0"/>
                </a:moveTo>
                <a:cubicBezTo>
                  <a:pt x="702" y="0"/>
                  <a:pt x="407" y="157"/>
                  <a:pt x="244" y="439"/>
                </a:cubicBezTo>
                <a:cubicBezTo>
                  <a:pt x="1" y="859"/>
                  <a:pt x="144" y="1397"/>
                  <a:pt x="564" y="1640"/>
                </a:cubicBezTo>
                <a:cubicBezTo>
                  <a:pt x="703" y="1721"/>
                  <a:pt x="854" y="1759"/>
                  <a:pt x="1004" y="1759"/>
                </a:cubicBezTo>
                <a:cubicBezTo>
                  <a:pt x="1307" y="1759"/>
                  <a:pt x="1603" y="1602"/>
                  <a:pt x="1766" y="1321"/>
                </a:cubicBezTo>
                <a:cubicBezTo>
                  <a:pt x="2009" y="901"/>
                  <a:pt x="1865" y="363"/>
                  <a:pt x="1445" y="118"/>
                </a:cubicBezTo>
                <a:cubicBezTo>
                  <a:pt x="1306" y="38"/>
                  <a:pt x="1155" y="0"/>
                  <a:pt x="100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9"/>
          <p:cNvSpPr/>
          <p:nvPr/>
        </p:nvSpPr>
        <p:spPr>
          <a:xfrm flipH="1">
            <a:off x="8599420" y="3907134"/>
            <a:ext cx="687665" cy="625580"/>
          </a:xfrm>
          <a:custGeom>
            <a:avLst/>
            <a:gdLst/>
            <a:ahLst/>
            <a:cxnLst/>
            <a:rect l="l" t="t" r="r" b="b"/>
            <a:pathLst>
              <a:path w="2846" h="2589" extrusionOk="0">
                <a:moveTo>
                  <a:pt x="1422" y="1"/>
                </a:moveTo>
                <a:cubicBezTo>
                  <a:pt x="835" y="1"/>
                  <a:pt x="304" y="402"/>
                  <a:pt x="163" y="998"/>
                </a:cubicBezTo>
                <a:cubicBezTo>
                  <a:pt x="0" y="1694"/>
                  <a:pt x="431" y="2389"/>
                  <a:pt x="1125" y="2554"/>
                </a:cubicBezTo>
                <a:cubicBezTo>
                  <a:pt x="1225" y="2577"/>
                  <a:pt x="1326" y="2589"/>
                  <a:pt x="1424" y="2589"/>
                </a:cubicBezTo>
                <a:cubicBezTo>
                  <a:pt x="2011" y="2589"/>
                  <a:pt x="2542" y="2187"/>
                  <a:pt x="2681" y="1593"/>
                </a:cubicBezTo>
                <a:cubicBezTo>
                  <a:pt x="2845" y="897"/>
                  <a:pt x="2415" y="200"/>
                  <a:pt x="1720" y="36"/>
                </a:cubicBezTo>
                <a:cubicBezTo>
                  <a:pt x="1620" y="12"/>
                  <a:pt x="1520" y="1"/>
                  <a:pt x="142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9"/>
          <p:cNvSpPr/>
          <p:nvPr/>
        </p:nvSpPr>
        <p:spPr>
          <a:xfrm flipH="1">
            <a:off x="7848606" y="4253881"/>
            <a:ext cx="293333" cy="267243"/>
          </a:xfrm>
          <a:custGeom>
            <a:avLst/>
            <a:gdLst/>
            <a:ahLst/>
            <a:cxnLst/>
            <a:rect l="l" t="t" r="r" b="b"/>
            <a:pathLst>
              <a:path w="1214" h="1106" extrusionOk="0">
                <a:moveTo>
                  <a:pt x="607" y="0"/>
                </a:moveTo>
                <a:cubicBezTo>
                  <a:pt x="465" y="0"/>
                  <a:pt x="324" y="54"/>
                  <a:pt x="216" y="162"/>
                </a:cubicBezTo>
                <a:cubicBezTo>
                  <a:pt x="0" y="377"/>
                  <a:pt x="0" y="727"/>
                  <a:pt x="216" y="943"/>
                </a:cubicBezTo>
                <a:cubicBezTo>
                  <a:pt x="324" y="1051"/>
                  <a:pt x="465" y="1105"/>
                  <a:pt x="607" y="1105"/>
                </a:cubicBezTo>
                <a:cubicBezTo>
                  <a:pt x="748" y="1105"/>
                  <a:pt x="889" y="1051"/>
                  <a:pt x="997" y="943"/>
                </a:cubicBezTo>
                <a:cubicBezTo>
                  <a:pt x="1213" y="727"/>
                  <a:pt x="1213" y="377"/>
                  <a:pt x="997" y="162"/>
                </a:cubicBezTo>
                <a:cubicBezTo>
                  <a:pt x="889" y="54"/>
                  <a:pt x="748" y="0"/>
                  <a:pt x="607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9"/>
          <p:cNvSpPr/>
          <p:nvPr/>
        </p:nvSpPr>
        <p:spPr>
          <a:xfrm flipH="1">
            <a:off x="-805274" y="4318577"/>
            <a:ext cx="5518357" cy="680924"/>
          </a:xfrm>
          <a:custGeom>
            <a:avLst/>
            <a:gdLst/>
            <a:ahLst/>
            <a:cxnLst/>
            <a:rect l="l" t="t" r="r" b="b"/>
            <a:pathLst>
              <a:path w="52006" h="6417" extrusionOk="0">
                <a:moveTo>
                  <a:pt x="42454" y="0"/>
                </a:moveTo>
                <a:cubicBezTo>
                  <a:pt x="42391" y="0"/>
                  <a:pt x="42321" y="45"/>
                  <a:pt x="42319" y="120"/>
                </a:cubicBezTo>
                <a:cubicBezTo>
                  <a:pt x="42277" y="1651"/>
                  <a:pt x="42138" y="3177"/>
                  <a:pt x="41904" y="4690"/>
                </a:cubicBezTo>
                <a:cubicBezTo>
                  <a:pt x="41880" y="4844"/>
                  <a:pt x="41860" y="5002"/>
                  <a:pt x="41827" y="5154"/>
                </a:cubicBezTo>
                <a:cubicBezTo>
                  <a:pt x="41780" y="5374"/>
                  <a:pt x="41690" y="5467"/>
                  <a:pt x="41454" y="5494"/>
                </a:cubicBezTo>
                <a:cubicBezTo>
                  <a:pt x="41353" y="5505"/>
                  <a:pt x="41249" y="5510"/>
                  <a:pt x="41144" y="5510"/>
                </a:cubicBezTo>
                <a:cubicBezTo>
                  <a:pt x="40842" y="5510"/>
                  <a:pt x="40528" y="5475"/>
                  <a:pt x="40236" y="5468"/>
                </a:cubicBezTo>
                <a:cubicBezTo>
                  <a:pt x="39562" y="5455"/>
                  <a:pt x="38885" y="5461"/>
                  <a:pt x="38211" y="5421"/>
                </a:cubicBezTo>
                <a:cubicBezTo>
                  <a:pt x="37272" y="5364"/>
                  <a:pt x="35982" y="5155"/>
                  <a:pt x="35616" y="4138"/>
                </a:cubicBezTo>
                <a:cubicBezTo>
                  <a:pt x="35480" y="3758"/>
                  <a:pt x="35449" y="3192"/>
                  <a:pt x="34969" y="3077"/>
                </a:cubicBezTo>
                <a:cubicBezTo>
                  <a:pt x="34920" y="3065"/>
                  <a:pt x="34872" y="3060"/>
                  <a:pt x="34826" y="3060"/>
                </a:cubicBezTo>
                <a:cubicBezTo>
                  <a:pt x="34420" y="3060"/>
                  <a:pt x="34115" y="3486"/>
                  <a:pt x="33900" y="3785"/>
                </a:cubicBezTo>
                <a:cubicBezTo>
                  <a:pt x="33107" y="4883"/>
                  <a:pt x="31914" y="5624"/>
                  <a:pt x="30580" y="5847"/>
                </a:cubicBezTo>
                <a:lnTo>
                  <a:pt x="30580" y="5847"/>
                </a:lnTo>
                <a:cubicBezTo>
                  <a:pt x="30238" y="4003"/>
                  <a:pt x="30018" y="2139"/>
                  <a:pt x="29920" y="267"/>
                </a:cubicBezTo>
                <a:cubicBezTo>
                  <a:pt x="29916" y="194"/>
                  <a:pt x="29845" y="148"/>
                  <a:pt x="29782" y="148"/>
                </a:cubicBezTo>
                <a:cubicBezTo>
                  <a:pt x="29734" y="148"/>
                  <a:pt x="29690" y="174"/>
                  <a:pt x="29681" y="235"/>
                </a:cubicBezTo>
                <a:cubicBezTo>
                  <a:pt x="29447" y="1836"/>
                  <a:pt x="29218" y="3436"/>
                  <a:pt x="28980" y="5035"/>
                </a:cubicBezTo>
                <a:cubicBezTo>
                  <a:pt x="28945" y="5263"/>
                  <a:pt x="28949" y="5470"/>
                  <a:pt x="28664" y="5505"/>
                </a:cubicBezTo>
                <a:cubicBezTo>
                  <a:pt x="28629" y="5509"/>
                  <a:pt x="28594" y="5510"/>
                  <a:pt x="28558" y="5510"/>
                </a:cubicBezTo>
                <a:cubicBezTo>
                  <a:pt x="28430" y="5510"/>
                  <a:pt x="28293" y="5491"/>
                  <a:pt x="28172" y="5487"/>
                </a:cubicBezTo>
                <a:lnTo>
                  <a:pt x="26895" y="5435"/>
                </a:lnTo>
                <a:cubicBezTo>
                  <a:pt x="26173" y="5405"/>
                  <a:pt x="25432" y="5418"/>
                  <a:pt x="24716" y="5316"/>
                </a:cubicBezTo>
                <a:cubicBezTo>
                  <a:pt x="24122" y="5229"/>
                  <a:pt x="23557" y="5016"/>
                  <a:pt x="23222" y="4492"/>
                </a:cubicBezTo>
                <a:cubicBezTo>
                  <a:pt x="22970" y="4100"/>
                  <a:pt x="22818" y="3609"/>
                  <a:pt x="22456" y="3298"/>
                </a:cubicBezTo>
                <a:cubicBezTo>
                  <a:pt x="22284" y="3150"/>
                  <a:pt x="22083" y="3079"/>
                  <a:pt x="21880" y="3079"/>
                </a:cubicBezTo>
                <a:cubicBezTo>
                  <a:pt x="21671" y="3079"/>
                  <a:pt x="21461" y="3154"/>
                  <a:pt x="21281" y="3296"/>
                </a:cubicBezTo>
                <a:cubicBezTo>
                  <a:pt x="20822" y="3654"/>
                  <a:pt x="20691" y="4226"/>
                  <a:pt x="20426" y="4716"/>
                </a:cubicBezTo>
                <a:cubicBezTo>
                  <a:pt x="20258" y="5027"/>
                  <a:pt x="20027" y="5267"/>
                  <a:pt x="19679" y="5361"/>
                </a:cubicBezTo>
                <a:cubicBezTo>
                  <a:pt x="19392" y="5437"/>
                  <a:pt x="19090" y="5431"/>
                  <a:pt x="18797" y="5435"/>
                </a:cubicBezTo>
                <a:cubicBezTo>
                  <a:pt x="18366" y="5440"/>
                  <a:pt x="17925" y="5461"/>
                  <a:pt x="17596" y="5728"/>
                </a:cubicBezTo>
                <a:lnTo>
                  <a:pt x="17596" y="5728"/>
                </a:lnTo>
                <a:cubicBezTo>
                  <a:pt x="17258" y="4031"/>
                  <a:pt x="17058" y="2308"/>
                  <a:pt x="17001" y="578"/>
                </a:cubicBezTo>
                <a:cubicBezTo>
                  <a:pt x="16998" y="504"/>
                  <a:pt x="16929" y="459"/>
                  <a:pt x="16866" y="459"/>
                </a:cubicBezTo>
                <a:cubicBezTo>
                  <a:pt x="16817" y="459"/>
                  <a:pt x="16773" y="485"/>
                  <a:pt x="16763" y="545"/>
                </a:cubicBezTo>
                <a:lnTo>
                  <a:pt x="16757" y="578"/>
                </a:lnTo>
                <a:lnTo>
                  <a:pt x="16757" y="578"/>
                </a:lnTo>
                <a:lnTo>
                  <a:pt x="16756" y="578"/>
                </a:lnTo>
                <a:lnTo>
                  <a:pt x="16756" y="578"/>
                </a:lnTo>
                <a:cubicBezTo>
                  <a:pt x="16756" y="579"/>
                  <a:pt x="16756" y="581"/>
                  <a:pt x="16756" y="582"/>
                </a:cubicBezTo>
                <a:lnTo>
                  <a:pt x="16756" y="582"/>
                </a:lnTo>
                <a:lnTo>
                  <a:pt x="16331" y="3057"/>
                </a:lnTo>
                <a:lnTo>
                  <a:pt x="16141" y="4162"/>
                </a:lnTo>
                <a:lnTo>
                  <a:pt x="16037" y="4765"/>
                </a:lnTo>
                <a:cubicBezTo>
                  <a:pt x="16004" y="4963"/>
                  <a:pt x="15994" y="5190"/>
                  <a:pt x="15921" y="5378"/>
                </a:cubicBezTo>
                <a:cubicBezTo>
                  <a:pt x="15854" y="5550"/>
                  <a:pt x="15724" y="5605"/>
                  <a:pt x="15575" y="5605"/>
                </a:cubicBezTo>
                <a:cubicBezTo>
                  <a:pt x="15377" y="5605"/>
                  <a:pt x="15145" y="5509"/>
                  <a:pt x="14979" y="5465"/>
                </a:cubicBezTo>
                <a:cubicBezTo>
                  <a:pt x="14624" y="5370"/>
                  <a:pt x="14255" y="5339"/>
                  <a:pt x="13888" y="5339"/>
                </a:cubicBezTo>
                <a:cubicBezTo>
                  <a:pt x="13866" y="5339"/>
                  <a:pt x="13843" y="5339"/>
                  <a:pt x="13821" y="5339"/>
                </a:cubicBezTo>
                <a:cubicBezTo>
                  <a:pt x="13302" y="5343"/>
                  <a:pt x="12776" y="5411"/>
                  <a:pt x="12254" y="5411"/>
                </a:cubicBezTo>
                <a:cubicBezTo>
                  <a:pt x="12040" y="5411"/>
                  <a:pt x="11827" y="5399"/>
                  <a:pt x="11616" y="5368"/>
                </a:cubicBezTo>
                <a:cubicBezTo>
                  <a:pt x="11061" y="5285"/>
                  <a:pt x="10475" y="5069"/>
                  <a:pt x="10091" y="4643"/>
                </a:cubicBezTo>
                <a:cubicBezTo>
                  <a:pt x="9897" y="4427"/>
                  <a:pt x="9787" y="4173"/>
                  <a:pt x="9743" y="3888"/>
                </a:cubicBezTo>
                <a:cubicBezTo>
                  <a:pt x="9707" y="3654"/>
                  <a:pt x="9705" y="3394"/>
                  <a:pt x="9578" y="3185"/>
                </a:cubicBezTo>
                <a:cubicBezTo>
                  <a:pt x="9464" y="2998"/>
                  <a:pt x="9299" y="2929"/>
                  <a:pt x="9120" y="2929"/>
                </a:cubicBezTo>
                <a:cubicBezTo>
                  <a:pt x="8862" y="2929"/>
                  <a:pt x="8574" y="3073"/>
                  <a:pt x="8373" y="3214"/>
                </a:cubicBezTo>
                <a:cubicBezTo>
                  <a:pt x="7958" y="3505"/>
                  <a:pt x="7656" y="3918"/>
                  <a:pt x="7338" y="4305"/>
                </a:cubicBezTo>
                <a:cubicBezTo>
                  <a:pt x="6905" y="4830"/>
                  <a:pt x="6468" y="5230"/>
                  <a:pt x="5767" y="5318"/>
                </a:cubicBezTo>
                <a:cubicBezTo>
                  <a:pt x="5358" y="5369"/>
                  <a:pt x="4797" y="5459"/>
                  <a:pt x="4526" y="5787"/>
                </a:cubicBezTo>
                <a:lnTo>
                  <a:pt x="4526" y="5787"/>
                </a:lnTo>
                <a:cubicBezTo>
                  <a:pt x="4284" y="4322"/>
                  <a:pt x="4115" y="2847"/>
                  <a:pt x="4017" y="1366"/>
                </a:cubicBezTo>
                <a:lnTo>
                  <a:pt x="4017" y="1366"/>
                </a:lnTo>
                <a:cubicBezTo>
                  <a:pt x="4013" y="1145"/>
                  <a:pt x="4000" y="925"/>
                  <a:pt x="3979" y="705"/>
                </a:cubicBezTo>
                <a:lnTo>
                  <a:pt x="3979" y="705"/>
                </a:lnTo>
                <a:cubicBezTo>
                  <a:pt x="3978" y="695"/>
                  <a:pt x="3978" y="685"/>
                  <a:pt x="3977" y="675"/>
                </a:cubicBezTo>
                <a:lnTo>
                  <a:pt x="3976" y="675"/>
                </a:lnTo>
                <a:cubicBezTo>
                  <a:pt x="3968" y="599"/>
                  <a:pt x="3905" y="560"/>
                  <a:pt x="3845" y="560"/>
                </a:cubicBezTo>
                <a:cubicBezTo>
                  <a:pt x="3786" y="560"/>
                  <a:pt x="3730" y="598"/>
                  <a:pt x="3734" y="676"/>
                </a:cubicBezTo>
                <a:cubicBezTo>
                  <a:pt x="3747" y="925"/>
                  <a:pt x="3761" y="1173"/>
                  <a:pt x="3778" y="1421"/>
                </a:cubicBezTo>
                <a:lnTo>
                  <a:pt x="3778" y="1421"/>
                </a:lnTo>
                <a:cubicBezTo>
                  <a:pt x="3786" y="1975"/>
                  <a:pt x="3742" y="2529"/>
                  <a:pt x="3645" y="3076"/>
                </a:cubicBezTo>
                <a:cubicBezTo>
                  <a:pt x="3513" y="3816"/>
                  <a:pt x="3310" y="4663"/>
                  <a:pt x="2910" y="5307"/>
                </a:cubicBezTo>
                <a:cubicBezTo>
                  <a:pt x="2725" y="5605"/>
                  <a:pt x="2489" y="5702"/>
                  <a:pt x="2225" y="5702"/>
                </a:cubicBezTo>
                <a:cubicBezTo>
                  <a:pt x="1744" y="5702"/>
                  <a:pt x="1174" y="5382"/>
                  <a:pt x="661" y="5382"/>
                </a:cubicBezTo>
                <a:cubicBezTo>
                  <a:pt x="462" y="5382"/>
                  <a:pt x="271" y="5430"/>
                  <a:pt x="98" y="5565"/>
                </a:cubicBezTo>
                <a:cubicBezTo>
                  <a:pt x="0" y="5641"/>
                  <a:pt x="89" y="5765"/>
                  <a:pt x="191" y="5765"/>
                </a:cubicBezTo>
                <a:cubicBezTo>
                  <a:pt x="217" y="5765"/>
                  <a:pt x="245" y="5757"/>
                  <a:pt x="270" y="5737"/>
                </a:cubicBezTo>
                <a:lnTo>
                  <a:pt x="268" y="5737"/>
                </a:lnTo>
                <a:cubicBezTo>
                  <a:pt x="398" y="5636"/>
                  <a:pt x="547" y="5599"/>
                  <a:pt x="705" y="5599"/>
                </a:cubicBezTo>
                <a:cubicBezTo>
                  <a:pt x="1098" y="5599"/>
                  <a:pt x="1547" y="5831"/>
                  <a:pt x="1886" y="5904"/>
                </a:cubicBezTo>
                <a:cubicBezTo>
                  <a:pt x="1999" y="5928"/>
                  <a:pt x="2108" y="5940"/>
                  <a:pt x="2212" y="5940"/>
                </a:cubicBezTo>
                <a:cubicBezTo>
                  <a:pt x="2611" y="5940"/>
                  <a:pt x="2940" y="5761"/>
                  <a:pt x="3159" y="5360"/>
                </a:cubicBezTo>
                <a:cubicBezTo>
                  <a:pt x="3526" y="4685"/>
                  <a:pt x="3742" y="3893"/>
                  <a:pt x="3878" y="3141"/>
                </a:cubicBezTo>
                <a:cubicBezTo>
                  <a:pt x="3888" y="3083"/>
                  <a:pt x="3898" y="3024"/>
                  <a:pt x="3907" y="2966"/>
                </a:cubicBezTo>
                <a:lnTo>
                  <a:pt x="3907" y="2966"/>
                </a:lnTo>
                <a:cubicBezTo>
                  <a:pt x="4021" y="4092"/>
                  <a:pt x="4176" y="5214"/>
                  <a:pt x="4372" y="6330"/>
                </a:cubicBezTo>
                <a:cubicBezTo>
                  <a:pt x="4382" y="6389"/>
                  <a:pt x="4431" y="6416"/>
                  <a:pt x="4482" y="6416"/>
                </a:cubicBezTo>
                <a:cubicBezTo>
                  <a:pt x="4546" y="6416"/>
                  <a:pt x="4613" y="6373"/>
                  <a:pt x="4610" y="6297"/>
                </a:cubicBezTo>
                <a:cubicBezTo>
                  <a:pt x="4571" y="5468"/>
                  <a:pt x="5855" y="5629"/>
                  <a:pt x="6362" y="5431"/>
                </a:cubicBezTo>
                <a:cubicBezTo>
                  <a:pt x="6817" y="5255"/>
                  <a:pt x="7161" y="4894"/>
                  <a:pt x="7467" y="4526"/>
                </a:cubicBezTo>
                <a:cubicBezTo>
                  <a:pt x="7798" y="4129"/>
                  <a:pt x="8106" y="3679"/>
                  <a:pt x="8546" y="3390"/>
                </a:cubicBezTo>
                <a:cubicBezTo>
                  <a:pt x="8695" y="3292"/>
                  <a:pt x="8913" y="3174"/>
                  <a:pt x="9099" y="3174"/>
                </a:cubicBezTo>
                <a:cubicBezTo>
                  <a:pt x="9226" y="3174"/>
                  <a:pt x="9339" y="3229"/>
                  <a:pt x="9405" y="3384"/>
                </a:cubicBezTo>
                <a:cubicBezTo>
                  <a:pt x="9505" y="3622"/>
                  <a:pt x="9481" y="3899"/>
                  <a:pt x="9547" y="4146"/>
                </a:cubicBezTo>
                <a:cubicBezTo>
                  <a:pt x="9821" y="5180"/>
                  <a:pt x="11034" y="5608"/>
                  <a:pt x="11995" y="5644"/>
                </a:cubicBezTo>
                <a:cubicBezTo>
                  <a:pt x="12071" y="5647"/>
                  <a:pt x="12147" y="5649"/>
                  <a:pt x="12223" y="5649"/>
                </a:cubicBezTo>
                <a:cubicBezTo>
                  <a:pt x="12773" y="5649"/>
                  <a:pt x="13322" y="5581"/>
                  <a:pt x="13871" y="5581"/>
                </a:cubicBezTo>
                <a:cubicBezTo>
                  <a:pt x="14012" y="5581"/>
                  <a:pt x="14153" y="5585"/>
                  <a:pt x="14294" y="5596"/>
                </a:cubicBezTo>
                <a:cubicBezTo>
                  <a:pt x="14646" y="5624"/>
                  <a:pt x="14960" y="5734"/>
                  <a:pt x="15300" y="5809"/>
                </a:cubicBezTo>
                <a:cubicBezTo>
                  <a:pt x="15394" y="5830"/>
                  <a:pt x="15493" y="5845"/>
                  <a:pt x="15590" y="5845"/>
                </a:cubicBezTo>
                <a:cubicBezTo>
                  <a:pt x="15749" y="5845"/>
                  <a:pt x="15903" y="5804"/>
                  <a:pt x="16020" y="5679"/>
                </a:cubicBezTo>
                <a:cubicBezTo>
                  <a:pt x="16238" y="5450"/>
                  <a:pt x="16238" y="5021"/>
                  <a:pt x="16288" y="4729"/>
                </a:cubicBezTo>
                <a:lnTo>
                  <a:pt x="16529" y="3323"/>
                </a:lnTo>
                <a:lnTo>
                  <a:pt x="16812" y="1675"/>
                </a:lnTo>
                <a:lnTo>
                  <a:pt x="16812" y="1675"/>
                </a:lnTo>
                <a:cubicBezTo>
                  <a:pt x="16912" y="3130"/>
                  <a:pt x="17110" y="4577"/>
                  <a:pt x="17405" y="6006"/>
                </a:cubicBezTo>
                <a:cubicBezTo>
                  <a:pt x="17418" y="6066"/>
                  <a:pt x="17462" y="6091"/>
                  <a:pt x="17510" y="6091"/>
                </a:cubicBezTo>
                <a:cubicBezTo>
                  <a:pt x="17554" y="6091"/>
                  <a:pt x="17599" y="6070"/>
                  <a:pt x="17626" y="6035"/>
                </a:cubicBezTo>
                <a:cubicBezTo>
                  <a:pt x="17881" y="5699"/>
                  <a:pt x="18325" y="5673"/>
                  <a:pt x="18739" y="5673"/>
                </a:cubicBezTo>
                <a:cubicBezTo>
                  <a:pt x="18815" y="5673"/>
                  <a:pt x="18890" y="5674"/>
                  <a:pt x="18962" y="5674"/>
                </a:cubicBezTo>
                <a:cubicBezTo>
                  <a:pt x="19020" y="5674"/>
                  <a:pt x="19076" y="5673"/>
                  <a:pt x="19130" y="5671"/>
                </a:cubicBezTo>
                <a:cubicBezTo>
                  <a:pt x="19628" y="5653"/>
                  <a:pt x="20108" y="5552"/>
                  <a:pt x="20435" y="5144"/>
                </a:cubicBezTo>
                <a:cubicBezTo>
                  <a:pt x="20805" y="4681"/>
                  <a:pt x="20883" y="4049"/>
                  <a:pt x="21293" y="3611"/>
                </a:cubicBezTo>
                <a:cubicBezTo>
                  <a:pt x="21450" y="3445"/>
                  <a:pt x="21658" y="3316"/>
                  <a:pt x="21882" y="3316"/>
                </a:cubicBezTo>
                <a:cubicBezTo>
                  <a:pt x="21947" y="3316"/>
                  <a:pt x="22012" y="3327"/>
                  <a:pt x="22079" y="3350"/>
                </a:cubicBezTo>
                <a:cubicBezTo>
                  <a:pt x="22345" y="3443"/>
                  <a:pt x="22507" y="3706"/>
                  <a:pt x="22639" y="3939"/>
                </a:cubicBezTo>
                <a:cubicBezTo>
                  <a:pt x="22877" y="4360"/>
                  <a:pt x="23062" y="4811"/>
                  <a:pt x="23461" y="5110"/>
                </a:cubicBezTo>
                <a:cubicBezTo>
                  <a:pt x="23919" y="5452"/>
                  <a:pt x="24507" y="5550"/>
                  <a:pt x="25062" y="5595"/>
                </a:cubicBezTo>
                <a:cubicBezTo>
                  <a:pt x="25790" y="5653"/>
                  <a:pt x="26522" y="5661"/>
                  <a:pt x="27251" y="5691"/>
                </a:cubicBezTo>
                <a:lnTo>
                  <a:pt x="28427" y="5739"/>
                </a:lnTo>
                <a:cubicBezTo>
                  <a:pt x="28484" y="5741"/>
                  <a:pt x="28542" y="5743"/>
                  <a:pt x="28599" y="5743"/>
                </a:cubicBezTo>
                <a:cubicBezTo>
                  <a:pt x="28811" y="5743"/>
                  <a:pt x="29009" y="5708"/>
                  <a:pt x="29121" y="5487"/>
                </a:cubicBezTo>
                <a:cubicBezTo>
                  <a:pt x="29280" y="5172"/>
                  <a:pt x="29269" y="4725"/>
                  <a:pt x="29318" y="4383"/>
                </a:cubicBezTo>
                <a:lnTo>
                  <a:pt x="29512" y="3057"/>
                </a:lnTo>
                <a:lnTo>
                  <a:pt x="29753" y="1409"/>
                </a:lnTo>
                <a:lnTo>
                  <a:pt x="29753" y="1409"/>
                </a:lnTo>
                <a:cubicBezTo>
                  <a:pt x="29875" y="2954"/>
                  <a:pt x="30079" y="4491"/>
                  <a:pt x="30365" y="6015"/>
                </a:cubicBezTo>
                <a:cubicBezTo>
                  <a:pt x="30377" y="6076"/>
                  <a:pt x="30435" y="6101"/>
                  <a:pt x="30489" y="6101"/>
                </a:cubicBezTo>
                <a:cubicBezTo>
                  <a:pt x="30498" y="6101"/>
                  <a:pt x="30506" y="6101"/>
                  <a:pt x="30514" y="6099"/>
                </a:cubicBezTo>
                <a:cubicBezTo>
                  <a:pt x="31726" y="5930"/>
                  <a:pt x="32865" y="5334"/>
                  <a:pt x="33690" y="4430"/>
                </a:cubicBezTo>
                <a:cubicBezTo>
                  <a:pt x="33875" y="4227"/>
                  <a:pt x="34031" y="4006"/>
                  <a:pt x="34196" y="3787"/>
                </a:cubicBezTo>
                <a:cubicBezTo>
                  <a:pt x="34335" y="3602"/>
                  <a:pt x="34583" y="3302"/>
                  <a:pt x="34838" y="3302"/>
                </a:cubicBezTo>
                <a:cubicBezTo>
                  <a:pt x="34915" y="3302"/>
                  <a:pt x="34994" y="3330"/>
                  <a:pt x="35070" y="3398"/>
                </a:cubicBezTo>
                <a:cubicBezTo>
                  <a:pt x="35256" y="3566"/>
                  <a:pt x="35283" y="3884"/>
                  <a:pt x="35352" y="4109"/>
                </a:cubicBezTo>
                <a:cubicBezTo>
                  <a:pt x="35418" y="4330"/>
                  <a:pt x="35525" y="4536"/>
                  <a:pt x="35669" y="4716"/>
                </a:cubicBezTo>
                <a:cubicBezTo>
                  <a:pt x="36291" y="5480"/>
                  <a:pt x="37427" y="5627"/>
                  <a:pt x="38347" y="5670"/>
                </a:cubicBezTo>
                <a:cubicBezTo>
                  <a:pt x="39094" y="5704"/>
                  <a:pt x="39844" y="5704"/>
                  <a:pt x="40592" y="5718"/>
                </a:cubicBezTo>
                <a:cubicBezTo>
                  <a:pt x="40815" y="5723"/>
                  <a:pt x="41069" y="5756"/>
                  <a:pt x="41311" y="5756"/>
                </a:cubicBezTo>
                <a:cubicBezTo>
                  <a:pt x="41433" y="5756"/>
                  <a:pt x="41552" y="5748"/>
                  <a:pt x="41662" y="5723"/>
                </a:cubicBezTo>
                <a:cubicBezTo>
                  <a:pt x="41908" y="5668"/>
                  <a:pt x="42013" y="5446"/>
                  <a:pt x="42061" y="5219"/>
                </a:cubicBezTo>
                <a:cubicBezTo>
                  <a:pt x="42234" y="4405"/>
                  <a:pt x="42314" y="3555"/>
                  <a:pt x="42397" y="2728"/>
                </a:cubicBezTo>
                <a:cubicBezTo>
                  <a:pt x="42442" y="2267"/>
                  <a:pt x="42479" y="1806"/>
                  <a:pt x="42507" y="1345"/>
                </a:cubicBezTo>
                <a:lnTo>
                  <a:pt x="42507" y="1345"/>
                </a:lnTo>
                <a:cubicBezTo>
                  <a:pt x="42753" y="2930"/>
                  <a:pt x="42998" y="4516"/>
                  <a:pt x="43243" y="6101"/>
                </a:cubicBezTo>
                <a:cubicBezTo>
                  <a:pt x="43252" y="6157"/>
                  <a:pt x="43308" y="6188"/>
                  <a:pt x="43362" y="6188"/>
                </a:cubicBezTo>
                <a:cubicBezTo>
                  <a:pt x="43404" y="6188"/>
                  <a:pt x="43446" y="6169"/>
                  <a:pt x="43465" y="6129"/>
                </a:cubicBezTo>
                <a:cubicBezTo>
                  <a:pt x="43691" y="5642"/>
                  <a:pt x="44324" y="5690"/>
                  <a:pt x="44779" y="5649"/>
                </a:cubicBezTo>
                <a:cubicBezTo>
                  <a:pt x="45229" y="5612"/>
                  <a:pt x="45647" y="5521"/>
                  <a:pt x="45984" y="5203"/>
                </a:cubicBezTo>
                <a:cubicBezTo>
                  <a:pt x="46298" y="4907"/>
                  <a:pt x="46504" y="4514"/>
                  <a:pt x="46733" y="4153"/>
                </a:cubicBezTo>
                <a:cubicBezTo>
                  <a:pt x="46952" y="3808"/>
                  <a:pt x="47213" y="3437"/>
                  <a:pt x="47639" y="3389"/>
                </a:cubicBezTo>
                <a:lnTo>
                  <a:pt x="47639" y="3389"/>
                </a:lnTo>
                <a:cubicBezTo>
                  <a:pt x="48138" y="4753"/>
                  <a:pt x="49536" y="5669"/>
                  <a:pt x="50964" y="5669"/>
                </a:cubicBezTo>
                <a:cubicBezTo>
                  <a:pt x="51267" y="5669"/>
                  <a:pt x="51571" y="5628"/>
                  <a:pt x="51868" y="5541"/>
                </a:cubicBezTo>
                <a:cubicBezTo>
                  <a:pt x="52005" y="5501"/>
                  <a:pt x="51964" y="5301"/>
                  <a:pt x="51840" y="5301"/>
                </a:cubicBezTo>
                <a:cubicBezTo>
                  <a:pt x="51828" y="5301"/>
                  <a:pt x="51816" y="5303"/>
                  <a:pt x="51803" y="5307"/>
                </a:cubicBezTo>
                <a:cubicBezTo>
                  <a:pt x="51528" y="5387"/>
                  <a:pt x="51245" y="5425"/>
                  <a:pt x="50963" y="5425"/>
                </a:cubicBezTo>
                <a:cubicBezTo>
                  <a:pt x="49609" y="5425"/>
                  <a:pt x="48275" y="4544"/>
                  <a:pt x="47841" y="3231"/>
                </a:cubicBezTo>
                <a:cubicBezTo>
                  <a:pt x="47826" y="3180"/>
                  <a:pt x="47778" y="3143"/>
                  <a:pt x="47723" y="3142"/>
                </a:cubicBezTo>
                <a:cubicBezTo>
                  <a:pt x="46737" y="3152"/>
                  <a:pt x="46453" y="4355"/>
                  <a:pt x="45891" y="4954"/>
                </a:cubicBezTo>
                <a:cubicBezTo>
                  <a:pt x="45493" y="5377"/>
                  <a:pt x="44966" y="5390"/>
                  <a:pt x="44423" y="5433"/>
                </a:cubicBezTo>
                <a:cubicBezTo>
                  <a:pt x="44067" y="5463"/>
                  <a:pt x="43685" y="5516"/>
                  <a:pt x="43433" y="5757"/>
                </a:cubicBezTo>
                <a:lnTo>
                  <a:pt x="43433" y="5757"/>
                </a:lnTo>
                <a:cubicBezTo>
                  <a:pt x="43143" y="3878"/>
                  <a:pt x="42853" y="1999"/>
                  <a:pt x="42562" y="121"/>
                </a:cubicBezTo>
                <a:lnTo>
                  <a:pt x="42562" y="121"/>
                </a:lnTo>
                <a:cubicBezTo>
                  <a:pt x="42562" y="121"/>
                  <a:pt x="42562" y="120"/>
                  <a:pt x="42562" y="120"/>
                </a:cubicBezTo>
                <a:lnTo>
                  <a:pt x="42562" y="120"/>
                </a:lnTo>
                <a:lnTo>
                  <a:pt x="42562" y="120"/>
                </a:lnTo>
                <a:lnTo>
                  <a:pt x="42562" y="120"/>
                </a:lnTo>
                <a:cubicBezTo>
                  <a:pt x="42561" y="109"/>
                  <a:pt x="42559" y="98"/>
                  <a:pt x="42557" y="88"/>
                </a:cubicBezTo>
                <a:cubicBezTo>
                  <a:pt x="42548" y="27"/>
                  <a:pt x="42503" y="0"/>
                  <a:pt x="4245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9"/>
          <p:cNvSpPr/>
          <p:nvPr/>
        </p:nvSpPr>
        <p:spPr>
          <a:xfrm flipH="1">
            <a:off x="262355" y="4422434"/>
            <a:ext cx="491465" cy="491475"/>
          </a:xfrm>
          <a:custGeom>
            <a:avLst/>
            <a:gdLst/>
            <a:ahLst/>
            <a:cxnLst/>
            <a:rect l="l" t="t" r="r" b="b"/>
            <a:pathLst>
              <a:path w="2034" h="2034" extrusionOk="0">
                <a:moveTo>
                  <a:pt x="1017" y="1"/>
                </a:moveTo>
                <a:cubicBezTo>
                  <a:pt x="456" y="1"/>
                  <a:pt x="1" y="456"/>
                  <a:pt x="1" y="1017"/>
                </a:cubicBezTo>
                <a:cubicBezTo>
                  <a:pt x="1" y="1578"/>
                  <a:pt x="456" y="2034"/>
                  <a:pt x="1017" y="2034"/>
                </a:cubicBezTo>
                <a:cubicBezTo>
                  <a:pt x="1578" y="2034"/>
                  <a:pt x="2033" y="1578"/>
                  <a:pt x="2033" y="1017"/>
                </a:cubicBezTo>
                <a:cubicBezTo>
                  <a:pt x="2033" y="456"/>
                  <a:pt x="1578" y="1"/>
                  <a:pt x="101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9"/>
          <p:cNvSpPr/>
          <p:nvPr/>
        </p:nvSpPr>
        <p:spPr>
          <a:xfrm flipH="1">
            <a:off x="6734620" y="4665194"/>
            <a:ext cx="213355" cy="182914"/>
          </a:xfrm>
          <a:custGeom>
            <a:avLst/>
            <a:gdLst/>
            <a:ahLst/>
            <a:cxnLst/>
            <a:rect l="l" t="t" r="r" b="b"/>
            <a:pathLst>
              <a:path w="883" h="757" extrusionOk="0">
                <a:moveTo>
                  <a:pt x="505" y="1"/>
                </a:moveTo>
                <a:cubicBezTo>
                  <a:pt x="169" y="1"/>
                  <a:pt x="1" y="407"/>
                  <a:pt x="239" y="645"/>
                </a:cubicBezTo>
                <a:cubicBezTo>
                  <a:pt x="316" y="722"/>
                  <a:pt x="410" y="756"/>
                  <a:pt x="503" y="756"/>
                </a:cubicBezTo>
                <a:cubicBezTo>
                  <a:pt x="697" y="756"/>
                  <a:pt x="883" y="606"/>
                  <a:pt x="883" y="378"/>
                </a:cubicBezTo>
                <a:cubicBezTo>
                  <a:pt x="883" y="169"/>
                  <a:pt x="715" y="1"/>
                  <a:pt x="50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9"/>
          <p:cNvSpPr/>
          <p:nvPr/>
        </p:nvSpPr>
        <p:spPr>
          <a:xfrm flipH="1">
            <a:off x="7316868" y="4913895"/>
            <a:ext cx="437341" cy="406663"/>
          </a:xfrm>
          <a:custGeom>
            <a:avLst/>
            <a:gdLst/>
            <a:ahLst/>
            <a:cxnLst/>
            <a:rect l="l" t="t" r="r" b="b"/>
            <a:pathLst>
              <a:path w="1810" h="1683" extrusionOk="0">
                <a:moveTo>
                  <a:pt x="906" y="0"/>
                </a:moveTo>
                <a:cubicBezTo>
                  <a:pt x="501" y="0"/>
                  <a:pt x="142" y="294"/>
                  <a:pt x="76" y="707"/>
                </a:cubicBezTo>
                <a:cubicBezTo>
                  <a:pt x="1" y="1166"/>
                  <a:pt x="312" y="1598"/>
                  <a:pt x="771" y="1671"/>
                </a:cubicBezTo>
                <a:cubicBezTo>
                  <a:pt x="817" y="1679"/>
                  <a:pt x="863" y="1683"/>
                  <a:pt x="908" y="1683"/>
                </a:cubicBezTo>
                <a:cubicBezTo>
                  <a:pt x="1312" y="1683"/>
                  <a:pt x="1669" y="1389"/>
                  <a:pt x="1736" y="977"/>
                </a:cubicBezTo>
                <a:cubicBezTo>
                  <a:pt x="1810" y="518"/>
                  <a:pt x="1499" y="86"/>
                  <a:pt x="1040" y="11"/>
                </a:cubicBezTo>
                <a:cubicBezTo>
                  <a:pt x="995" y="4"/>
                  <a:pt x="950" y="0"/>
                  <a:pt x="906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1"/>
          <p:cNvSpPr txBox="1">
            <a:spLocks noGrp="1"/>
          </p:cNvSpPr>
          <p:nvPr>
            <p:ph type="title" hasCustomPrompt="1"/>
          </p:nvPr>
        </p:nvSpPr>
        <p:spPr>
          <a:xfrm>
            <a:off x="1156500" y="1422188"/>
            <a:ext cx="6831000" cy="169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97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223" name="Google Shape;223;p11"/>
          <p:cNvSpPr txBox="1">
            <a:spLocks noGrp="1"/>
          </p:cNvSpPr>
          <p:nvPr>
            <p:ph type="body" idx="1"/>
          </p:nvPr>
        </p:nvSpPr>
        <p:spPr>
          <a:xfrm>
            <a:off x="1156500" y="3115700"/>
            <a:ext cx="6831000" cy="46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24" name="Google Shape;224;p11"/>
          <p:cNvSpPr/>
          <p:nvPr/>
        </p:nvSpPr>
        <p:spPr>
          <a:xfrm flipH="1">
            <a:off x="4893376" y="-284737"/>
            <a:ext cx="442899" cy="443149"/>
          </a:xfrm>
          <a:custGeom>
            <a:avLst/>
            <a:gdLst/>
            <a:ahLst/>
            <a:cxnLst/>
            <a:rect l="l" t="t" r="r" b="b"/>
            <a:pathLst>
              <a:path w="1833" h="1834" extrusionOk="0">
                <a:moveTo>
                  <a:pt x="916" y="1"/>
                </a:moveTo>
                <a:cubicBezTo>
                  <a:pt x="410" y="1"/>
                  <a:pt x="1" y="412"/>
                  <a:pt x="1" y="918"/>
                </a:cubicBezTo>
                <a:cubicBezTo>
                  <a:pt x="1" y="1423"/>
                  <a:pt x="410" y="1833"/>
                  <a:pt x="916" y="1833"/>
                </a:cubicBezTo>
                <a:cubicBezTo>
                  <a:pt x="1423" y="1833"/>
                  <a:pt x="1833" y="1423"/>
                  <a:pt x="1833" y="918"/>
                </a:cubicBezTo>
                <a:cubicBezTo>
                  <a:pt x="1833" y="412"/>
                  <a:pt x="1423" y="1"/>
                  <a:pt x="91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11"/>
          <p:cNvSpPr/>
          <p:nvPr/>
        </p:nvSpPr>
        <p:spPr>
          <a:xfrm flipH="1">
            <a:off x="1929337" y="-250668"/>
            <a:ext cx="600438" cy="600692"/>
          </a:xfrm>
          <a:custGeom>
            <a:avLst/>
            <a:gdLst/>
            <a:ahLst/>
            <a:cxnLst/>
            <a:rect l="l" t="t" r="r" b="b"/>
            <a:pathLst>
              <a:path w="2485" h="2486" extrusionOk="0">
                <a:moveTo>
                  <a:pt x="1242" y="1"/>
                </a:moveTo>
                <a:cubicBezTo>
                  <a:pt x="557" y="1"/>
                  <a:pt x="1" y="557"/>
                  <a:pt x="1" y="1242"/>
                </a:cubicBezTo>
                <a:cubicBezTo>
                  <a:pt x="1" y="1929"/>
                  <a:pt x="557" y="2485"/>
                  <a:pt x="1242" y="2485"/>
                </a:cubicBezTo>
                <a:cubicBezTo>
                  <a:pt x="1929" y="2485"/>
                  <a:pt x="2485" y="1929"/>
                  <a:pt x="2485" y="1242"/>
                </a:cubicBezTo>
                <a:cubicBezTo>
                  <a:pt x="2485" y="557"/>
                  <a:pt x="1929" y="1"/>
                  <a:pt x="1242" y="1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11"/>
          <p:cNvSpPr/>
          <p:nvPr/>
        </p:nvSpPr>
        <p:spPr>
          <a:xfrm flipH="1">
            <a:off x="2872889" y="79637"/>
            <a:ext cx="345282" cy="345289"/>
          </a:xfrm>
          <a:custGeom>
            <a:avLst/>
            <a:gdLst/>
            <a:ahLst/>
            <a:cxnLst/>
            <a:rect l="l" t="t" r="r" b="b"/>
            <a:pathLst>
              <a:path w="1429" h="1429" extrusionOk="0">
                <a:moveTo>
                  <a:pt x="715" y="1"/>
                </a:moveTo>
                <a:cubicBezTo>
                  <a:pt x="320" y="1"/>
                  <a:pt x="1" y="320"/>
                  <a:pt x="1" y="715"/>
                </a:cubicBezTo>
                <a:cubicBezTo>
                  <a:pt x="1" y="1109"/>
                  <a:pt x="320" y="1428"/>
                  <a:pt x="715" y="1428"/>
                </a:cubicBezTo>
                <a:cubicBezTo>
                  <a:pt x="1108" y="1428"/>
                  <a:pt x="1429" y="1109"/>
                  <a:pt x="1429" y="715"/>
                </a:cubicBezTo>
                <a:cubicBezTo>
                  <a:pt x="1429" y="320"/>
                  <a:pt x="1108" y="1"/>
                  <a:pt x="71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11"/>
          <p:cNvSpPr/>
          <p:nvPr/>
        </p:nvSpPr>
        <p:spPr>
          <a:xfrm flipH="1">
            <a:off x="6744964" y="-290671"/>
            <a:ext cx="748796" cy="680672"/>
          </a:xfrm>
          <a:custGeom>
            <a:avLst/>
            <a:gdLst/>
            <a:ahLst/>
            <a:cxnLst/>
            <a:rect l="l" t="t" r="r" b="b"/>
            <a:pathLst>
              <a:path w="3099" h="2817" extrusionOk="0">
                <a:moveTo>
                  <a:pt x="1548" y="0"/>
                </a:moveTo>
                <a:cubicBezTo>
                  <a:pt x="910" y="0"/>
                  <a:pt x="332" y="437"/>
                  <a:pt x="179" y="1086"/>
                </a:cubicBezTo>
                <a:cubicBezTo>
                  <a:pt x="1" y="1842"/>
                  <a:pt x="469" y="2600"/>
                  <a:pt x="1226" y="2778"/>
                </a:cubicBezTo>
                <a:cubicBezTo>
                  <a:pt x="1335" y="2804"/>
                  <a:pt x="1444" y="2817"/>
                  <a:pt x="1552" y="2817"/>
                </a:cubicBezTo>
                <a:cubicBezTo>
                  <a:pt x="2190" y="2817"/>
                  <a:pt x="2767" y="2379"/>
                  <a:pt x="2920" y="1732"/>
                </a:cubicBezTo>
                <a:cubicBezTo>
                  <a:pt x="3098" y="976"/>
                  <a:pt x="2630" y="217"/>
                  <a:pt x="1873" y="38"/>
                </a:cubicBezTo>
                <a:cubicBezTo>
                  <a:pt x="1765" y="12"/>
                  <a:pt x="1656" y="0"/>
                  <a:pt x="1548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8" name="Google Shape;228;p11"/>
          <p:cNvSpPr/>
          <p:nvPr/>
        </p:nvSpPr>
        <p:spPr>
          <a:xfrm flipH="1">
            <a:off x="-2019548" y="-2226216"/>
            <a:ext cx="3649504" cy="3649821"/>
          </a:xfrm>
          <a:custGeom>
            <a:avLst/>
            <a:gdLst/>
            <a:ahLst/>
            <a:cxnLst/>
            <a:rect l="l" t="t" r="r" b="b"/>
            <a:pathLst>
              <a:path w="15104" h="15105" extrusionOk="0">
                <a:moveTo>
                  <a:pt x="7552" y="0"/>
                </a:moveTo>
                <a:cubicBezTo>
                  <a:pt x="5550" y="0"/>
                  <a:pt x="3628" y="797"/>
                  <a:pt x="2212" y="2213"/>
                </a:cubicBezTo>
                <a:cubicBezTo>
                  <a:pt x="796" y="3629"/>
                  <a:pt x="1" y="5549"/>
                  <a:pt x="1" y="7552"/>
                </a:cubicBezTo>
                <a:cubicBezTo>
                  <a:pt x="1" y="9555"/>
                  <a:pt x="796" y="11476"/>
                  <a:pt x="2212" y="12892"/>
                </a:cubicBezTo>
                <a:cubicBezTo>
                  <a:pt x="3628" y="14308"/>
                  <a:pt x="5550" y="15104"/>
                  <a:pt x="7552" y="15104"/>
                </a:cubicBezTo>
                <a:cubicBezTo>
                  <a:pt x="9555" y="15104"/>
                  <a:pt x="11475" y="14308"/>
                  <a:pt x="12892" y="12892"/>
                </a:cubicBezTo>
                <a:cubicBezTo>
                  <a:pt x="14308" y="11476"/>
                  <a:pt x="15104" y="9555"/>
                  <a:pt x="15104" y="7552"/>
                </a:cubicBezTo>
                <a:cubicBezTo>
                  <a:pt x="15104" y="5549"/>
                  <a:pt x="14308" y="3629"/>
                  <a:pt x="12892" y="2213"/>
                </a:cubicBezTo>
                <a:cubicBezTo>
                  <a:pt x="11475" y="797"/>
                  <a:pt x="9555" y="0"/>
                  <a:pt x="7552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11"/>
          <p:cNvSpPr/>
          <p:nvPr/>
        </p:nvSpPr>
        <p:spPr>
          <a:xfrm flipH="1">
            <a:off x="-1485320" y="-1691735"/>
            <a:ext cx="2580797" cy="2580608"/>
          </a:xfrm>
          <a:custGeom>
            <a:avLst/>
            <a:gdLst/>
            <a:ahLst/>
            <a:cxnLst/>
            <a:rect l="l" t="t" r="r" b="b"/>
            <a:pathLst>
              <a:path w="10681" h="10680" extrusionOk="0">
                <a:moveTo>
                  <a:pt x="5340" y="1"/>
                </a:moveTo>
                <a:cubicBezTo>
                  <a:pt x="2391" y="1"/>
                  <a:pt x="0" y="2391"/>
                  <a:pt x="0" y="5340"/>
                </a:cubicBezTo>
                <a:cubicBezTo>
                  <a:pt x="0" y="8290"/>
                  <a:pt x="2391" y="10680"/>
                  <a:pt x="5340" y="10680"/>
                </a:cubicBezTo>
                <a:cubicBezTo>
                  <a:pt x="8289" y="10680"/>
                  <a:pt x="10680" y="8290"/>
                  <a:pt x="10680" y="5340"/>
                </a:cubicBezTo>
                <a:cubicBezTo>
                  <a:pt x="10680" y="2391"/>
                  <a:pt x="8289" y="1"/>
                  <a:pt x="5340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11"/>
          <p:cNvSpPr/>
          <p:nvPr/>
        </p:nvSpPr>
        <p:spPr>
          <a:xfrm flipH="1">
            <a:off x="8190662" y="-769590"/>
            <a:ext cx="1798415" cy="1638493"/>
          </a:xfrm>
          <a:custGeom>
            <a:avLst/>
            <a:gdLst/>
            <a:ahLst/>
            <a:cxnLst/>
            <a:rect l="l" t="t" r="r" b="b"/>
            <a:pathLst>
              <a:path w="7443" h="6781" extrusionOk="0">
                <a:moveTo>
                  <a:pt x="3721" y="1"/>
                </a:moveTo>
                <a:cubicBezTo>
                  <a:pt x="2854" y="1"/>
                  <a:pt x="1986" y="332"/>
                  <a:pt x="1325" y="993"/>
                </a:cubicBezTo>
                <a:cubicBezTo>
                  <a:pt x="1" y="2317"/>
                  <a:pt x="1" y="4464"/>
                  <a:pt x="1325" y="5788"/>
                </a:cubicBezTo>
                <a:cubicBezTo>
                  <a:pt x="1986" y="6449"/>
                  <a:pt x="2854" y="6780"/>
                  <a:pt x="3721" y="6780"/>
                </a:cubicBezTo>
                <a:cubicBezTo>
                  <a:pt x="4589" y="6780"/>
                  <a:pt x="5457" y="6449"/>
                  <a:pt x="6119" y="5788"/>
                </a:cubicBezTo>
                <a:cubicBezTo>
                  <a:pt x="7443" y="4464"/>
                  <a:pt x="7443" y="2317"/>
                  <a:pt x="6119" y="993"/>
                </a:cubicBezTo>
                <a:cubicBezTo>
                  <a:pt x="5457" y="332"/>
                  <a:pt x="4589" y="1"/>
                  <a:pt x="3721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11"/>
          <p:cNvSpPr/>
          <p:nvPr/>
        </p:nvSpPr>
        <p:spPr>
          <a:xfrm flipH="1">
            <a:off x="8736729" y="-274495"/>
            <a:ext cx="709894" cy="645394"/>
          </a:xfrm>
          <a:custGeom>
            <a:avLst/>
            <a:gdLst/>
            <a:ahLst/>
            <a:cxnLst/>
            <a:rect l="l" t="t" r="r" b="b"/>
            <a:pathLst>
              <a:path w="2938" h="2671" extrusionOk="0">
                <a:moveTo>
                  <a:pt x="1468" y="1"/>
                </a:moveTo>
                <a:cubicBezTo>
                  <a:pt x="863" y="1"/>
                  <a:pt x="315" y="415"/>
                  <a:pt x="170" y="1030"/>
                </a:cubicBezTo>
                <a:cubicBezTo>
                  <a:pt x="1" y="1746"/>
                  <a:pt x="446" y="2465"/>
                  <a:pt x="1163" y="2635"/>
                </a:cubicBezTo>
                <a:cubicBezTo>
                  <a:pt x="1266" y="2659"/>
                  <a:pt x="1370" y="2671"/>
                  <a:pt x="1472" y="2671"/>
                </a:cubicBezTo>
                <a:cubicBezTo>
                  <a:pt x="2076" y="2671"/>
                  <a:pt x="2624" y="2257"/>
                  <a:pt x="2769" y="1643"/>
                </a:cubicBezTo>
                <a:cubicBezTo>
                  <a:pt x="2937" y="925"/>
                  <a:pt x="2494" y="206"/>
                  <a:pt x="1776" y="37"/>
                </a:cubicBezTo>
                <a:cubicBezTo>
                  <a:pt x="1673" y="12"/>
                  <a:pt x="1570" y="1"/>
                  <a:pt x="146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232" name="Google Shape;232;p11"/>
          <p:cNvSpPr/>
          <p:nvPr/>
        </p:nvSpPr>
        <p:spPr>
          <a:xfrm flipH="1">
            <a:off x="7668025" y="4247295"/>
            <a:ext cx="437341" cy="406663"/>
          </a:xfrm>
          <a:custGeom>
            <a:avLst/>
            <a:gdLst/>
            <a:ahLst/>
            <a:cxnLst/>
            <a:rect l="l" t="t" r="r" b="b"/>
            <a:pathLst>
              <a:path w="1810" h="1683" extrusionOk="0">
                <a:moveTo>
                  <a:pt x="906" y="0"/>
                </a:moveTo>
                <a:cubicBezTo>
                  <a:pt x="501" y="0"/>
                  <a:pt x="142" y="294"/>
                  <a:pt x="76" y="707"/>
                </a:cubicBezTo>
                <a:cubicBezTo>
                  <a:pt x="1" y="1166"/>
                  <a:pt x="312" y="1598"/>
                  <a:pt x="771" y="1671"/>
                </a:cubicBezTo>
                <a:cubicBezTo>
                  <a:pt x="817" y="1679"/>
                  <a:pt x="863" y="1683"/>
                  <a:pt x="908" y="1683"/>
                </a:cubicBezTo>
                <a:cubicBezTo>
                  <a:pt x="1312" y="1683"/>
                  <a:pt x="1669" y="1389"/>
                  <a:pt x="1736" y="977"/>
                </a:cubicBezTo>
                <a:cubicBezTo>
                  <a:pt x="1810" y="518"/>
                  <a:pt x="1499" y="86"/>
                  <a:pt x="1040" y="11"/>
                </a:cubicBezTo>
                <a:cubicBezTo>
                  <a:pt x="995" y="4"/>
                  <a:pt x="950" y="0"/>
                  <a:pt x="906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11"/>
          <p:cNvSpPr/>
          <p:nvPr/>
        </p:nvSpPr>
        <p:spPr>
          <a:xfrm flipH="1">
            <a:off x="9483132" y="3486824"/>
            <a:ext cx="447490" cy="406905"/>
          </a:xfrm>
          <a:custGeom>
            <a:avLst/>
            <a:gdLst/>
            <a:ahLst/>
            <a:cxnLst/>
            <a:rect l="l" t="t" r="r" b="b"/>
            <a:pathLst>
              <a:path w="1852" h="1684" extrusionOk="0">
                <a:moveTo>
                  <a:pt x="925" y="1"/>
                </a:moveTo>
                <a:cubicBezTo>
                  <a:pt x="544" y="1"/>
                  <a:pt x="199" y="261"/>
                  <a:pt x="107" y="649"/>
                </a:cubicBezTo>
                <a:cubicBezTo>
                  <a:pt x="1" y="1101"/>
                  <a:pt x="280" y="1554"/>
                  <a:pt x="732" y="1660"/>
                </a:cubicBezTo>
                <a:cubicBezTo>
                  <a:pt x="798" y="1676"/>
                  <a:pt x="863" y="1683"/>
                  <a:pt x="927" y="1683"/>
                </a:cubicBezTo>
                <a:cubicBezTo>
                  <a:pt x="1307" y="1683"/>
                  <a:pt x="1653" y="1422"/>
                  <a:pt x="1744" y="1035"/>
                </a:cubicBezTo>
                <a:cubicBezTo>
                  <a:pt x="1851" y="583"/>
                  <a:pt x="1570" y="131"/>
                  <a:pt x="1118" y="23"/>
                </a:cubicBezTo>
                <a:cubicBezTo>
                  <a:pt x="1053" y="8"/>
                  <a:pt x="989" y="1"/>
                  <a:pt x="925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11"/>
          <p:cNvSpPr/>
          <p:nvPr/>
        </p:nvSpPr>
        <p:spPr>
          <a:xfrm flipH="1">
            <a:off x="7400802" y="4777769"/>
            <a:ext cx="213355" cy="182914"/>
          </a:xfrm>
          <a:custGeom>
            <a:avLst/>
            <a:gdLst/>
            <a:ahLst/>
            <a:cxnLst/>
            <a:rect l="l" t="t" r="r" b="b"/>
            <a:pathLst>
              <a:path w="883" h="757" extrusionOk="0">
                <a:moveTo>
                  <a:pt x="505" y="1"/>
                </a:moveTo>
                <a:cubicBezTo>
                  <a:pt x="169" y="1"/>
                  <a:pt x="1" y="407"/>
                  <a:pt x="239" y="645"/>
                </a:cubicBezTo>
                <a:cubicBezTo>
                  <a:pt x="316" y="722"/>
                  <a:pt x="410" y="756"/>
                  <a:pt x="503" y="756"/>
                </a:cubicBezTo>
                <a:cubicBezTo>
                  <a:pt x="697" y="756"/>
                  <a:pt x="883" y="606"/>
                  <a:pt x="883" y="378"/>
                </a:cubicBezTo>
                <a:cubicBezTo>
                  <a:pt x="883" y="169"/>
                  <a:pt x="715" y="1"/>
                  <a:pt x="50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11"/>
          <p:cNvSpPr/>
          <p:nvPr/>
        </p:nvSpPr>
        <p:spPr>
          <a:xfrm flipH="1">
            <a:off x="8902468" y="260133"/>
            <a:ext cx="1962720" cy="1788304"/>
          </a:xfrm>
          <a:custGeom>
            <a:avLst/>
            <a:gdLst/>
            <a:ahLst/>
            <a:cxnLst/>
            <a:rect l="l" t="t" r="r" b="b"/>
            <a:pathLst>
              <a:path w="8123" h="7401" extrusionOk="0">
                <a:moveTo>
                  <a:pt x="4061" y="1"/>
                </a:moveTo>
                <a:cubicBezTo>
                  <a:pt x="3115" y="1"/>
                  <a:pt x="2168" y="362"/>
                  <a:pt x="1446" y="1085"/>
                </a:cubicBezTo>
                <a:cubicBezTo>
                  <a:pt x="0" y="2529"/>
                  <a:pt x="0" y="4871"/>
                  <a:pt x="1446" y="6317"/>
                </a:cubicBezTo>
                <a:cubicBezTo>
                  <a:pt x="2168" y="7039"/>
                  <a:pt x="3115" y="7400"/>
                  <a:pt x="4061" y="7400"/>
                </a:cubicBezTo>
                <a:cubicBezTo>
                  <a:pt x="5008" y="7400"/>
                  <a:pt x="5955" y="7039"/>
                  <a:pt x="6678" y="6317"/>
                </a:cubicBezTo>
                <a:cubicBezTo>
                  <a:pt x="8122" y="4871"/>
                  <a:pt x="8122" y="2529"/>
                  <a:pt x="6678" y="1085"/>
                </a:cubicBezTo>
                <a:cubicBezTo>
                  <a:pt x="5955" y="362"/>
                  <a:pt x="5008" y="1"/>
                  <a:pt x="406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11"/>
          <p:cNvSpPr/>
          <p:nvPr/>
        </p:nvSpPr>
        <p:spPr>
          <a:xfrm flipH="1">
            <a:off x="1557262" y="5014234"/>
            <a:ext cx="491465" cy="491475"/>
          </a:xfrm>
          <a:custGeom>
            <a:avLst/>
            <a:gdLst/>
            <a:ahLst/>
            <a:cxnLst/>
            <a:rect l="l" t="t" r="r" b="b"/>
            <a:pathLst>
              <a:path w="2034" h="2034" extrusionOk="0">
                <a:moveTo>
                  <a:pt x="1017" y="1"/>
                </a:moveTo>
                <a:cubicBezTo>
                  <a:pt x="456" y="1"/>
                  <a:pt x="1" y="456"/>
                  <a:pt x="1" y="1017"/>
                </a:cubicBezTo>
                <a:cubicBezTo>
                  <a:pt x="1" y="1578"/>
                  <a:pt x="456" y="2034"/>
                  <a:pt x="1017" y="2034"/>
                </a:cubicBezTo>
                <a:cubicBezTo>
                  <a:pt x="1578" y="2034"/>
                  <a:pt x="2033" y="1578"/>
                  <a:pt x="2033" y="1017"/>
                </a:cubicBezTo>
                <a:cubicBezTo>
                  <a:pt x="2033" y="456"/>
                  <a:pt x="1578" y="1"/>
                  <a:pt x="101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11"/>
          <p:cNvSpPr/>
          <p:nvPr/>
        </p:nvSpPr>
        <p:spPr>
          <a:xfrm flipH="1">
            <a:off x="-152513" y="4541375"/>
            <a:ext cx="1305500" cy="1305527"/>
          </a:xfrm>
          <a:custGeom>
            <a:avLst/>
            <a:gdLst/>
            <a:ahLst/>
            <a:cxnLst/>
            <a:rect l="l" t="t" r="r" b="b"/>
            <a:pathLst>
              <a:path w="5403" h="5403" extrusionOk="0">
                <a:moveTo>
                  <a:pt x="2701" y="1"/>
                </a:moveTo>
                <a:cubicBezTo>
                  <a:pt x="1210" y="1"/>
                  <a:pt x="1" y="1210"/>
                  <a:pt x="1" y="2701"/>
                </a:cubicBezTo>
                <a:cubicBezTo>
                  <a:pt x="1" y="4193"/>
                  <a:pt x="1210" y="5402"/>
                  <a:pt x="2701" y="5402"/>
                </a:cubicBezTo>
                <a:cubicBezTo>
                  <a:pt x="4193" y="5402"/>
                  <a:pt x="5402" y="4193"/>
                  <a:pt x="5402" y="2701"/>
                </a:cubicBezTo>
                <a:cubicBezTo>
                  <a:pt x="5402" y="1210"/>
                  <a:pt x="4193" y="1"/>
                  <a:pt x="2701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p11"/>
          <p:cNvSpPr/>
          <p:nvPr/>
        </p:nvSpPr>
        <p:spPr>
          <a:xfrm flipH="1">
            <a:off x="306653" y="888877"/>
            <a:ext cx="709898" cy="709580"/>
          </a:xfrm>
          <a:custGeom>
            <a:avLst/>
            <a:gdLst/>
            <a:ahLst/>
            <a:cxnLst/>
            <a:rect l="l" t="t" r="r" b="b"/>
            <a:pathLst>
              <a:path w="4317" h="4315" extrusionOk="0">
                <a:moveTo>
                  <a:pt x="2159" y="0"/>
                </a:moveTo>
                <a:cubicBezTo>
                  <a:pt x="967" y="0"/>
                  <a:pt x="1" y="966"/>
                  <a:pt x="1" y="2157"/>
                </a:cubicBezTo>
                <a:cubicBezTo>
                  <a:pt x="1" y="3348"/>
                  <a:pt x="967" y="4314"/>
                  <a:pt x="2159" y="4314"/>
                </a:cubicBezTo>
                <a:cubicBezTo>
                  <a:pt x="3350" y="4314"/>
                  <a:pt x="4316" y="3348"/>
                  <a:pt x="4316" y="2157"/>
                </a:cubicBezTo>
                <a:cubicBezTo>
                  <a:pt x="4316" y="966"/>
                  <a:pt x="3350" y="0"/>
                  <a:pt x="215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p11"/>
          <p:cNvSpPr/>
          <p:nvPr/>
        </p:nvSpPr>
        <p:spPr>
          <a:xfrm flipH="1">
            <a:off x="4842986" y="4746980"/>
            <a:ext cx="772717" cy="680913"/>
          </a:xfrm>
          <a:custGeom>
            <a:avLst/>
            <a:gdLst/>
            <a:ahLst/>
            <a:cxnLst/>
            <a:rect l="l" t="t" r="r" b="b"/>
            <a:pathLst>
              <a:path w="3198" h="2818" extrusionOk="0">
                <a:moveTo>
                  <a:pt x="1598" y="1"/>
                </a:moveTo>
                <a:cubicBezTo>
                  <a:pt x="1419" y="1"/>
                  <a:pt x="1236" y="35"/>
                  <a:pt x="1060" y="108"/>
                </a:cubicBezTo>
                <a:cubicBezTo>
                  <a:pt x="342" y="406"/>
                  <a:pt x="1" y="1229"/>
                  <a:pt x="298" y="1948"/>
                </a:cubicBezTo>
                <a:cubicBezTo>
                  <a:pt x="523" y="2490"/>
                  <a:pt x="1047" y="2817"/>
                  <a:pt x="1600" y="2817"/>
                </a:cubicBezTo>
                <a:cubicBezTo>
                  <a:pt x="1779" y="2817"/>
                  <a:pt x="1961" y="2783"/>
                  <a:pt x="2137" y="2710"/>
                </a:cubicBezTo>
                <a:cubicBezTo>
                  <a:pt x="2856" y="2413"/>
                  <a:pt x="3198" y="1589"/>
                  <a:pt x="2900" y="870"/>
                </a:cubicBezTo>
                <a:cubicBezTo>
                  <a:pt x="2676" y="328"/>
                  <a:pt x="2151" y="1"/>
                  <a:pt x="1598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1"/>
          <p:cNvSpPr/>
          <p:nvPr/>
        </p:nvSpPr>
        <p:spPr>
          <a:xfrm flipH="1">
            <a:off x="236135" y="3161119"/>
            <a:ext cx="749037" cy="680672"/>
          </a:xfrm>
          <a:custGeom>
            <a:avLst/>
            <a:gdLst/>
            <a:ahLst/>
            <a:cxnLst/>
            <a:rect l="l" t="t" r="r" b="b"/>
            <a:pathLst>
              <a:path w="3100" h="2817" extrusionOk="0">
                <a:moveTo>
                  <a:pt x="1549" y="0"/>
                </a:moveTo>
                <a:cubicBezTo>
                  <a:pt x="910" y="0"/>
                  <a:pt x="332" y="437"/>
                  <a:pt x="179" y="1085"/>
                </a:cubicBezTo>
                <a:cubicBezTo>
                  <a:pt x="1" y="1842"/>
                  <a:pt x="470" y="2600"/>
                  <a:pt x="1227" y="2778"/>
                </a:cubicBezTo>
                <a:cubicBezTo>
                  <a:pt x="1335" y="2804"/>
                  <a:pt x="1444" y="2816"/>
                  <a:pt x="1551" y="2816"/>
                </a:cubicBezTo>
                <a:cubicBezTo>
                  <a:pt x="2189" y="2816"/>
                  <a:pt x="2766" y="2380"/>
                  <a:pt x="2919" y="1732"/>
                </a:cubicBezTo>
                <a:cubicBezTo>
                  <a:pt x="3099" y="974"/>
                  <a:pt x="2630" y="216"/>
                  <a:pt x="1873" y="38"/>
                </a:cubicBezTo>
                <a:cubicBezTo>
                  <a:pt x="1764" y="12"/>
                  <a:pt x="1656" y="0"/>
                  <a:pt x="1549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11"/>
          <p:cNvSpPr/>
          <p:nvPr/>
        </p:nvSpPr>
        <p:spPr>
          <a:xfrm flipH="1">
            <a:off x="5040275" y="103252"/>
            <a:ext cx="5518357" cy="680924"/>
          </a:xfrm>
          <a:custGeom>
            <a:avLst/>
            <a:gdLst/>
            <a:ahLst/>
            <a:cxnLst/>
            <a:rect l="l" t="t" r="r" b="b"/>
            <a:pathLst>
              <a:path w="52006" h="6417" extrusionOk="0">
                <a:moveTo>
                  <a:pt x="42454" y="0"/>
                </a:moveTo>
                <a:cubicBezTo>
                  <a:pt x="42391" y="0"/>
                  <a:pt x="42321" y="45"/>
                  <a:pt x="42319" y="120"/>
                </a:cubicBezTo>
                <a:cubicBezTo>
                  <a:pt x="42277" y="1651"/>
                  <a:pt x="42138" y="3177"/>
                  <a:pt x="41904" y="4690"/>
                </a:cubicBezTo>
                <a:cubicBezTo>
                  <a:pt x="41880" y="4844"/>
                  <a:pt x="41860" y="5002"/>
                  <a:pt x="41827" y="5154"/>
                </a:cubicBezTo>
                <a:cubicBezTo>
                  <a:pt x="41780" y="5374"/>
                  <a:pt x="41690" y="5467"/>
                  <a:pt x="41454" y="5494"/>
                </a:cubicBezTo>
                <a:cubicBezTo>
                  <a:pt x="41353" y="5505"/>
                  <a:pt x="41249" y="5510"/>
                  <a:pt x="41144" y="5510"/>
                </a:cubicBezTo>
                <a:cubicBezTo>
                  <a:pt x="40842" y="5510"/>
                  <a:pt x="40528" y="5475"/>
                  <a:pt x="40236" y="5468"/>
                </a:cubicBezTo>
                <a:cubicBezTo>
                  <a:pt x="39562" y="5455"/>
                  <a:pt x="38885" y="5461"/>
                  <a:pt x="38211" y="5421"/>
                </a:cubicBezTo>
                <a:cubicBezTo>
                  <a:pt x="37272" y="5364"/>
                  <a:pt x="35982" y="5155"/>
                  <a:pt x="35616" y="4138"/>
                </a:cubicBezTo>
                <a:cubicBezTo>
                  <a:pt x="35480" y="3758"/>
                  <a:pt x="35449" y="3192"/>
                  <a:pt x="34969" y="3077"/>
                </a:cubicBezTo>
                <a:cubicBezTo>
                  <a:pt x="34920" y="3065"/>
                  <a:pt x="34872" y="3060"/>
                  <a:pt x="34826" y="3060"/>
                </a:cubicBezTo>
                <a:cubicBezTo>
                  <a:pt x="34420" y="3060"/>
                  <a:pt x="34115" y="3486"/>
                  <a:pt x="33900" y="3785"/>
                </a:cubicBezTo>
                <a:cubicBezTo>
                  <a:pt x="33107" y="4883"/>
                  <a:pt x="31914" y="5624"/>
                  <a:pt x="30580" y="5847"/>
                </a:cubicBezTo>
                <a:lnTo>
                  <a:pt x="30580" y="5847"/>
                </a:lnTo>
                <a:cubicBezTo>
                  <a:pt x="30238" y="4003"/>
                  <a:pt x="30018" y="2139"/>
                  <a:pt x="29920" y="267"/>
                </a:cubicBezTo>
                <a:cubicBezTo>
                  <a:pt x="29916" y="194"/>
                  <a:pt x="29845" y="148"/>
                  <a:pt x="29782" y="148"/>
                </a:cubicBezTo>
                <a:cubicBezTo>
                  <a:pt x="29734" y="148"/>
                  <a:pt x="29690" y="174"/>
                  <a:pt x="29681" y="235"/>
                </a:cubicBezTo>
                <a:cubicBezTo>
                  <a:pt x="29447" y="1836"/>
                  <a:pt x="29218" y="3436"/>
                  <a:pt x="28980" y="5035"/>
                </a:cubicBezTo>
                <a:cubicBezTo>
                  <a:pt x="28945" y="5263"/>
                  <a:pt x="28949" y="5470"/>
                  <a:pt x="28664" y="5505"/>
                </a:cubicBezTo>
                <a:cubicBezTo>
                  <a:pt x="28629" y="5509"/>
                  <a:pt x="28594" y="5510"/>
                  <a:pt x="28558" y="5510"/>
                </a:cubicBezTo>
                <a:cubicBezTo>
                  <a:pt x="28430" y="5510"/>
                  <a:pt x="28293" y="5491"/>
                  <a:pt x="28172" y="5487"/>
                </a:cubicBezTo>
                <a:lnTo>
                  <a:pt x="26895" y="5435"/>
                </a:lnTo>
                <a:cubicBezTo>
                  <a:pt x="26173" y="5405"/>
                  <a:pt x="25432" y="5418"/>
                  <a:pt x="24716" y="5316"/>
                </a:cubicBezTo>
                <a:cubicBezTo>
                  <a:pt x="24122" y="5229"/>
                  <a:pt x="23557" y="5016"/>
                  <a:pt x="23222" y="4492"/>
                </a:cubicBezTo>
                <a:cubicBezTo>
                  <a:pt x="22970" y="4100"/>
                  <a:pt x="22818" y="3609"/>
                  <a:pt x="22456" y="3298"/>
                </a:cubicBezTo>
                <a:cubicBezTo>
                  <a:pt x="22284" y="3150"/>
                  <a:pt x="22083" y="3079"/>
                  <a:pt x="21880" y="3079"/>
                </a:cubicBezTo>
                <a:cubicBezTo>
                  <a:pt x="21671" y="3079"/>
                  <a:pt x="21461" y="3154"/>
                  <a:pt x="21281" y="3296"/>
                </a:cubicBezTo>
                <a:cubicBezTo>
                  <a:pt x="20822" y="3654"/>
                  <a:pt x="20691" y="4226"/>
                  <a:pt x="20426" y="4716"/>
                </a:cubicBezTo>
                <a:cubicBezTo>
                  <a:pt x="20258" y="5027"/>
                  <a:pt x="20027" y="5267"/>
                  <a:pt x="19679" y="5361"/>
                </a:cubicBezTo>
                <a:cubicBezTo>
                  <a:pt x="19392" y="5437"/>
                  <a:pt x="19090" y="5431"/>
                  <a:pt x="18797" y="5435"/>
                </a:cubicBezTo>
                <a:cubicBezTo>
                  <a:pt x="18366" y="5440"/>
                  <a:pt x="17925" y="5461"/>
                  <a:pt x="17596" y="5728"/>
                </a:cubicBezTo>
                <a:lnTo>
                  <a:pt x="17596" y="5728"/>
                </a:lnTo>
                <a:cubicBezTo>
                  <a:pt x="17258" y="4031"/>
                  <a:pt x="17058" y="2308"/>
                  <a:pt x="17001" y="578"/>
                </a:cubicBezTo>
                <a:cubicBezTo>
                  <a:pt x="16998" y="504"/>
                  <a:pt x="16929" y="459"/>
                  <a:pt x="16866" y="459"/>
                </a:cubicBezTo>
                <a:cubicBezTo>
                  <a:pt x="16817" y="459"/>
                  <a:pt x="16773" y="485"/>
                  <a:pt x="16763" y="545"/>
                </a:cubicBezTo>
                <a:lnTo>
                  <a:pt x="16757" y="578"/>
                </a:lnTo>
                <a:lnTo>
                  <a:pt x="16757" y="578"/>
                </a:lnTo>
                <a:lnTo>
                  <a:pt x="16756" y="578"/>
                </a:lnTo>
                <a:lnTo>
                  <a:pt x="16756" y="578"/>
                </a:lnTo>
                <a:cubicBezTo>
                  <a:pt x="16756" y="579"/>
                  <a:pt x="16756" y="581"/>
                  <a:pt x="16756" y="582"/>
                </a:cubicBezTo>
                <a:lnTo>
                  <a:pt x="16756" y="582"/>
                </a:lnTo>
                <a:lnTo>
                  <a:pt x="16331" y="3057"/>
                </a:lnTo>
                <a:lnTo>
                  <a:pt x="16141" y="4162"/>
                </a:lnTo>
                <a:lnTo>
                  <a:pt x="16037" y="4765"/>
                </a:lnTo>
                <a:cubicBezTo>
                  <a:pt x="16004" y="4963"/>
                  <a:pt x="15994" y="5190"/>
                  <a:pt x="15921" y="5378"/>
                </a:cubicBezTo>
                <a:cubicBezTo>
                  <a:pt x="15854" y="5550"/>
                  <a:pt x="15724" y="5605"/>
                  <a:pt x="15575" y="5605"/>
                </a:cubicBezTo>
                <a:cubicBezTo>
                  <a:pt x="15377" y="5605"/>
                  <a:pt x="15145" y="5509"/>
                  <a:pt x="14979" y="5465"/>
                </a:cubicBezTo>
                <a:cubicBezTo>
                  <a:pt x="14624" y="5370"/>
                  <a:pt x="14255" y="5339"/>
                  <a:pt x="13888" y="5339"/>
                </a:cubicBezTo>
                <a:cubicBezTo>
                  <a:pt x="13866" y="5339"/>
                  <a:pt x="13843" y="5339"/>
                  <a:pt x="13821" y="5339"/>
                </a:cubicBezTo>
                <a:cubicBezTo>
                  <a:pt x="13302" y="5343"/>
                  <a:pt x="12776" y="5411"/>
                  <a:pt x="12254" y="5411"/>
                </a:cubicBezTo>
                <a:cubicBezTo>
                  <a:pt x="12040" y="5411"/>
                  <a:pt x="11827" y="5399"/>
                  <a:pt x="11616" y="5368"/>
                </a:cubicBezTo>
                <a:cubicBezTo>
                  <a:pt x="11061" y="5285"/>
                  <a:pt x="10475" y="5069"/>
                  <a:pt x="10091" y="4643"/>
                </a:cubicBezTo>
                <a:cubicBezTo>
                  <a:pt x="9897" y="4427"/>
                  <a:pt x="9787" y="4173"/>
                  <a:pt x="9743" y="3888"/>
                </a:cubicBezTo>
                <a:cubicBezTo>
                  <a:pt x="9707" y="3654"/>
                  <a:pt x="9705" y="3394"/>
                  <a:pt x="9578" y="3185"/>
                </a:cubicBezTo>
                <a:cubicBezTo>
                  <a:pt x="9464" y="2998"/>
                  <a:pt x="9299" y="2929"/>
                  <a:pt x="9120" y="2929"/>
                </a:cubicBezTo>
                <a:cubicBezTo>
                  <a:pt x="8862" y="2929"/>
                  <a:pt x="8574" y="3073"/>
                  <a:pt x="8373" y="3214"/>
                </a:cubicBezTo>
                <a:cubicBezTo>
                  <a:pt x="7958" y="3505"/>
                  <a:pt x="7656" y="3918"/>
                  <a:pt x="7338" y="4305"/>
                </a:cubicBezTo>
                <a:cubicBezTo>
                  <a:pt x="6905" y="4830"/>
                  <a:pt x="6468" y="5230"/>
                  <a:pt x="5767" y="5318"/>
                </a:cubicBezTo>
                <a:cubicBezTo>
                  <a:pt x="5358" y="5369"/>
                  <a:pt x="4797" y="5459"/>
                  <a:pt x="4526" y="5787"/>
                </a:cubicBezTo>
                <a:lnTo>
                  <a:pt x="4526" y="5787"/>
                </a:lnTo>
                <a:cubicBezTo>
                  <a:pt x="4284" y="4322"/>
                  <a:pt x="4115" y="2847"/>
                  <a:pt x="4017" y="1366"/>
                </a:cubicBezTo>
                <a:lnTo>
                  <a:pt x="4017" y="1366"/>
                </a:lnTo>
                <a:cubicBezTo>
                  <a:pt x="4013" y="1145"/>
                  <a:pt x="4000" y="925"/>
                  <a:pt x="3979" y="705"/>
                </a:cubicBezTo>
                <a:lnTo>
                  <a:pt x="3979" y="705"/>
                </a:lnTo>
                <a:cubicBezTo>
                  <a:pt x="3978" y="695"/>
                  <a:pt x="3978" y="685"/>
                  <a:pt x="3977" y="675"/>
                </a:cubicBezTo>
                <a:lnTo>
                  <a:pt x="3976" y="675"/>
                </a:lnTo>
                <a:cubicBezTo>
                  <a:pt x="3968" y="599"/>
                  <a:pt x="3905" y="560"/>
                  <a:pt x="3845" y="560"/>
                </a:cubicBezTo>
                <a:cubicBezTo>
                  <a:pt x="3786" y="560"/>
                  <a:pt x="3730" y="598"/>
                  <a:pt x="3734" y="676"/>
                </a:cubicBezTo>
                <a:cubicBezTo>
                  <a:pt x="3747" y="925"/>
                  <a:pt x="3761" y="1173"/>
                  <a:pt x="3778" y="1421"/>
                </a:cubicBezTo>
                <a:lnTo>
                  <a:pt x="3778" y="1421"/>
                </a:lnTo>
                <a:cubicBezTo>
                  <a:pt x="3786" y="1975"/>
                  <a:pt x="3742" y="2529"/>
                  <a:pt x="3645" y="3076"/>
                </a:cubicBezTo>
                <a:cubicBezTo>
                  <a:pt x="3513" y="3816"/>
                  <a:pt x="3310" y="4663"/>
                  <a:pt x="2910" y="5307"/>
                </a:cubicBezTo>
                <a:cubicBezTo>
                  <a:pt x="2725" y="5605"/>
                  <a:pt x="2489" y="5702"/>
                  <a:pt x="2225" y="5702"/>
                </a:cubicBezTo>
                <a:cubicBezTo>
                  <a:pt x="1744" y="5702"/>
                  <a:pt x="1174" y="5382"/>
                  <a:pt x="661" y="5382"/>
                </a:cubicBezTo>
                <a:cubicBezTo>
                  <a:pt x="462" y="5382"/>
                  <a:pt x="271" y="5430"/>
                  <a:pt x="98" y="5565"/>
                </a:cubicBezTo>
                <a:cubicBezTo>
                  <a:pt x="0" y="5641"/>
                  <a:pt x="89" y="5765"/>
                  <a:pt x="191" y="5765"/>
                </a:cubicBezTo>
                <a:cubicBezTo>
                  <a:pt x="217" y="5765"/>
                  <a:pt x="245" y="5757"/>
                  <a:pt x="270" y="5737"/>
                </a:cubicBezTo>
                <a:lnTo>
                  <a:pt x="268" y="5737"/>
                </a:lnTo>
                <a:cubicBezTo>
                  <a:pt x="398" y="5636"/>
                  <a:pt x="547" y="5599"/>
                  <a:pt x="705" y="5599"/>
                </a:cubicBezTo>
                <a:cubicBezTo>
                  <a:pt x="1098" y="5599"/>
                  <a:pt x="1547" y="5831"/>
                  <a:pt x="1886" y="5904"/>
                </a:cubicBezTo>
                <a:cubicBezTo>
                  <a:pt x="1999" y="5928"/>
                  <a:pt x="2108" y="5940"/>
                  <a:pt x="2212" y="5940"/>
                </a:cubicBezTo>
                <a:cubicBezTo>
                  <a:pt x="2611" y="5940"/>
                  <a:pt x="2940" y="5761"/>
                  <a:pt x="3159" y="5360"/>
                </a:cubicBezTo>
                <a:cubicBezTo>
                  <a:pt x="3526" y="4685"/>
                  <a:pt x="3742" y="3893"/>
                  <a:pt x="3878" y="3141"/>
                </a:cubicBezTo>
                <a:cubicBezTo>
                  <a:pt x="3888" y="3083"/>
                  <a:pt x="3898" y="3024"/>
                  <a:pt x="3907" y="2966"/>
                </a:cubicBezTo>
                <a:lnTo>
                  <a:pt x="3907" y="2966"/>
                </a:lnTo>
                <a:cubicBezTo>
                  <a:pt x="4021" y="4092"/>
                  <a:pt x="4176" y="5214"/>
                  <a:pt x="4372" y="6330"/>
                </a:cubicBezTo>
                <a:cubicBezTo>
                  <a:pt x="4382" y="6389"/>
                  <a:pt x="4431" y="6416"/>
                  <a:pt x="4482" y="6416"/>
                </a:cubicBezTo>
                <a:cubicBezTo>
                  <a:pt x="4546" y="6416"/>
                  <a:pt x="4613" y="6373"/>
                  <a:pt x="4610" y="6297"/>
                </a:cubicBezTo>
                <a:cubicBezTo>
                  <a:pt x="4571" y="5468"/>
                  <a:pt x="5855" y="5629"/>
                  <a:pt x="6362" y="5431"/>
                </a:cubicBezTo>
                <a:cubicBezTo>
                  <a:pt x="6817" y="5255"/>
                  <a:pt x="7161" y="4894"/>
                  <a:pt x="7467" y="4526"/>
                </a:cubicBezTo>
                <a:cubicBezTo>
                  <a:pt x="7798" y="4129"/>
                  <a:pt x="8106" y="3679"/>
                  <a:pt x="8546" y="3390"/>
                </a:cubicBezTo>
                <a:cubicBezTo>
                  <a:pt x="8695" y="3292"/>
                  <a:pt x="8913" y="3174"/>
                  <a:pt x="9099" y="3174"/>
                </a:cubicBezTo>
                <a:cubicBezTo>
                  <a:pt x="9226" y="3174"/>
                  <a:pt x="9339" y="3229"/>
                  <a:pt x="9405" y="3384"/>
                </a:cubicBezTo>
                <a:cubicBezTo>
                  <a:pt x="9505" y="3622"/>
                  <a:pt x="9481" y="3899"/>
                  <a:pt x="9547" y="4146"/>
                </a:cubicBezTo>
                <a:cubicBezTo>
                  <a:pt x="9821" y="5180"/>
                  <a:pt x="11034" y="5608"/>
                  <a:pt x="11995" y="5644"/>
                </a:cubicBezTo>
                <a:cubicBezTo>
                  <a:pt x="12071" y="5647"/>
                  <a:pt x="12147" y="5649"/>
                  <a:pt x="12223" y="5649"/>
                </a:cubicBezTo>
                <a:cubicBezTo>
                  <a:pt x="12773" y="5649"/>
                  <a:pt x="13322" y="5581"/>
                  <a:pt x="13871" y="5581"/>
                </a:cubicBezTo>
                <a:cubicBezTo>
                  <a:pt x="14012" y="5581"/>
                  <a:pt x="14153" y="5585"/>
                  <a:pt x="14294" y="5596"/>
                </a:cubicBezTo>
                <a:cubicBezTo>
                  <a:pt x="14646" y="5624"/>
                  <a:pt x="14960" y="5734"/>
                  <a:pt x="15300" y="5809"/>
                </a:cubicBezTo>
                <a:cubicBezTo>
                  <a:pt x="15394" y="5830"/>
                  <a:pt x="15493" y="5845"/>
                  <a:pt x="15590" y="5845"/>
                </a:cubicBezTo>
                <a:cubicBezTo>
                  <a:pt x="15749" y="5845"/>
                  <a:pt x="15903" y="5804"/>
                  <a:pt x="16020" y="5679"/>
                </a:cubicBezTo>
                <a:cubicBezTo>
                  <a:pt x="16238" y="5450"/>
                  <a:pt x="16238" y="5021"/>
                  <a:pt x="16288" y="4729"/>
                </a:cubicBezTo>
                <a:lnTo>
                  <a:pt x="16529" y="3323"/>
                </a:lnTo>
                <a:lnTo>
                  <a:pt x="16812" y="1675"/>
                </a:lnTo>
                <a:lnTo>
                  <a:pt x="16812" y="1675"/>
                </a:lnTo>
                <a:cubicBezTo>
                  <a:pt x="16912" y="3130"/>
                  <a:pt x="17110" y="4577"/>
                  <a:pt x="17405" y="6006"/>
                </a:cubicBezTo>
                <a:cubicBezTo>
                  <a:pt x="17418" y="6066"/>
                  <a:pt x="17462" y="6091"/>
                  <a:pt x="17510" y="6091"/>
                </a:cubicBezTo>
                <a:cubicBezTo>
                  <a:pt x="17554" y="6091"/>
                  <a:pt x="17599" y="6070"/>
                  <a:pt x="17626" y="6035"/>
                </a:cubicBezTo>
                <a:cubicBezTo>
                  <a:pt x="17881" y="5699"/>
                  <a:pt x="18325" y="5673"/>
                  <a:pt x="18739" y="5673"/>
                </a:cubicBezTo>
                <a:cubicBezTo>
                  <a:pt x="18815" y="5673"/>
                  <a:pt x="18890" y="5674"/>
                  <a:pt x="18962" y="5674"/>
                </a:cubicBezTo>
                <a:cubicBezTo>
                  <a:pt x="19020" y="5674"/>
                  <a:pt x="19076" y="5673"/>
                  <a:pt x="19130" y="5671"/>
                </a:cubicBezTo>
                <a:cubicBezTo>
                  <a:pt x="19628" y="5653"/>
                  <a:pt x="20108" y="5552"/>
                  <a:pt x="20435" y="5144"/>
                </a:cubicBezTo>
                <a:cubicBezTo>
                  <a:pt x="20805" y="4681"/>
                  <a:pt x="20883" y="4049"/>
                  <a:pt x="21293" y="3611"/>
                </a:cubicBezTo>
                <a:cubicBezTo>
                  <a:pt x="21450" y="3445"/>
                  <a:pt x="21658" y="3316"/>
                  <a:pt x="21882" y="3316"/>
                </a:cubicBezTo>
                <a:cubicBezTo>
                  <a:pt x="21947" y="3316"/>
                  <a:pt x="22012" y="3327"/>
                  <a:pt x="22079" y="3350"/>
                </a:cubicBezTo>
                <a:cubicBezTo>
                  <a:pt x="22345" y="3443"/>
                  <a:pt x="22507" y="3706"/>
                  <a:pt x="22639" y="3939"/>
                </a:cubicBezTo>
                <a:cubicBezTo>
                  <a:pt x="22877" y="4360"/>
                  <a:pt x="23062" y="4811"/>
                  <a:pt x="23461" y="5110"/>
                </a:cubicBezTo>
                <a:cubicBezTo>
                  <a:pt x="23919" y="5452"/>
                  <a:pt x="24507" y="5550"/>
                  <a:pt x="25062" y="5595"/>
                </a:cubicBezTo>
                <a:cubicBezTo>
                  <a:pt x="25790" y="5653"/>
                  <a:pt x="26522" y="5661"/>
                  <a:pt x="27251" y="5691"/>
                </a:cubicBezTo>
                <a:lnTo>
                  <a:pt x="28427" y="5739"/>
                </a:lnTo>
                <a:cubicBezTo>
                  <a:pt x="28484" y="5741"/>
                  <a:pt x="28542" y="5743"/>
                  <a:pt x="28599" y="5743"/>
                </a:cubicBezTo>
                <a:cubicBezTo>
                  <a:pt x="28811" y="5743"/>
                  <a:pt x="29009" y="5708"/>
                  <a:pt x="29121" y="5487"/>
                </a:cubicBezTo>
                <a:cubicBezTo>
                  <a:pt x="29280" y="5172"/>
                  <a:pt x="29269" y="4725"/>
                  <a:pt x="29318" y="4383"/>
                </a:cubicBezTo>
                <a:lnTo>
                  <a:pt x="29512" y="3057"/>
                </a:lnTo>
                <a:lnTo>
                  <a:pt x="29753" y="1409"/>
                </a:lnTo>
                <a:lnTo>
                  <a:pt x="29753" y="1409"/>
                </a:lnTo>
                <a:cubicBezTo>
                  <a:pt x="29875" y="2954"/>
                  <a:pt x="30079" y="4491"/>
                  <a:pt x="30365" y="6015"/>
                </a:cubicBezTo>
                <a:cubicBezTo>
                  <a:pt x="30377" y="6076"/>
                  <a:pt x="30435" y="6101"/>
                  <a:pt x="30489" y="6101"/>
                </a:cubicBezTo>
                <a:cubicBezTo>
                  <a:pt x="30498" y="6101"/>
                  <a:pt x="30506" y="6101"/>
                  <a:pt x="30514" y="6099"/>
                </a:cubicBezTo>
                <a:cubicBezTo>
                  <a:pt x="31726" y="5930"/>
                  <a:pt x="32865" y="5334"/>
                  <a:pt x="33690" y="4430"/>
                </a:cubicBezTo>
                <a:cubicBezTo>
                  <a:pt x="33875" y="4227"/>
                  <a:pt x="34031" y="4006"/>
                  <a:pt x="34196" y="3787"/>
                </a:cubicBezTo>
                <a:cubicBezTo>
                  <a:pt x="34335" y="3602"/>
                  <a:pt x="34583" y="3302"/>
                  <a:pt x="34838" y="3302"/>
                </a:cubicBezTo>
                <a:cubicBezTo>
                  <a:pt x="34915" y="3302"/>
                  <a:pt x="34994" y="3330"/>
                  <a:pt x="35070" y="3398"/>
                </a:cubicBezTo>
                <a:cubicBezTo>
                  <a:pt x="35256" y="3566"/>
                  <a:pt x="35283" y="3884"/>
                  <a:pt x="35352" y="4109"/>
                </a:cubicBezTo>
                <a:cubicBezTo>
                  <a:pt x="35418" y="4330"/>
                  <a:pt x="35525" y="4536"/>
                  <a:pt x="35669" y="4716"/>
                </a:cubicBezTo>
                <a:cubicBezTo>
                  <a:pt x="36291" y="5480"/>
                  <a:pt x="37427" y="5627"/>
                  <a:pt x="38347" y="5670"/>
                </a:cubicBezTo>
                <a:cubicBezTo>
                  <a:pt x="39094" y="5704"/>
                  <a:pt x="39844" y="5704"/>
                  <a:pt x="40592" y="5718"/>
                </a:cubicBezTo>
                <a:cubicBezTo>
                  <a:pt x="40815" y="5723"/>
                  <a:pt x="41069" y="5756"/>
                  <a:pt x="41311" y="5756"/>
                </a:cubicBezTo>
                <a:cubicBezTo>
                  <a:pt x="41433" y="5756"/>
                  <a:pt x="41552" y="5748"/>
                  <a:pt x="41662" y="5723"/>
                </a:cubicBezTo>
                <a:cubicBezTo>
                  <a:pt x="41908" y="5668"/>
                  <a:pt x="42013" y="5446"/>
                  <a:pt x="42061" y="5219"/>
                </a:cubicBezTo>
                <a:cubicBezTo>
                  <a:pt x="42234" y="4405"/>
                  <a:pt x="42314" y="3555"/>
                  <a:pt x="42397" y="2728"/>
                </a:cubicBezTo>
                <a:cubicBezTo>
                  <a:pt x="42442" y="2267"/>
                  <a:pt x="42479" y="1806"/>
                  <a:pt x="42507" y="1345"/>
                </a:cubicBezTo>
                <a:lnTo>
                  <a:pt x="42507" y="1345"/>
                </a:lnTo>
                <a:cubicBezTo>
                  <a:pt x="42753" y="2930"/>
                  <a:pt x="42998" y="4516"/>
                  <a:pt x="43243" y="6101"/>
                </a:cubicBezTo>
                <a:cubicBezTo>
                  <a:pt x="43252" y="6157"/>
                  <a:pt x="43308" y="6188"/>
                  <a:pt x="43362" y="6188"/>
                </a:cubicBezTo>
                <a:cubicBezTo>
                  <a:pt x="43404" y="6188"/>
                  <a:pt x="43446" y="6169"/>
                  <a:pt x="43465" y="6129"/>
                </a:cubicBezTo>
                <a:cubicBezTo>
                  <a:pt x="43691" y="5642"/>
                  <a:pt x="44324" y="5690"/>
                  <a:pt x="44779" y="5649"/>
                </a:cubicBezTo>
                <a:cubicBezTo>
                  <a:pt x="45229" y="5612"/>
                  <a:pt x="45647" y="5521"/>
                  <a:pt x="45984" y="5203"/>
                </a:cubicBezTo>
                <a:cubicBezTo>
                  <a:pt x="46298" y="4907"/>
                  <a:pt x="46504" y="4514"/>
                  <a:pt x="46733" y="4153"/>
                </a:cubicBezTo>
                <a:cubicBezTo>
                  <a:pt x="46952" y="3808"/>
                  <a:pt x="47213" y="3437"/>
                  <a:pt x="47639" y="3389"/>
                </a:cubicBezTo>
                <a:lnTo>
                  <a:pt x="47639" y="3389"/>
                </a:lnTo>
                <a:cubicBezTo>
                  <a:pt x="48138" y="4753"/>
                  <a:pt x="49536" y="5669"/>
                  <a:pt x="50964" y="5669"/>
                </a:cubicBezTo>
                <a:cubicBezTo>
                  <a:pt x="51267" y="5669"/>
                  <a:pt x="51571" y="5628"/>
                  <a:pt x="51868" y="5541"/>
                </a:cubicBezTo>
                <a:cubicBezTo>
                  <a:pt x="52005" y="5501"/>
                  <a:pt x="51964" y="5301"/>
                  <a:pt x="51840" y="5301"/>
                </a:cubicBezTo>
                <a:cubicBezTo>
                  <a:pt x="51828" y="5301"/>
                  <a:pt x="51816" y="5303"/>
                  <a:pt x="51803" y="5307"/>
                </a:cubicBezTo>
                <a:cubicBezTo>
                  <a:pt x="51528" y="5387"/>
                  <a:pt x="51245" y="5425"/>
                  <a:pt x="50963" y="5425"/>
                </a:cubicBezTo>
                <a:cubicBezTo>
                  <a:pt x="49609" y="5425"/>
                  <a:pt x="48275" y="4544"/>
                  <a:pt x="47841" y="3231"/>
                </a:cubicBezTo>
                <a:cubicBezTo>
                  <a:pt x="47826" y="3180"/>
                  <a:pt x="47778" y="3143"/>
                  <a:pt x="47723" y="3142"/>
                </a:cubicBezTo>
                <a:cubicBezTo>
                  <a:pt x="46737" y="3152"/>
                  <a:pt x="46453" y="4355"/>
                  <a:pt x="45891" y="4954"/>
                </a:cubicBezTo>
                <a:cubicBezTo>
                  <a:pt x="45493" y="5377"/>
                  <a:pt x="44966" y="5390"/>
                  <a:pt x="44423" y="5433"/>
                </a:cubicBezTo>
                <a:cubicBezTo>
                  <a:pt x="44067" y="5463"/>
                  <a:pt x="43685" y="5516"/>
                  <a:pt x="43433" y="5757"/>
                </a:cubicBezTo>
                <a:lnTo>
                  <a:pt x="43433" y="5757"/>
                </a:lnTo>
                <a:cubicBezTo>
                  <a:pt x="43143" y="3878"/>
                  <a:pt x="42853" y="1999"/>
                  <a:pt x="42562" y="121"/>
                </a:cubicBezTo>
                <a:lnTo>
                  <a:pt x="42562" y="121"/>
                </a:lnTo>
                <a:cubicBezTo>
                  <a:pt x="42562" y="121"/>
                  <a:pt x="42562" y="120"/>
                  <a:pt x="42562" y="120"/>
                </a:cubicBezTo>
                <a:lnTo>
                  <a:pt x="42562" y="120"/>
                </a:lnTo>
                <a:lnTo>
                  <a:pt x="42562" y="120"/>
                </a:lnTo>
                <a:lnTo>
                  <a:pt x="42562" y="120"/>
                </a:lnTo>
                <a:cubicBezTo>
                  <a:pt x="42561" y="109"/>
                  <a:pt x="42559" y="98"/>
                  <a:pt x="42557" y="88"/>
                </a:cubicBezTo>
                <a:cubicBezTo>
                  <a:pt x="42548" y="27"/>
                  <a:pt x="42503" y="0"/>
                  <a:pt x="4245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11"/>
          <p:cNvSpPr/>
          <p:nvPr/>
        </p:nvSpPr>
        <p:spPr>
          <a:xfrm flipH="1">
            <a:off x="109875" y="4318577"/>
            <a:ext cx="5518357" cy="680924"/>
          </a:xfrm>
          <a:custGeom>
            <a:avLst/>
            <a:gdLst/>
            <a:ahLst/>
            <a:cxnLst/>
            <a:rect l="l" t="t" r="r" b="b"/>
            <a:pathLst>
              <a:path w="52006" h="6417" extrusionOk="0">
                <a:moveTo>
                  <a:pt x="42454" y="0"/>
                </a:moveTo>
                <a:cubicBezTo>
                  <a:pt x="42391" y="0"/>
                  <a:pt x="42321" y="45"/>
                  <a:pt x="42319" y="120"/>
                </a:cubicBezTo>
                <a:cubicBezTo>
                  <a:pt x="42277" y="1651"/>
                  <a:pt x="42138" y="3177"/>
                  <a:pt x="41904" y="4690"/>
                </a:cubicBezTo>
                <a:cubicBezTo>
                  <a:pt x="41880" y="4844"/>
                  <a:pt x="41860" y="5002"/>
                  <a:pt x="41827" y="5154"/>
                </a:cubicBezTo>
                <a:cubicBezTo>
                  <a:pt x="41780" y="5374"/>
                  <a:pt x="41690" y="5467"/>
                  <a:pt x="41454" y="5494"/>
                </a:cubicBezTo>
                <a:cubicBezTo>
                  <a:pt x="41353" y="5505"/>
                  <a:pt x="41249" y="5510"/>
                  <a:pt x="41144" y="5510"/>
                </a:cubicBezTo>
                <a:cubicBezTo>
                  <a:pt x="40842" y="5510"/>
                  <a:pt x="40528" y="5475"/>
                  <a:pt x="40236" y="5468"/>
                </a:cubicBezTo>
                <a:cubicBezTo>
                  <a:pt x="39562" y="5455"/>
                  <a:pt x="38885" y="5461"/>
                  <a:pt x="38211" y="5421"/>
                </a:cubicBezTo>
                <a:cubicBezTo>
                  <a:pt x="37272" y="5364"/>
                  <a:pt x="35982" y="5155"/>
                  <a:pt x="35616" y="4138"/>
                </a:cubicBezTo>
                <a:cubicBezTo>
                  <a:pt x="35480" y="3758"/>
                  <a:pt x="35449" y="3192"/>
                  <a:pt x="34969" y="3077"/>
                </a:cubicBezTo>
                <a:cubicBezTo>
                  <a:pt x="34920" y="3065"/>
                  <a:pt x="34872" y="3060"/>
                  <a:pt x="34826" y="3060"/>
                </a:cubicBezTo>
                <a:cubicBezTo>
                  <a:pt x="34420" y="3060"/>
                  <a:pt x="34115" y="3486"/>
                  <a:pt x="33900" y="3785"/>
                </a:cubicBezTo>
                <a:cubicBezTo>
                  <a:pt x="33107" y="4883"/>
                  <a:pt x="31914" y="5624"/>
                  <a:pt x="30580" y="5847"/>
                </a:cubicBezTo>
                <a:lnTo>
                  <a:pt x="30580" y="5847"/>
                </a:lnTo>
                <a:cubicBezTo>
                  <a:pt x="30238" y="4003"/>
                  <a:pt x="30018" y="2139"/>
                  <a:pt x="29920" y="267"/>
                </a:cubicBezTo>
                <a:cubicBezTo>
                  <a:pt x="29916" y="194"/>
                  <a:pt x="29845" y="148"/>
                  <a:pt x="29782" y="148"/>
                </a:cubicBezTo>
                <a:cubicBezTo>
                  <a:pt x="29734" y="148"/>
                  <a:pt x="29690" y="174"/>
                  <a:pt x="29681" y="235"/>
                </a:cubicBezTo>
                <a:cubicBezTo>
                  <a:pt x="29447" y="1836"/>
                  <a:pt x="29218" y="3436"/>
                  <a:pt x="28980" y="5035"/>
                </a:cubicBezTo>
                <a:cubicBezTo>
                  <a:pt x="28945" y="5263"/>
                  <a:pt x="28949" y="5470"/>
                  <a:pt x="28664" y="5505"/>
                </a:cubicBezTo>
                <a:cubicBezTo>
                  <a:pt x="28629" y="5509"/>
                  <a:pt x="28594" y="5510"/>
                  <a:pt x="28558" y="5510"/>
                </a:cubicBezTo>
                <a:cubicBezTo>
                  <a:pt x="28430" y="5510"/>
                  <a:pt x="28293" y="5491"/>
                  <a:pt x="28172" y="5487"/>
                </a:cubicBezTo>
                <a:lnTo>
                  <a:pt x="26895" y="5435"/>
                </a:lnTo>
                <a:cubicBezTo>
                  <a:pt x="26173" y="5405"/>
                  <a:pt x="25432" y="5418"/>
                  <a:pt x="24716" y="5316"/>
                </a:cubicBezTo>
                <a:cubicBezTo>
                  <a:pt x="24122" y="5229"/>
                  <a:pt x="23557" y="5016"/>
                  <a:pt x="23222" y="4492"/>
                </a:cubicBezTo>
                <a:cubicBezTo>
                  <a:pt x="22970" y="4100"/>
                  <a:pt x="22818" y="3609"/>
                  <a:pt x="22456" y="3298"/>
                </a:cubicBezTo>
                <a:cubicBezTo>
                  <a:pt x="22284" y="3150"/>
                  <a:pt x="22083" y="3079"/>
                  <a:pt x="21880" y="3079"/>
                </a:cubicBezTo>
                <a:cubicBezTo>
                  <a:pt x="21671" y="3079"/>
                  <a:pt x="21461" y="3154"/>
                  <a:pt x="21281" y="3296"/>
                </a:cubicBezTo>
                <a:cubicBezTo>
                  <a:pt x="20822" y="3654"/>
                  <a:pt x="20691" y="4226"/>
                  <a:pt x="20426" y="4716"/>
                </a:cubicBezTo>
                <a:cubicBezTo>
                  <a:pt x="20258" y="5027"/>
                  <a:pt x="20027" y="5267"/>
                  <a:pt x="19679" y="5361"/>
                </a:cubicBezTo>
                <a:cubicBezTo>
                  <a:pt x="19392" y="5437"/>
                  <a:pt x="19090" y="5431"/>
                  <a:pt x="18797" y="5435"/>
                </a:cubicBezTo>
                <a:cubicBezTo>
                  <a:pt x="18366" y="5440"/>
                  <a:pt x="17925" y="5461"/>
                  <a:pt x="17596" y="5728"/>
                </a:cubicBezTo>
                <a:lnTo>
                  <a:pt x="17596" y="5728"/>
                </a:lnTo>
                <a:cubicBezTo>
                  <a:pt x="17258" y="4031"/>
                  <a:pt x="17058" y="2308"/>
                  <a:pt x="17001" y="578"/>
                </a:cubicBezTo>
                <a:cubicBezTo>
                  <a:pt x="16998" y="504"/>
                  <a:pt x="16929" y="459"/>
                  <a:pt x="16866" y="459"/>
                </a:cubicBezTo>
                <a:cubicBezTo>
                  <a:pt x="16817" y="459"/>
                  <a:pt x="16773" y="485"/>
                  <a:pt x="16763" y="545"/>
                </a:cubicBezTo>
                <a:lnTo>
                  <a:pt x="16757" y="578"/>
                </a:lnTo>
                <a:lnTo>
                  <a:pt x="16757" y="578"/>
                </a:lnTo>
                <a:lnTo>
                  <a:pt x="16756" y="578"/>
                </a:lnTo>
                <a:lnTo>
                  <a:pt x="16756" y="578"/>
                </a:lnTo>
                <a:cubicBezTo>
                  <a:pt x="16756" y="579"/>
                  <a:pt x="16756" y="581"/>
                  <a:pt x="16756" y="582"/>
                </a:cubicBezTo>
                <a:lnTo>
                  <a:pt x="16756" y="582"/>
                </a:lnTo>
                <a:lnTo>
                  <a:pt x="16331" y="3057"/>
                </a:lnTo>
                <a:lnTo>
                  <a:pt x="16141" y="4162"/>
                </a:lnTo>
                <a:lnTo>
                  <a:pt x="16037" y="4765"/>
                </a:lnTo>
                <a:cubicBezTo>
                  <a:pt x="16004" y="4963"/>
                  <a:pt x="15994" y="5190"/>
                  <a:pt x="15921" y="5378"/>
                </a:cubicBezTo>
                <a:cubicBezTo>
                  <a:pt x="15854" y="5550"/>
                  <a:pt x="15724" y="5605"/>
                  <a:pt x="15575" y="5605"/>
                </a:cubicBezTo>
                <a:cubicBezTo>
                  <a:pt x="15377" y="5605"/>
                  <a:pt x="15145" y="5509"/>
                  <a:pt x="14979" y="5465"/>
                </a:cubicBezTo>
                <a:cubicBezTo>
                  <a:pt x="14624" y="5370"/>
                  <a:pt x="14255" y="5339"/>
                  <a:pt x="13888" y="5339"/>
                </a:cubicBezTo>
                <a:cubicBezTo>
                  <a:pt x="13866" y="5339"/>
                  <a:pt x="13843" y="5339"/>
                  <a:pt x="13821" y="5339"/>
                </a:cubicBezTo>
                <a:cubicBezTo>
                  <a:pt x="13302" y="5343"/>
                  <a:pt x="12776" y="5411"/>
                  <a:pt x="12254" y="5411"/>
                </a:cubicBezTo>
                <a:cubicBezTo>
                  <a:pt x="12040" y="5411"/>
                  <a:pt x="11827" y="5399"/>
                  <a:pt x="11616" y="5368"/>
                </a:cubicBezTo>
                <a:cubicBezTo>
                  <a:pt x="11061" y="5285"/>
                  <a:pt x="10475" y="5069"/>
                  <a:pt x="10091" y="4643"/>
                </a:cubicBezTo>
                <a:cubicBezTo>
                  <a:pt x="9897" y="4427"/>
                  <a:pt x="9787" y="4173"/>
                  <a:pt x="9743" y="3888"/>
                </a:cubicBezTo>
                <a:cubicBezTo>
                  <a:pt x="9707" y="3654"/>
                  <a:pt x="9705" y="3394"/>
                  <a:pt x="9578" y="3185"/>
                </a:cubicBezTo>
                <a:cubicBezTo>
                  <a:pt x="9464" y="2998"/>
                  <a:pt x="9299" y="2929"/>
                  <a:pt x="9120" y="2929"/>
                </a:cubicBezTo>
                <a:cubicBezTo>
                  <a:pt x="8862" y="2929"/>
                  <a:pt x="8574" y="3073"/>
                  <a:pt x="8373" y="3214"/>
                </a:cubicBezTo>
                <a:cubicBezTo>
                  <a:pt x="7958" y="3505"/>
                  <a:pt x="7656" y="3918"/>
                  <a:pt x="7338" y="4305"/>
                </a:cubicBezTo>
                <a:cubicBezTo>
                  <a:pt x="6905" y="4830"/>
                  <a:pt x="6468" y="5230"/>
                  <a:pt x="5767" y="5318"/>
                </a:cubicBezTo>
                <a:cubicBezTo>
                  <a:pt x="5358" y="5369"/>
                  <a:pt x="4797" y="5459"/>
                  <a:pt x="4526" y="5787"/>
                </a:cubicBezTo>
                <a:lnTo>
                  <a:pt x="4526" y="5787"/>
                </a:lnTo>
                <a:cubicBezTo>
                  <a:pt x="4284" y="4322"/>
                  <a:pt x="4115" y="2847"/>
                  <a:pt x="4017" y="1366"/>
                </a:cubicBezTo>
                <a:lnTo>
                  <a:pt x="4017" y="1366"/>
                </a:lnTo>
                <a:cubicBezTo>
                  <a:pt x="4013" y="1145"/>
                  <a:pt x="4000" y="925"/>
                  <a:pt x="3979" y="705"/>
                </a:cubicBezTo>
                <a:lnTo>
                  <a:pt x="3979" y="705"/>
                </a:lnTo>
                <a:cubicBezTo>
                  <a:pt x="3978" y="695"/>
                  <a:pt x="3978" y="685"/>
                  <a:pt x="3977" y="675"/>
                </a:cubicBezTo>
                <a:lnTo>
                  <a:pt x="3976" y="675"/>
                </a:lnTo>
                <a:cubicBezTo>
                  <a:pt x="3968" y="599"/>
                  <a:pt x="3905" y="560"/>
                  <a:pt x="3845" y="560"/>
                </a:cubicBezTo>
                <a:cubicBezTo>
                  <a:pt x="3786" y="560"/>
                  <a:pt x="3730" y="598"/>
                  <a:pt x="3734" y="676"/>
                </a:cubicBezTo>
                <a:cubicBezTo>
                  <a:pt x="3747" y="925"/>
                  <a:pt x="3761" y="1173"/>
                  <a:pt x="3778" y="1421"/>
                </a:cubicBezTo>
                <a:lnTo>
                  <a:pt x="3778" y="1421"/>
                </a:lnTo>
                <a:cubicBezTo>
                  <a:pt x="3786" y="1975"/>
                  <a:pt x="3742" y="2529"/>
                  <a:pt x="3645" y="3076"/>
                </a:cubicBezTo>
                <a:cubicBezTo>
                  <a:pt x="3513" y="3816"/>
                  <a:pt x="3310" y="4663"/>
                  <a:pt x="2910" y="5307"/>
                </a:cubicBezTo>
                <a:cubicBezTo>
                  <a:pt x="2725" y="5605"/>
                  <a:pt x="2489" y="5702"/>
                  <a:pt x="2225" y="5702"/>
                </a:cubicBezTo>
                <a:cubicBezTo>
                  <a:pt x="1744" y="5702"/>
                  <a:pt x="1174" y="5382"/>
                  <a:pt x="661" y="5382"/>
                </a:cubicBezTo>
                <a:cubicBezTo>
                  <a:pt x="462" y="5382"/>
                  <a:pt x="271" y="5430"/>
                  <a:pt x="98" y="5565"/>
                </a:cubicBezTo>
                <a:cubicBezTo>
                  <a:pt x="0" y="5641"/>
                  <a:pt x="89" y="5765"/>
                  <a:pt x="191" y="5765"/>
                </a:cubicBezTo>
                <a:cubicBezTo>
                  <a:pt x="217" y="5765"/>
                  <a:pt x="245" y="5757"/>
                  <a:pt x="270" y="5737"/>
                </a:cubicBezTo>
                <a:lnTo>
                  <a:pt x="268" y="5737"/>
                </a:lnTo>
                <a:cubicBezTo>
                  <a:pt x="398" y="5636"/>
                  <a:pt x="547" y="5599"/>
                  <a:pt x="705" y="5599"/>
                </a:cubicBezTo>
                <a:cubicBezTo>
                  <a:pt x="1098" y="5599"/>
                  <a:pt x="1547" y="5831"/>
                  <a:pt x="1886" y="5904"/>
                </a:cubicBezTo>
                <a:cubicBezTo>
                  <a:pt x="1999" y="5928"/>
                  <a:pt x="2108" y="5940"/>
                  <a:pt x="2212" y="5940"/>
                </a:cubicBezTo>
                <a:cubicBezTo>
                  <a:pt x="2611" y="5940"/>
                  <a:pt x="2940" y="5761"/>
                  <a:pt x="3159" y="5360"/>
                </a:cubicBezTo>
                <a:cubicBezTo>
                  <a:pt x="3526" y="4685"/>
                  <a:pt x="3742" y="3893"/>
                  <a:pt x="3878" y="3141"/>
                </a:cubicBezTo>
                <a:cubicBezTo>
                  <a:pt x="3888" y="3083"/>
                  <a:pt x="3898" y="3024"/>
                  <a:pt x="3907" y="2966"/>
                </a:cubicBezTo>
                <a:lnTo>
                  <a:pt x="3907" y="2966"/>
                </a:lnTo>
                <a:cubicBezTo>
                  <a:pt x="4021" y="4092"/>
                  <a:pt x="4176" y="5214"/>
                  <a:pt x="4372" y="6330"/>
                </a:cubicBezTo>
                <a:cubicBezTo>
                  <a:pt x="4382" y="6389"/>
                  <a:pt x="4431" y="6416"/>
                  <a:pt x="4482" y="6416"/>
                </a:cubicBezTo>
                <a:cubicBezTo>
                  <a:pt x="4546" y="6416"/>
                  <a:pt x="4613" y="6373"/>
                  <a:pt x="4610" y="6297"/>
                </a:cubicBezTo>
                <a:cubicBezTo>
                  <a:pt x="4571" y="5468"/>
                  <a:pt x="5855" y="5629"/>
                  <a:pt x="6362" y="5431"/>
                </a:cubicBezTo>
                <a:cubicBezTo>
                  <a:pt x="6817" y="5255"/>
                  <a:pt x="7161" y="4894"/>
                  <a:pt x="7467" y="4526"/>
                </a:cubicBezTo>
                <a:cubicBezTo>
                  <a:pt x="7798" y="4129"/>
                  <a:pt x="8106" y="3679"/>
                  <a:pt x="8546" y="3390"/>
                </a:cubicBezTo>
                <a:cubicBezTo>
                  <a:pt x="8695" y="3292"/>
                  <a:pt x="8913" y="3174"/>
                  <a:pt x="9099" y="3174"/>
                </a:cubicBezTo>
                <a:cubicBezTo>
                  <a:pt x="9226" y="3174"/>
                  <a:pt x="9339" y="3229"/>
                  <a:pt x="9405" y="3384"/>
                </a:cubicBezTo>
                <a:cubicBezTo>
                  <a:pt x="9505" y="3622"/>
                  <a:pt x="9481" y="3899"/>
                  <a:pt x="9547" y="4146"/>
                </a:cubicBezTo>
                <a:cubicBezTo>
                  <a:pt x="9821" y="5180"/>
                  <a:pt x="11034" y="5608"/>
                  <a:pt x="11995" y="5644"/>
                </a:cubicBezTo>
                <a:cubicBezTo>
                  <a:pt x="12071" y="5647"/>
                  <a:pt x="12147" y="5649"/>
                  <a:pt x="12223" y="5649"/>
                </a:cubicBezTo>
                <a:cubicBezTo>
                  <a:pt x="12773" y="5649"/>
                  <a:pt x="13322" y="5581"/>
                  <a:pt x="13871" y="5581"/>
                </a:cubicBezTo>
                <a:cubicBezTo>
                  <a:pt x="14012" y="5581"/>
                  <a:pt x="14153" y="5585"/>
                  <a:pt x="14294" y="5596"/>
                </a:cubicBezTo>
                <a:cubicBezTo>
                  <a:pt x="14646" y="5624"/>
                  <a:pt x="14960" y="5734"/>
                  <a:pt x="15300" y="5809"/>
                </a:cubicBezTo>
                <a:cubicBezTo>
                  <a:pt x="15394" y="5830"/>
                  <a:pt x="15493" y="5845"/>
                  <a:pt x="15590" y="5845"/>
                </a:cubicBezTo>
                <a:cubicBezTo>
                  <a:pt x="15749" y="5845"/>
                  <a:pt x="15903" y="5804"/>
                  <a:pt x="16020" y="5679"/>
                </a:cubicBezTo>
                <a:cubicBezTo>
                  <a:pt x="16238" y="5450"/>
                  <a:pt x="16238" y="5021"/>
                  <a:pt x="16288" y="4729"/>
                </a:cubicBezTo>
                <a:lnTo>
                  <a:pt x="16529" y="3323"/>
                </a:lnTo>
                <a:lnTo>
                  <a:pt x="16812" y="1675"/>
                </a:lnTo>
                <a:lnTo>
                  <a:pt x="16812" y="1675"/>
                </a:lnTo>
                <a:cubicBezTo>
                  <a:pt x="16912" y="3130"/>
                  <a:pt x="17110" y="4577"/>
                  <a:pt x="17405" y="6006"/>
                </a:cubicBezTo>
                <a:cubicBezTo>
                  <a:pt x="17418" y="6066"/>
                  <a:pt x="17462" y="6091"/>
                  <a:pt x="17510" y="6091"/>
                </a:cubicBezTo>
                <a:cubicBezTo>
                  <a:pt x="17554" y="6091"/>
                  <a:pt x="17599" y="6070"/>
                  <a:pt x="17626" y="6035"/>
                </a:cubicBezTo>
                <a:cubicBezTo>
                  <a:pt x="17881" y="5699"/>
                  <a:pt x="18325" y="5673"/>
                  <a:pt x="18739" y="5673"/>
                </a:cubicBezTo>
                <a:cubicBezTo>
                  <a:pt x="18815" y="5673"/>
                  <a:pt x="18890" y="5674"/>
                  <a:pt x="18962" y="5674"/>
                </a:cubicBezTo>
                <a:cubicBezTo>
                  <a:pt x="19020" y="5674"/>
                  <a:pt x="19076" y="5673"/>
                  <a:pt x="19130" y="5671"/>
                </a:cubicBezTo>
                <a:cubicBezTo>
                  <a:pt x="19628" y="5653"/>
                  <a:pt x="20108" y="5552"/>
                  <a:pt x="20435" y="5144"/>
                </a:cubicBezTo>
                <a:cubicBezTo>
                  <a:pt x="20805" y="4681"/>
                  <a:pt x="20883" y="4049"/>
                  <a:pt x="21293" y="3611"/>
                </a:cubicBezTo>
                <a:cubicBezTo>
                  <a:pt x="21450" y="3445"/>
                  <a:pt x="21658" y="3316"/>
                  <a:pt x="21882" y="3316"/>
                </a:cubicBezTo>
                <a:cubicBezTo>
                  <a:pt x="21947" y="3316"/>
                  <a:pt x="22012" y="3327"/>
                  <a:pt x="22079" y="3350"/>
                </a:cubicBezTo>
                <a:cubicBezTo>
                  <a:pt x="22345" y="3443"/>
                  <a:pt x="22507" y="3706"/>
                  <a:pt x="22639" y="3939"/>
                </a:cubicBezTo>
                <a:cubicBezTo>
                  <a:pt x="22877" y="4360"/>
                  <a:pt x="23062" y="4811"/>
                  <a:pt x="23461" y="5110"/>
                </a:cubicBezTo>
                <a:cubicBezTo>
                  <a:pt x="23919" y="5452"/>
                  <a:pt x="24507" y="5550"/>
                  <a:pt x="25062" y="5595"/>
                </a:cubicBezTo>
                <a:cubicBezTo>
                  <a:pt x="25790" y="5653"/>
                  <a:pt x="26522" y="5661"/>
                  <a:pt x="27251" y="5691"/>
                </a:cubicBezTo>
                <a:lnTo>
                  <a:pt x="28427" y="5739"/>
                </a:lnTo>
                <a:cubicBezTo>
                  <a:pt x="28484" y="5741"/>
                  <a:pt x="28542" y="5743"/>
                  <a:pt x="28599" y="5743"/>
                </a:cubicBezTo>
                <a:cubicBezTo>
                  <a:pt x="28811" y="5743"/>
                  <a:pt x="29009" y="5708"/>
                  <a:pt x="29121" y="5487"/>
                </a:cubicBezTo>
                <a:cubicBezTo>
                  <a:pt x="29280" y="5172"/>
                  <a:pt x="29269" y="4725"/>
                  <a:pt x="29318" y="4383"/>
                </a:cubicBezTo>
                <a:lnTo>
                  <a:pt x="29512" y="3057"/>
                </a:lnTo>
                <a:lnTo>
                  <a:pt x="29753" y="1409"/>
                </a:lnTo>
                <a:lnTo>
                  <a:pt x="29753" y="1409"/>
                </a:lnTo>
                <a:cubicBezTo>
                  <a:pt x="29875" y="2954"/>
                  <a:pt x="30079" y="4491"/>
                  <a:pt x="30365" y="6015"/>
                </a:cubicBezTo>
                <a:cubicBezTo>
                  <a:pt x="30377" y="6076"/>
                  <a:pt x="30435" y="6101"/>
                  <a:pt x="30489" y="6101"/>
                </a:cubicBezTo>
                <a:cubicBezTo>
                  <a:pt x="30498" y="6101"/>
                  <a:pt x="30506" y="6101"/>
                  <a:pt x="30514" y="6099"/>
                </a:cubicBezTo>
                <a:cubicBezTo>
                  <a:pt x="31726" y="5930"/>
                  <a:pt x="32865" y="5334"/>
                  <a:pt x="33690" y="4430"/>
                </a:cubicBezTo>
                <a:cubicBezTo>
                  <a:pt x="33875" y="4227"/>
                  <a:pt x="34031" y="4006"/>
                  <a:pt x="34196" y="3787"/>
                </a:cubicBezTo>
                <a:cubicBezTo>
                  <a:pt x="34335" y="3602"/>
                  <a:pt x="34583" y="3302"/>
                  <a:pt x="34838" y="3302"/>
                </a:cubicBezTo>
                <a:cubicBezTo>
                  <a:pt x="34915" y="3302"/>
                  <a:pt x="34994" y="3330"/>
                  <a:pt x="35070" y="3398"/>
                </a:cubicBezTo>
                <a:cubicBezTo>
                  <a:pt x="35256" y="3566"/>
                  <a:pt x="35283" y="3884"/>
                  <a:pt x="35352" y="4109"/>
                </a:cubicBezTo>
                <a:cubicBezTo>
                  <a:pt x="35418" y="4330"/>
                  <a:pt x="35525" y="4536"/>
                  <a:pt x="35669" y="4716"/>
                </a:cubicBezTo>
                <a:cubicBezTo>
                  <a:pt x="36291" y="5480"/>
                  <a:pt x="37427" y="5627"/>
                  <a:pt x="38347" y="5670"/>
                </a:cubicBezTo>
                <a:cubicBezTo>
                  <a:pt x="39094" y="5704"/>
                  <a:pt x="39844" y="5704"/>
                  <a:pt x="40592" y="5718"/>
                </a:cubicBezTo>
                <a:cubicBezTo>
                  <a:pt x="40815" y="5723"/>
                  <a:pt x="41069" y="5756"/>
                  <a:pt x="41311" y="5756"/>
                </a:cubicBezTo>
                <a:cubicBezTo>
                  <a:pt x="41433" y="5756"/>
                  <a:pt x="41552" y="5748"/>
                  <a:pt x="41662" y="5723"/>
                </a:cubicBezTo>
                <a:cubicBezTo>
                  <a:pt x="41908" y="5668"/>
                  <a:pt x="42013" y="5446"/>
                  <a:pt x="42061" y="5219"/>
                </a:cubicBezTo>
                <a:cubicBezTo>
                  <a:pt x="42234" y="4405"/>
                  <a:pt x="42314" y="3555"/>
                  <a:pt x="42397" y="2728"/>
                </a:cubicBezTo>
                <a:cubicBezTo>
                  <a:pt x="42442" y="2267"/>
                  <a:pt x="42479" y="1806"/>
                  <a:pt x="42507" y="1345"/>
                </a:cubicBezTo>
                <a:lnTo>
                  <a:pt x="42507" y="1345"/>
                </a:lnTo>
                <a:cubicBezTo>
                  <a:pt x="42753" y="2930"/>
                  <a:pt x="42998" y="4516"/>
                  <a:pt x="43243" y="6101"/>
                </a:cubicBezTo>
                <a:cubicBezTo>
                  <a:pt x="43252" y="6157"/>
                  <a:pt x="43308" y="6188"/>
                  <a:pt x="43362" y="6188"/>
                </a:cubicBezTo>
                <a:cubicBezTo>
                  <a:pt x="43404" y="6188"/>
                  <a:pt x="43446" y="6169"/>
                  <a:pt x="43465" y="6129"/>
                </a:cubicBezTo>
                <a:cubicBezTo>
                  <a:pt x="43691" y="5642"/>
                  <a:pt x="44324" y="5690"/>
                  <a:pt x="44779" y="5649"/>
                </a:cubicBezTo>
                <a:cubicBezTo>
                  <a:pt x="45229" y="5612"/>
                  <a:pt x="45647" y="5521"/>
                  <a:pt x="45984" y="5203"/>
                </a:cubicBezTo>
                <a:cubicBezTo>
                  <a:pt x="46298" y="4907"/>
                  <a:pt x="46504" y="4514"/>
                  <a:pt x="46733" y="4153"/>
                </a:cubicBezTo>
                <a:cubicBezTo>
                  <a:pt x="46952" y="3808"/>
                  <a:pt x="47213" y="3437"/>
                  <a:pt x="47639" y="3389"/>
                </a:cubicBezTo>
                <a:lnTo>
                  <a:pt x="47639" y="3389"/>
                </a:lnTo>
                <a:cubicBezTo>
                  <a:pt x="48138" y="4753"/>
                  <a:pt x="49536" y="5669"/>
                  <a:pt x="50964" y="5669"/>
                </a:cubicBezTo>
                <a:cubicBezTo>
                  <a:pt x="51267" y="5669"/>
                  <a:pt x="51571" y="5628"/>
                  <a:pt x="51868" y="5541"/>
                </a:cubicBezTo>
                <a:cubicBezTo>
                  <a:pt x="52005" y="5501"/>
                  <a:pt x="51964" y="5301"/>
                  <a:pt x="51840" y="5301"/>
                </a:cubicBezTo>
                <a:cubicBezTo>
                  <a:pt x="51828" y="5301"/>
                  <a:pt x="51816" y="5303"/>
                  <a:pt x="51803" y="5307"/>
                </a:cubicBezTo>
                <a:cubicBezTo>
                  <a:pt x="51528" y="5387"/>
                  <a:pt x="51245" y="5425"/>
                  <a:pt x="50963" y="5425"/>
                </a:cubicBezTo>
                <a:cubicBezTo>
                  <a:pt x="49609" y="5425"/>
                  <a:pt x="48275" y="4544"/>
                  <a:pt x="47841" y="3231"/>
                </a:cubicBezTo>
                <a:cubicBezTo>
                  <a:pt x="47826" y="3180"/>
                  <a:pt x="47778" y="3143"/>
                  <a:pt x="47723" y="3142"/>
                </a:cubicBezTo>
                <a:cubicBezTo>
                  <a:pt x="46737" y="3152"/>
                  <a:pt x="46453" y="4355"/>
                  <a:pt x="45891" y="4954"/>
                </a:cubicBezTo>
                <a:cubicBezTo>
                  <a:pt x="45493" y="5377"/>
                  <a:pt x="44966" y="5390"/>
                  <a:pt x="44423" y="5433"/>
                </a:cubicBezTo>
                <a:cubicBezTo>
                  <a:pt x="44067" y="5463"/>
                  <a:pt x="43685" y="5516"/>
                  <a:pt x="43433" y="5757"/>
                </a:cubicBezTo>
                <a:lnTo>
                  <a:pt x="43433" y="5757"/>
                </a:lnTo>
                <a:cubicBezTo>
                  <a:pt x="43143" y="3878"/>
                  <a:pt x="42853" y="1999"/>
                  <a:pt x="42562" y="121"/>
                </a:cubicBezTo>
                <a:lnTo>
                  <a:pt x="42562" y="121"/>
                </a:lnTo>
                <a:cubicBezTo>
                  <a:pt x="42562" y="121"/>
                  <a:pt x="42562" y="120"/>
                  <a:pt x="42562" y="120"/>
                </a:cubicBezTo>
                <a:lnTo>
                  <a:pt x="42562" y="120"/>
                </a:lnTo>
                <a:lnTo>
                  <a:pt x="42562" y="120"/>
                </a:lnTo>
                <a:lnTo>
                  <a:pt x="42562" y="120"/>
                </a:lnTo>
                <a:cubicBezTo>
                  <a:pt x="42561" y="109"/>
                  <a:pt x="42559" y="98"/>
                  <a:pt x="42557" y="88"/>
                </a:cubicBezTo>
                <a:cubicBezTo>
                  <a:pt x="42548" y="27"/>
                  <a:pt x="42503" y="0"/>
                  <a:pt x="4245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11"/>
          <p:cNvSpPr/>
          <p:nvPr/>
        </p:nvSpPr>
        <p:spPr>
          <a:xfrm flipH="1">
            <a:off x="8123402" y="4190684"/>
            <a:ext cx="3649504" cy="3649821"/>
          </a:xfrm>
          <a:custGeom>
            <a:avLst/>
            <a:gdLst/>
            <a:ahLst/>
            <a:cxnLst/>
            <a:rect l="l" t="t" r="r" b="b"/>
            <a:pathLst>
              <a:path w="15104" h="15105" extrusionOk="0">
                <a:moveTo>
                  <a:pt x="7552" y="0"/>
                </a:moveTo>
                <a:cubicBezTo>
                  <a:pt x="5550" y="0"/>
                  <a:pt x="3628" y="797"/>
                  <a:pt x="2212" y="2213"/>
                </a:cubicBezTo>
                <a:cubicBezTo>
                  <a:pt x="796" y="3629"/>
                  <a:pt x="1" y="5549"/>
                  <a:pt x="1" y="7552"/>
                </a:cubicBezTo>
                <a:cubicBezTo>
                  <a:pt x="1" y="9555"/>
                  <a:pt x="796" y="11476"/>
                  <a:pt x="2212" y="12892"/>
                </a:cubicBezTo>
                <a:cubicBezTo>
                  <a:pt x="3628" y="14308"/>
                  <a:pt x="5550" y="15104"/>
                  <a:pt x="7552" y="15104"/>
                </a:cubicBezTo>
                <a:cubicBezTo>
                  <a:pt x="9555" y="15104"/>
                  <a:pt x="11475" y="14308"/>
                  <a:pt x="12892" y="12892"/>
                </a:cubicBezTo>
                <a:cubicBezTo>
                  <a:pt x="14308" y="11476"/>
                  <a:pt x="15104" y="9555"/>
                  <a:pt x="15104" y="7552"/>
                </a:cubicBezTo>
                <a:cubicBezTo>
                  <a:pt x="15104" y="5549"/>
                  <a:pt x="14308" y="3629"/>
                  <a:pt x="12892" y="2213"/>
                </a:cubicBezTo>
                <a:cubicBezTo>
                  <a:pt x="11475" y="797"/>
                  <a:pt x="9555" y="0"/>
                  <a:pt x="7552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CUSTOM_7_1"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16"/>
          <p:cNvSpPr txBox="1">
            <a:spLocks noGrp="1"/>
          </p:cNvSpPr>
          <p:nvPr>
            <p:ph type="title"/>
          </p:nvPr>
        </p:nvSpPr>
        <p:spPr>
          <a:xfrm>
            <a:off x="732300" y="445025"/>
            <a:ext cx="7679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38" name="Google Shape;338;p16"/>
          <p:cNvSpPr txBox="1">
            <a:spLocks noGrp="1"/>
          </p:cNvSpPr>
          <p:nvPr>
            <p:ph type="title" idx="2"/>
          </p:nvPr>
        </p:nvSpPr>
        <p:spPr>
          <a:xfrm>
            <a:off x="5070754" y="2412300"/>
            <a:ext cx="2431800" cy="47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39" name="Google Shape;339;p16"/>
          <p:cNvSpPr txBox="1">
            <a:spLocks noGrp="1"/>
          </p:cNvSpPr>
          <p:nvPr>
            <p:ph type="subTitle" idx="1"/>
          </p:nvPr>
        </p:nvSpPr>
        <p:spPr>
          <a:xfrm>
            <a:off x="5070738" y="2886350"/>
            <a:ext cx="2431800" cy="85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0" name="Google Shape;340;p16"/>
          <p:cNvSpPr txBox="1">
            <a:spLocks noGrp="1"/>
          </p:cNvSpPr>
          <p:nvPr>
            <p:ph type="title" idx="3"/>
          </p:nvPr>
        </p:nvSpPr>
        <p:spPr>
          <a:xfrm>
            <a:off x="1641475" y="2412300"/>
            <a:ext cx="2431800" cy="47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41" name="Google Shape;341;p16"/>
          <p:cNvSpPr txBox="1">
            <a:spLocks noGrp="1"/>
          </p:cNvSpPr>
          <p:nvPr>
            <p:ph type="subTitle" idx="4"/>
          </p:nvPr>
        </p:nvSpPr>
        <p:spPr>
          <a:xfrm>
            <a:off x="1641463" y="2886350"/>
            <a:ext cx="2431800" cy="85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2" name="Google Shape;342;p16"/>
          <p:cNvSpPr/>
          <p:nvPr/>
        </p:nvSpPr>
        <p:spPr>
          <a:xfrm flipH="1">
            <a:off x="-1892028" y="3859901"/>
            <a:ext cx="3549666" cy="3549666"/>
          </a:xfrm>
          <a:custGeom>
            <a:avLst/>
            <a:gdLst/>
            <a:ahLst/>
            <a:cxnLst/>
            <a:rect l="l" t="t" r="r" b="b"/>
            <a:pathLst>
              <a:path w="22225" h="22225" extrusionOk="0">
                <a:moveTo>
                  <a:pt x="11113" y="1"/>
                </a:moveTo>
                <a:cubicBezTo>
                  <a:pt x="8166" y="1"/>
                  <a:pt x="5339" y="1171"/>
                  <a:pt x="3255" y="3255"/>
                </a:cubicBezTo>
                <a:cubicBezTo>
                  <a:pt x="1171" y="5339"/>
                  <a:pt x="1" y="8166"/>
                  <a:pt x="1" y="11113"/>
                </a:cubicBezTo>
                <a:cubicBezTo>
                  <a:pt x="1" y="14060"/>
                  <a:pt x="1171" y="16885"/>
                  <a:pt x="3255" y="18970"/>
                </a:cubicBezTo>
                <a:cubicBezTo>
                  <a:pt x="5339" y="21053"/>
                  <a:pt x="8166" y="22225"/>
                  <a:pt x="11113" y="22225"/>
                </a:cubicBezTo>
                <a:cubicBezTo>
                  <a:pt x="14060" y="22225"/>
                  <a:pt x="16887" y="21053"/>
                  <a:pt x="18970" y="18970"/>
                </a:cubicBezTo>
                <a:cubicBezTo>
                  <a:pt x="21054" y="16885"/>
                  <a:pt x="22225" y="14060"/>
                  <a:pt x="22225" y="11113"/>
                </a:cubicBezTo>
                <a:cubicBezTo>
                  <a:pt x="22225" y="8166"/>
                  <a:pt x="21054" y="5339"/>
                  <a:pt x="18970" y="3255"/>
                </a:cubicBezTo>
                <a:cubicBezTo>
                  <a:pt x="16887" y="1171"/>
                  <a:pt x="14060" y="1"/>
                  <a:pt x="1111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16"/>
          <p:cNvSpPr/>
          <p:nvPr/>
        </p:nvSpPr>
        <p:spPr>
          <a:xfrm flipH="1">
            <a:off x="7826394" y="4354256"/>
            <a:ext cx="1649377" cy="1649377"/>
          </a:xfrm>
          <a:custGeom>
            <a:avLst/>
            <a:gdLst/>
            <a:ahLst/>
            <a:cxnLst/>
            <a:rect l="l" t="t" r="r" b="b"/>
            <a:pathLst>
              <a:path w="10327" h="10327" extrusionOk="0">
                <a:moveTo>
                  <a:pt x="5164" y="1"/>
                </a:moveTo>
                <a:cubicBezTo>
                  <a:pt x="2312" y="1"/>
                  <a:pt x="1" y="2312"/>
                  <a:pt x="1" y="5164"/>
                </a:cubicBezTo>
                <a:cubicBezTo>
                  <a:pt x="1" y="8016"/>
                  <a:pt x="2312" y="10327"/>
                  <a:pt x="5164" y="10327"/>
                </a:cubicBezTo>
                <a:cubicBezTo>
                  <a:pt x="8016" y="10327"/>
                  <a:pt x="10327" y="8016"/>
                  <a:pt x="10327" y="5164"/>
                </a:cubicBezTo>
                <a:cubicBezTo>
                  <a:pt x="10327" y="2312"/>
                  <a:pt x="8016" y="1"/>
                  <a:pt x="5164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16"/>
          <p:cNvSpPr/>
          <p:nvPr/>
        </p:nvSpPr>
        <p:spPr>
          <a:xfrm flipH="1">
            <a:off x="8605505" y="3564378"/>
            <a:ext cx="1435039" cy="1368119"/>
          </a:xfrm>
          <a:custGeom>
            <a:avLst/>
            <a:gdLst/>
            <a:ahLst/>
            <a:cxnLst/>
            <a:rect l="l" t="t" r="r" b="b"/>
            <a:pathLst>
              <a:path w="8985" h="8566" extrusionOk="0">
                <a:moveTo>
                  <a:pt x="4702" y="1"/>
                </a:moveTo>
                <a:cubicBezTo>
                  <a:pt x="3606" y="1"/>
                  <a:pt x="2510" y="419"/>
                  <a:pt x="1674" y="1256"/>
                </a:cubicBezTo>
                <a:cubicBezTo>
                  <a:pt x="1" y="2928"/>
                  <a:pt x="1" y="5639"/>
                  <a:pt x="1674" y="7311"/>
                </a:cubicBezTo>
                <a:cubicBezTo>
                  <a:pt x="2477" y="8114"/>
                  <a:pt x="3566" y="8566"/>
                  <a:pt x="4701" y="8566"/>
                </a:cubicBezTo>
                <a:cubicBezTo>
                  <a:pt x="5838" y="8566"/>
                  <a:pt x="6927" y="8114"/>
                  <a:pt x="7730" y="7311"/>
                </a:cubicBezTo>
                <a:cubicBezTo>
                  <a:pt x="8533" y="6508"/>
                  <a:pt x="8984" y="5419"/>
                  <a:pt x="8984" y="4283"/>
                </a:cubicBezTo>
                <a:cubicBezTo>
                  <a:pt x="8984" y="3147"/>
                  <a:pt x="8533" y="2059"/>
                  <a:pt x="7730" y="1256"/>
                </a:cubicBezTo>
                <a:cubicBezTo>
                  <a:pt x="6894" y="419"/>
                  <a:pt x="5798" y="1"/>
                  <a:pt x="470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16"/>
          <p:cNvSpPr/>
          <p:nvPr/>
        </p:nvSpPr>
        <p:spPr>
          <a:xfrm flipH="1">
            <a:off x="886955" y="258183"/>
            <a:ext cx="465889" cy="465889"/>
          </a:xfrm>
          <a:custGeom>
            <a:avLst/>
            <a:gdLst/>
            <a:ahLst/>
            <a:cxnLst/>
            <a:rect l="l" t="t" r="r" b="b"/>
            <a:pathLst>
              <a:path w="2917" h="2917" extrusionOk="0">
                <a:moveTo>
                  <a:pt x="1457" y="0"/>
                </a:moveTo>
                <a:cubicBezTo>
                  <a:pt x="652" y="0"/>
                  <a:pt x="0" y="653"/>
                  <a:pt x="0" y="1458"/>
                </a:cubicBezTo>
                <a:cubicBezTo>
                  <a:pt x="0" y="2263"/>
                  <a:pt x="652" y="2916"/>
                  <a:pt x="1457" y="2916"/>
                </a:cubicBezTo>
                <a:cubicBezTo>
                  <a:pt x="2263" y="2916"/>
                  <a:pt x="2916" y="2263"/>
                  <a:pt x="2916" y="1458"/>
                </a:cubicBezTo>
                <a:cubicBezTo>
                  <a:pt x="2916" y="653"/>
                  <a:pt x="2263" y="0"/>
                  <a:pt x="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16"/>
          <p:cNvSpPr/>
          <p:nvPr/>
        </p:nvSpPr>
        <p:spPr>
          <a:xfrm flipH="1">
            <a:off x="8150951" y="-220930"/>
            <a:ext cx="454549" cy="413502"/>
          </a:xfrm>
          <a:custGeom>
            <a:avLst/>
            <a:gdLst/>
            <a:ahLst/>
            <a:cxnLst/>
            <a:rect l="l" t="t" r="r" b="b"/>
            <a:pathLst>
              <a:path w="2846" h="2589" extrusionOk="0">
                <a:moveTo>
                  <a:pt x="1422" y="1"/>
                </a:moveTo>
                <a:cubicBezTo>
                  <a:pt x="835" y="1"/>
                  <a:pt x="304" y="402"/>
                  <a:pt x="163" y="998"/>
                </a:cubicBezTo>
                <a:cubicBezTo>
                  <a:pt x="0" y="1694"/>
                  <a:pt x="431" y="2389"/>
                  <a:pt x="1125" y="2554"/>
                </a:cubicBezTo>
                <a:cubicBezTo>
                  <a:pt x="1225" y="2577"/>
                  <a:pt x="1326" y="2589"/>
                  <a:pt x="1424" y="2589"/>
                </a:cubicBezTo>
                <a:cubicBezTo>
                  <a:pt x="2011" y="2589"/>
                  <a:pt x="2542" y="2187"/>
                  <a:pt x="2681" y="1593"/>
                </a:cubicBezTo>
                <a:cubicBezTo>
                  <a:pt x="2845" y="897"/>
                  <a:pt x="2415" y="200"/>
                  <a:pt x="1720" y="36"/>
                </a:cubicBezTo>
                <a:cubicBezTo>
                  <a:pt x="1620" y="12"/>
                  <a:pt x="1520" y="1"/>
                  <a:pt x="142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16"/>
          <p:cNvSpPr/>
          <p:nvPr/>
        </p:nvSpPr>
        <p:spPr>
          <a:xfrm flipH="1">
            <a:off x="436507" y="3559191"/>
            <a:ext cx="295792" cy="268960"/>
          </a:xfrm>
          <a:custGeom>
            <a:avLst/>
            <a:gdLst/>
            <a:ahLst/>
            <a:cxnLst/>
            <a:rect l="l" t="t" r="r" b="b"/>
            <a:pathLst>
              <a:path w="1852" h="1684" extrusionOk="0">
                <a:moveTo>
                  <a:pt x="925" y="1"/>
                </a:moveTo>
                <a:cubicBezTo>
                  <a:pt x="544" y="1"/>
                  <a:pt x="199" y="261"/>
                  <a:pt x="107" y="649"/>
                </a:cubicBezTo>
                <a:cubicBezTo>
                  <a:pt x="1" y="1101"/>
                  <a:pt x="280" y="1554"/>
                  <a:pt x="732" y="1660"/>
                </a:cubicBezTo>
                <a:cubicBezTo>
                  <a:pt x="798" y="1676"/>
                  <a:pt x="863" y="1683"/>
                  <a:pt x="927" y="1683"/>
                </a:cubicBezTo>
                <a:cubicBezTo>
                  <a:pt x="1307" y="1683"/>
                  <a:pt x="1653" y="1422"/>
                  <a:pt x="1744" y="1035"/>
                </a:cubicBezTo>
                <a:cubicBezTo>
                  <a:pt x="1851" y="583"/>
                  <a:pt x="1570" y="131"/>
                  <a:pt x="1118" y="23"/>
                </a:cubicBezTo>
                <a:cubicBezTo>
                  <a:pt x="1053" y="8"/>
                  <a:pt x="989" y="1"/>
                  <a:pt x="92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16"/>
          <p:cNvSpPr/>
          <p:nvPr/>
        </p:nvSpPr>
        <p:spPr>
          <a:xfrm flipH="1">
            <a:off x="662788" y="3992242"/>
            <a:ext cx="305215" cy="268960"/>
          </a:xfrm>
          <a:custGeom>
            <a:avLst/>
            <a:gdLst/>
            <a:ahLst/>
            <a:cxnLst/>
            <a:rect l="l" t="t" r="r" b="b"/>
            <a:pathLst>
              <a:path w="1911" h="1684" extrusionOk="0">
                <a:moveTo>
                  <a:pt x="956" y="1"/>
                </a:moveTo>
                <a:cubicBezTo>
                  <a:pt x="848" y="1"/>
                  <a:pt x="739" y="22"/>
                  <a:pt x="634" y="66"/>
                </a:cubicBezTo>
                <a:cubicBezTo>
                  <a:pt x="204" y="243"/>
                  <a:pt x="0" y="734"/>
                  <a:pt x="179" y="1163"/>
                </a:cubicBezTo>
                <a:cubicBezTo>
                  <a:pt x="312" y="1487"/>
                  <a:pt x="625" y="1683"/>
                  <a:pt x="956" y="1683"/>
                </a:cubicBezTo>
                <a:cubicBezTo>
                  <a:pt x="1063" y="1683"/>
                  <a:pt x="1172" y="1662"/>
                  <a:pt x="1278" y="1619"/>
                </a:cubicBezTo>
                <a:cubicBezTo>
                  <a:pt x="1706" y="1441"/>
                  <a:pt x="1910" y="949"/>
                  <a:pt x="1733" y="521"/>
                </a:cubicBezTo>
                <a:cubicBezTo>
                  <a:pt x="1598" y="197"/>
                  <a:pt x="1285" y="1"/>
                  <a:pt x="95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16"/>
          <p:cNvSpPr/>
          <p:nvPr/>
        </p:nvSpPr>
        <p:spPr>
          <a:xfrm flipH="1">
            <a:off x="8052236" y="308041"/>
            <a:ext cx="193894" cy="176645"/>
          </a:xfrm>
          <a:custGeom>
            <a:avLst/>
            <a:gdLst/>
            <a:ahLst/>
            <a:cxnLst/>
            <a:rect l="l" t="t" r="r" b="b"/>
            <a:pathLst>
              <a:path w="1214" h="1106" extrusionOk="0">
                <a:moveTo>
                  <a:pt x="607" y="0"/>
                </a:moveTo>
                <a:cubicBezTo>
                  <a:pt x="465" y="0"/>
                  <a:pt x="324" y="54"/>
                  <a:pt x="216" y="162"/>
                </a:cubicBezTo>
                <a:cubicBezTo>
                  <a:pt x="0" y="377"/>
                  <a:pt x="0" y="727"/>
                  <a:pt x="216" y="943"/>
                </a:cubicBezTo>
                <a:cubicBezTo>
                  <a:pt x="324" y="1051"/>
                  <a:pt x="465" y="1105"/>
                  <a:pt x="607" y="1105"/>
                </a:cubicBezTo>
                <a:cubicBezTo>
                  <a:pt x="748" y="1105"/>
                  <a:pt x="889" y="1051"/>
                  <a:pt x="997" y="943"/>
                </a:cubicBezTo>
                <a:cubicBezTo>
                  <a:pt x="1213" y="727"/>
                  <a:pt x="1213" y="377"/>
                  <a:pt x="997" y="162"/>
                </a:cubicBezTo>
                <a:cubicBezTo>
                  <a:pt x="889" y="54"/>
                  <a:pt x="748" y="0"/>
                  <a:pt x="607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16"/>
          <p:cNvSpPr/>
          <p:nvPr/>
        </p:nvSpPr>
        <p:spPr>
          <a:xfrm flipH="1">
            <a:off x="7969213" y="4352486"/>
            <a:ext cx="141028" cy="120904"/>
          </a:xfrm>
          <a:custGeom>
            <a:avLst/>
            <a:gdLst/>
            <a:ahLst/>
            <a:cxnLst/>
            <a:rect l="l" t="t" r="r" b="b"/>
            <a:pathLst>
              <a:path w="883" h="757" extrusionOk="0">
                <a:moveTo>
                  <a:pt x="505" y="1"/>
                </a:moveTo>
                <a:cubicBezTo>
                  <a:pt x="169" y="1"/>
                  <a:pt x="1" y="407"/>
                  <a:pt x="239" y="645"/>
                </a:cubicBezTo>
                <a:cubicBezTo>
                  <a:pt x="316" y="722"/>
                  <a:pt x="410" y="756"/>
                  <a:pt x="503" y="756"/>
                </a:cubicBezTo>
                <a:cubicBezTo>
                  <a:pt x="697" y="756"/>
                  <a:pt x="883" y="606"/>
                  <a:pt x="883" y="378"/>
                </a:cubicBezTo>
                <a:cubicBezTo>
                  <a:pt x="883" y="169"/>
                  <a:pt x="715" y="1"/>
                  <a:pt x="50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16"/>
          <p:cNvSpPr/>
          <p:nvPr/>
        </p:nvSpPr>
        <p:spPr>
          <a:xfrm flipH="1">
            <a:off x="8344357" y="902596"/>
            <a:ext cx="1297365" cy="1182051"/>
          </a:xfrm>
          <a:custGeom>
            <a:avLst/>
            <a:gdLst/>
            <a:ahLst/>
            <a:cxnLst/>
            <a:rect l="l" t="t" r="r" b="b"/>
            <a:pathLst>
              <a:path w="8123" h="7401" extrusionOk="0">
                <a:moveTo>
                  <a:pt x="4061" y="1"/>
                </a:moveTo>
                <a:cubicBezTo>
                  <a:pt x="3115" y="1"/>
                  <a:pt x="2168" y="362"/>
                  <a:pt x="1446" y="1085"/>
                </a:cubicBezTo>
                <a:cubicBezTo>
                  <a:pt x="0" y="2529"/>
                  <a:pt x="0" y="4871"/>
                  <a:pt x="1446" y="6317"/>
                </a:cubicBezTo>
                <a:cubicBezTo>
                  <a:pt x="2168" y="7039"/>
                  <a:pt x="3115" y="7400"/>
                  <a:pt x="4061" y="7400"/>
                </a:cubicBezTo>
                <a:cubicBezTo>
                  <a:pt x="5008" y="7400"/>
                  <a:pt x="5955" y="7039"/>
                  <a:pt x="6678" y="6317"/>
                </a:cubicBezTo>
                <a:cubicBezTo>
                  <a:pt x="8122" y="4871"/>
                  <a:pt x="8122" y="2529"/>
                  <a:pt x="6678" y="1085"/>
                </a:cubicBezTo>
                <a:cubicBezTo>
                  <a:pt x="5955" y="362"/>
                  <a:pt x="5008" y="1"/>
                  <a:pt x="406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16"/>
          <p:cNvSpPr/>
          <p:nvPr/>
        </p:nvSpPr>
        <p:spPr>
          <a:xfrm flipH="1">
            <a:off x="8664108" y="328700"/>
            <a:ext cx="324860" cy="324860"/>
          </a:xfrm>
          <a:custGeom>
            <a:avLst/>
            <a:gdLst/>
            <a:ahLst/>
            <a:cxnLst/>
            <a:rect l="l" t="t" r="r" b="b"/>
            <a:pathLst>
              <a:path w="2034" h="2034" extrusionOk="0">
                <a:moveTo>
                  <a:pt x="1017" y="1"/>
                </a:moveTo>
                <a:cubicBezTo>
                  <a:pt x="456" y="1"/>
                  <a:pt x="1" y="456"/>
                  <a:pt x="1" y="1017"/>
                </a:cubicBezTo>
                <a:cubicBezTo>
                  <a:pt x="1" y="1579"/>
                  <a:pt x="456" y="2034"/>
                  <a:pt x="1017" y="2034"/>
                </a:cubicBezTo>
                <a:cubicBezTo>
                  <a:pt x="1579" y="2034"/>
                  <a:pt x="2034" y="1579"/>
                  <a:pt x="2034" y="1017"/>
                </a:cubicBezTo>
                <a:cubicBezTo>
                  <a:pt x="2034" y="456"/>
                  <a:pt x="1579" y="1"/>
                  <a:pt x="1017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16"/>
          <p:cNvSpPr/>
          <p:nvPr/>
        </p:nvSpPr>
        <p:spPr>
          <a:xfrm flipH="1">
            <a:off x="-182913" y="359036"/>
            <a:ext cx="588869" cy="588709"/>
          </a:xfrm>
          <a:custGeom>
            <a:avLst/>
            <a:gdLst/>
            <a:ahLst/>
            <a:cxnLst/>
            <a:rect l="l" t="t" r="r" b="b"/>
            <a:pathLst>
              <a:path w="3687" h="3686" extrusionOk="0">
                <a:moveTo>
                  <a:pt x="1844" y="0"/>
                </a:moveTo>
                <a:cubicBezTo>
                  <a:pt x="826" y="0"/>
                  <a:pt x="1" y="825"/>
                  <a:pt x="1" y="1843"/>
                </a:cubicBezTo>
                <a:cubicBezTo>
                  <a:pt x="1" y="2861"/>
                  <a:pt x="826" y="3686"/>
                  <a:pt x="1844" y="3686"/>
                </a:cubicBezTo>
                <a:cubicBezTo>
                  <a:pt x="2861" y="3686"/>
                  <a:pt x="3686" y="2861"/>
                  <a:pt x="3686" y="1843"/>
                </a:cubicBezTo>
                <a:cubicBezTo>
                  <a:pt x="3686" y="825"/>
                  <a:pt x="2861" y="0"/>
                  <a:pt x="184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4" name="Google Shape;354;p16"/>
          <p:cNvSpPr/>
          <p:nvPr/>
        </p:nvSpPr>
        <p:spPr>
          <a:xfrm flipH="1">
            <a:off x="552190" y="947754"/>
            <a:ext cx="166263" cy="151410"/>
          </a:xfrm>
          <a:custGeom>
            <a:avLst/>
            <a:gdLst/>
            <a:ahLst/>
            <a:cxnLst/>
            <a:rect l="l" t="t" r="r" b="b"/>
            <a:pathLst>
              <a:path w="1041" h="948" extrusionOk="0">
                <a:moveTo>
                  <a:pt x="521" y="0"/>
                </a:moveTo>
                <a:cubicBezTo>
                  <a:pt x="399" y="0"/>
                  <a:pt x="278" y="47"/>
                  <a:pt x="186" y="139"/>
                </a:cubicBezTo>
                <a:cubicBezTo>
                  <a:pt x="1" y="324"/>
                  <a:pt x="1" y="624"/>
                  <a:pt x="186" y="809"/>
                </a:cubicBezTo>
                <a:cubicBezTo>
                  <a:pt x="278" y="901"/>
                  <a:pt x="399" y="948"/>
                  <a:pt x="521" y="948"/>
                </a:cubicBezTo>
                <a:cubicBezTo>
                  <a:pt x="642" y="948"/>
                  <a:pt x="763" y="901"/>
                  <a:pt x="856" y="809"/>
                </a:cubicBezTo>
                <a:cubicBezTo>
                  <a:pt x="1041" y="624"/>
                  <a:pt x="1041" y="324"/>
                  <a:pt x="856" y="139"/>
                </a:cubicBezTo>
                <a:cubicBezTo>
                  <a:pt x="763" y="47"/>
                  <a:pt x="642" y="0"/>
                  <a:pt x="52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16"/>
          <p:cNvSpPr/>
          <p:nvPr/>
        </p:nvSpPr>
        <p:spPr>
          <a:xfrm flipH="1">
            <a:off x="239556" y="1076000"/>
            <a:ext cx="130168" cy="109884"/>
          </a:xfrm>
          <a:custGeom>
            <a:avLst/>
            <a:gdLst/>
            <a:ahLst/>
            <a:cxnLst/>
            <a:rect l="l" t="t" r="r" b="b"/>
            <a:pathLst>
              <a:path w="815" h="688" extrusionOk="0">
                <a:moveTo>
                  <a:pt x="434" y="0"/>
                </a:moveTo>
                <a:cubicBezTo>
                  <a:pt x="179" y="0"/>
                  <a:pt x="1" y="287"/>
                  <a:pt x="144" y="524"/>
                </a:cubicBezTo>
                <a:cubicBezTo>
                  <a:pt x="213" y="635"/>
                  <a:pt x="325" y="687"/>
                  <a:pt x="435" y="687"/>
                </a:cubicBezTo>
                <a:cubicBezTo>
                  <a:pt x="583" y="687"/>
                  <a:pt x="730" y="594"/>
                  <a:pt x="770" y="424"/>
                </a:cubicBezTo>
                <a:cubicBezTo>
                  <a:pt x="814" y="241"/>
                  <a:pt x="702" y="56"/>
                  <a:pt x="517" y="10"/>
                </a:cubicBezTo>
                <a:cubicBezTo>
                  <a:pt x="489" y="4"/>
                  <a:pt x="461" y="0"/>
                  <a:pt x="43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16"/>
          <p:cNvSpPr/>
          <p:nvPr/>
        </p:nvSpPr>
        <p:spPr>
          <a:xfrm flipH="1">
            <a:off x="1013510" y="4187983"/>
            <a:ext cx="494957" cy="449917"/>
          </a:xfrm>
          <a:custGeom>
            <a:avLst/>
            <a:gdLst/>
            <a:ahLst/>
            <a:cxnLst/>
            <a:rect l="l" t="t" r="r" b="b"/>
            <a:pathLst>
              <a:path w="3099" h="2817" extrusionOk="0">
                <a:moveTo>
                  <a:pt x="1548" y="0"/>
                </a:moveTo>
                <a:cubicBezTo>
                  <a:pt x="910" y="0"/>
                  <a:pt x="332" y="437"/>
                  <a:pt x="179" y="1086"/>
                </a:cubicBezTo>
                <a:cubicBezTo>
                  <a:pt x="1" y="1842"/>
                  <a:pt x="469" y="2600"/>
                  <a:pt x="1226" y="2778"/>
                </a:cubicBezTo>
                <a:cubicBezTo>
                  <a:pt x="1335" y="2804"/>
                  <a:pt x="1444" y="2817"/>
                  <a:pt x="1552" y="2817"/>
                </a:cubicBezTo>
                <a:cubicBezTo>
                  <a:pt x="2190" y="2817"/>
                  <a:pt x="2767" y="2379"/>
                  <a:pt x="2920" y="1732"/>
                </a:cubicBezTo>
                <a:cubicBezTo>
                  <a:pt x="3098" y="976"/>
                  <a:pt x="2630" y="217"/>
                  <a:pt x="1873" y="38"/>
                </a:cubicBezTo>
                <a:cubicBezTo>
                  <a:pt x="1765" y="12"/>
                  <a:pt x="1656" y="0"/>
                  <a:pt x="154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p16"/>
          <p:cNvSpPr/>
          <p:nvPr/>
        </p:nvSpPr>
        <p:spPr>
          <a:xfrm flipH="1">
            <a:off x="-89164" y="1434914"/>
            <a:ext cx="495117" cy="449917"/>
          </a:xfrm>
          <a:custGeom>
            <a:avLst/>
            <a:gdLst/>
            <a:ahLst/>
            <a:cxnLst/>
            <a:rect l="l" t="t" r="r" b="b"/>
            <a:pathLst>
              <a:path w="3100" h="2817" extrusionOk="0">
                <a:moveTo>
                  <a:pt x="1549" y="0"/>
                </a:moveTo>
                <a:cubicBezTo>
                  <a:pt x="910" y="0"/>
                  <a:pt x="332" y="437"/>
                  <a:pt x="179" y="1085"/>
                </a:cubicBezTo>
                <a:cubicBezTo>
                  <a:pt x="1" y="1842"/>
                  <a:pt x="470" y="2600"/>
                  <a:pt x="1227" y="2778"/>
                </a:cubicBezTo>
                <a:cubicBezTo>
                  <a:pt x="1335" y="2804"/>
                  <a:pt x="1444" y="2816"/>
                  <a:pt x="1551" y="2816"/>
                </a:cubicBezTo>
                <a:cubicBezTo>
                  <a:pt x="2189" y="2816"/>
                  <a:pt x="2766" y="2380"/>
                  <a:pt x="2919" y="1732"/>
                </a:cubicBezTo>
                <a:cubicBezTo>
                  <a:pt x="3099" y="974"/>
                  <a:pt x="2630" y="216"/>
                  <a:pt x="1873" y="38"/>
                </a:cubicBezTo>
                <a:cubicBezTo>
                  <a:pt x="1764" y="12"/>
                  <a:pt x="1656" y="0"/>
                  <a:pt x="1549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" name="Google Shape;358;p16"/>
          <p:cNvSpPr/>
          <p:nvPr/>
        </p:nvSpPr>
        <p:spPr>
          <a:xfrm flipH="1">
            <a:off x="-182923" y="3080743"/>
            <a:ext cx="485425" cy="425027"/>
          </a:xfrm>
          <a:custGeom>
            <a:avLst/>
            <a:gdLst/>
            <a:ahLst/>
            <a:cxnLst/>
            <a:rect l="l" t="t" r="r" b="b"/>
            <a:pathLst>
              <a:path w="2009" h="1759" extrusionOk="0">
                <a:moveTo>
                  <a:pt x="1006" y="0"/>
                </a:moveTo>
                <a:cubicBezTo>
                  <a:pt x="702" y="0"/>
                  <a:pt x="407" y="157"/>
                  <a:pt x="244" y="439"/>
                </a:cubicBezTo>
                <a:cubicBezTo>
                  <a:pt x="1" y="859"/>
                  <a:pt x="144" y="1397"/>
                  <a:pt x="564" y="1640"/>
                </a:cubicBezTo>
                <a:cubicBezTo>
                  <a:pt x="703" y="1721"/>
                  <a:pt x="854" y="1759"/>
                  <a:pt x="1004" y="1759"/>
                </a:cubicBezTo>
                <a:cubicBezTo>
                  <a:pt x="1307" y="1759"/>
                  <a:pt x="1603" y="1602"/>
                  <a:pt x="1766" y="1321"/>
                </a:cubicBezTo>
                <a:cubicBezTo>
                  <a:pt x="2009" y="901"/>
                  <a:pt x="1865" y="363"/>
                  <a:pt x="1445" y="118"/>
                </a:cubicBezTo>
                <a:cubicBezTo>
                  <a:pt x="1306" y="38"/>
                  <a:pt x="1155" y="0"/>
                  <a:pt x="100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16"/>
          <p:cNvSpPr/>
          <p:nvPr/>
        </p:nvSpPr>
        <p:spPr>
          <a:xfrm flipH="1">
            <a:off x="1650368" y="-220918"/>
            <a:ext cx="600438" cy="600692"/>
          </a:xfrm>
          <a:custGeom>
            <a:avLst/>
            <a:gdLst/>
            <a:ahLst/>
            <a:cxnLst/>
            <a:rect l="l" t="t" r="r" b="b"/>
            <a:pathLst>
              <a:path w="2485" h="2486" extrusionOk="0">
                <a:moveTo>
                  <a:pt x="1242" y="1"/>
                </a:moveTo>
                <a:cubicBezTo>
                  <a:pt x="557" y="1"/>
                  <a:pt x="1" y="557"/>
                  <a:pt x="1" y="1242"/>
                </a:cubicBezTo>
                <a:cubicBezTo>
                  <a:pt x="1" y="1929"/>
                  <a:pt x="557" y="2485"/>
                  <a:pt x="1242" y="2485"/>
                </a:cubicBezTo>
                <a:cubicBezTo>
                  <a:pt x="1929" y="2485"/>
                  <a:pt x="2485" y="1929"/>
                  <a:pt x="2485" y="1242"/>
                </a:cubicBezTo>
                <a:cubicBezTo>
                  <a:pt x="2485" y="557"/>
                  <a:pt x="1929" y="1"/>
                  <a:pt x="12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0" name="Google Shape;360;p16"/>
          <p:cNvSpPr/>
          <p:nvPr/>
        </p:nvSpPr>
        <p:spPr>
          <a:xfrm flipH="1">
            <a:off x="6956357" y="-260908"/>
            <a:ext cx="748796" cy="680672"/>
          </a:xfrm>
          <a:custGeom>
            <a:avLst/>
            <a:gdLst/>
            <a:ahLst/>
            <a:cxnLst/>
            <a:rect l="l" t="t" r="r" b="b"/>
            <a:pathLst>
              <a:path w="3099" h="2817" extrusionOk="0">
                <a:moveTo>
                  <a:pt x="1548" y="0"/>
                </a:moveTo>
                <a:cubicBezTo>
                  <a:pt x="910" y="0"/>
                  <a:pt x="332" y="437"/>
                  <a:pt x="179" y="1086"/>
                </a:cubicBezTo>
                <a:cubicBezTo>
                  <a:pt x="1" y="1842"/>
                  <a:pt x="469" y="2600"/>
                  <a:pt x="1226" y="2778"/>
                </a:cubicBezTo>
                <a:cubicBezTo>
                  <a:pt x="1335" y="2804"/>
                  <a:pt x="1444" y="2817"/>
                  <a:pt x="1552" y="2817"/>
                </a:cubicBezTo>
                <a:cubicBezTo>
                  <a:pt x="2190" y="2817"/>
                  <a:pt x="2767" y="2379"/>
                  <a:pt x="2920" y="1732"/>
                </a:cubicBezTo>
                <a:cubicBezTo>
                  <a:pt x="3098" y="976"/>
                  <a:pt x="2630" y="217"/>
                  <a:pt x="1873" y="38"/>
                </a:cubicBezTo>
                <a:cubicBezTo>
                  <a:pt x="1765" y="12"/>
                  <a:pt x="1656" y="0"/>
                  <a:pt x="154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1" name="Google Shape;361;p16"/>
          <p:cNvSpPr/>
          <p:nvPr/>
        </p:nvSpPr>
        <p:spPr>
          <a:xfrm>
            <a:off x="7204684" y="93472"/>
            <a:ext cx="5846984" cy="795307"/>
          </a:xfrm>
          <a:custGeom>
            <a:avLst/>
            <a:gdLst/>
            <a:ahLst/>
            <a:cxnLst/>
            <a:rect l="l" t="t" r="r" b="b"/>
            <a:pathLst>
              <a:path w="51588" h="7017" extrusionOk="0">
                <a:moveTo>
                  <a:pt x="40194" y="0"/>
                </a:moveTo>
                <a:cubicBezTo>
                  <a:pt x="40147" y="0"/>
                  <a:pt x="40101" y="26"/>
                  <a:pt x="40086" y="87"/>
                </a:cubicBezTo>
                <a:cubicBezTo>
                  <a:pt x="39609" y="1998"/>
                  <a:pt x="39290" y="3945"/>
                  <a:pt x="39132" y="5911"/>
                </a:cubicBezTo>
                <a:lnTo>
                  <a:pt x="39132" y="5911"/>
                </a:lnTo>
                <a:cubicBezTo>
                  <a:pt x="37627" y="5730"/>
                  <a:pt x="36112" y="5637"/>
                  <a:pt x="34595" y="5632"/>
                </a:cubicBezTo>
                <a:cubicBezTo>
                  <a:pt x="34552" y="5631"/>
                  <a:pt x="34509" y="5631"/>
                  <a:pt x="34466" y="5631"/>
                </a:cubicBezTo>
                <a:cubicBezTo>
                  <a:pt x="33733" y="5631"/>
                  <a:pt x="33000" y="5652"/>
                  <a:pt x="32268" y="5694"/>
                </a:cubicBezTo>
                <a:cubicBezTo>
                  <a:pt x="32063" y="5705"/>
                  <a:pt x="31847" y="5721"/>
                  <a:pt x="31632" y="5721"/>
                </a:cubicBezTo>
                <a:cubicBezTo>
                  <a:pt x="31203" y="5721"/>
                  <a:pt x="30776" y="5658"/>
                  <a:pt x="30444" y="5370"/>
                </a:cubicBezTo>
                <a:cubicBezTo>
                  <a:pt x="30421" y="5348"/>
                  <a:pt x="30390" y="5336"/>
                  <a:pt x="30358" y="5336"/>
                </a:cubicBezTo>
                <a:cubicBezTo>
                  <a:pt x="30338" y="5336"/>
                  <a:pt x="30317" y="5341"/>
                  <a:pt x="30298" y="5351"/>
                </a:cubicBezTo>
                <a:cubicBezTo>
                  <a:pt x="29530" y="5752"/>
                  <a:pt x="28691" y="6027"/>
                  <a:pt x="27824" y="6100"/>
                </a:cubicBezTo>
                <a:cubicBezTo>
                  <a:pt x="27667" y="6114"/>
                  <a:pt x="27509" y="6121"/>
                  <a:pt x="27352" y="6121"/>
                </a:cubicBezTo>
                <a:cubicBezTo>
                  <a:pt x="27081" y="6121"/>
                  <a:pt x="26809" y="6100"/>
                  <a:pt x="26540" y="6058"/>
                </a:cubicBezTo>
                <a:cubicBezTo>
                  <a:pt x="26145" y="5994"/>
                  <a:pt x="25771" y="5859"/>
                  <a:pt x="25384" y="5757"/>
                </a:cubicBezTo>
                <a:cubicBezTo>
                  <a:pt x="25163" y="5699"/>
                  <a:pt x="24931" y="5651"/>
                  <a:pt x="24701" y="5651"/>
                </a:cubicBezTo>
                <a:cubicBezTo>
                  <a:pt x="24569" y="5651"/>
                  <a:pt x="24439" y="5666"/>
                  <a:pt x="24311" y="5704"/>
                </a:cubicBezTo>
                <a:cubicBezTo>
                  <a:pt x="24066" y="5776"/>
                  <a:pt x="23773" y="6065"/>
                  <a:pt x="23508" y="6065"/>
                </a:cubicBezTo>
                <a:cubicBezTo>
                  <a:pt x="23423" y="6065"/>
                  <a:pt x="23340" y="6036"/>
                  <a:pt x="23263" y="5960"/>
                </a:cubicBezTo>
                <a:cubicBezTo>
                  <a:pt x="22985" y="5685"/>
                  <a:pt x="22901" y="5165"/>
                  <a:pt x="22794" y="4805"/>
                </a:cubicBezTo>
                <a:cubicBezTo>
                  <a:pt x="22665" y="4375"/>
                  <a:pt x="22548" y="3939"/>
                  <a:pt x="22445" y="3500"/>
                </a:cubicBezTo>
                <a:cubicBezTo>
                  <a:pt x="22208" y="2493"/>
                  <a:pt x="22040" y="1472"/>
                  <a:pt x="21943" y="441"/>
                </a:cubicBezTo>
                <a:cubicBezTo>
                  <a:pt x="21936" y="369"/>
                  <a:pt x="21865" y="321"/>
                  <a:pt x="21802" y="321"/>
                </a:cubicBezTo>
                <a:cubicBezTo>
                  <a:pt x="21755" y="321"/>
                  <a:pt x="21713" y="347"/>
                  <a:pt x="21705" y="409"/>
                </a:cubicBezTo>
                <a:cubicBezTo>
                  <a:pt x="21704" y="419"/>
                  <a:pt x="21702" y="430"/>
                  <a:pt x="21701" y="441"/>
                </a:cubicBezTo>
                <a:lnTo>
                  <a:pt x="21701" y="441"/>
                </a:lnTo>
                <a:lnTo>
                  <a:pt x="21700" y="441"/>
                </a:lnTo>
                <a:lnTo>
                  <a:pt x="21700" y="441"/>
                </a:lnTo>
                <a:cubicBezTo>
                  <a:pt x="21700" y="442"/>
                  <a:pt x="21700" y="443"/>
                  <a:pt x="21700" y="443"/>
                </a:cubicBezTo>
                <a:lnTo>
                  <a:pt x="21700" y="443"/>
                </a:lnTo>
                <a:cubicBezTo>
                  <a:pt x="21422" y="2412"/>
                  <a:pt x="21064" y="4367"/>
                  <a:pt x="20627" y="6308"/>
                </a:cubicBezTo>
                <a:lnTo>
                  <a:pt x="20627" y="6308"/>
                </a:lnTo>
                <a:cubicBezTo>
                  <a:pt x="20193" y="5809"/>
                  <a:pt x="19613" y="5656"/>
                  <a:pt x="18985" y="5656"/>
                </a:cubicBezTo>
                <a:cubicBezTo>
                  <a:pt x="18017" y="5656"/>
                  <a:pt x="16934" y="6019"/>
                  <a:pt x="16086" y="6040"/>
                </a:cubicBezTo>
                <a:cubicBezTo>
                  <a:pt x="16026" y="6042"/>
                  <a:pt x="15966" y="6042"/>
                  <a:pt x="15906" y="6042"/>
                </a:cubicBezTo>
                <a:cubicBezTo>
                  <a:pt x="15020" y="6042"/>
                  <a:pt x="14142" y="5892"/>
                  <a:pt x="13257" y="5882"/>
                </a:cubicBezTo>
                <a:cubicBezTo>
                  <a:pt x="13220" y="5882"/>
                  <a:pt x="13184" y="5882"/>
                  <a:pt x="13147" y="5882"/>
                </a:cubicBezTo>
                <a:cubicBezTo>
                  <a:pt x="12743" y="5882"/>
                  <a:pt x="12337" y="5916"/>
                  <a:pt x="11944" y="6009"/>
                </a:cubicBezTo>
                <a:cubicBezTo>
                  <a:pt x="11728" y="6062"/>
                  <a:pt x="11524" y="6140"/>
                  <a:pt x="11317" y="6220"/>
                </a:cubicBezTo>
                <a:cubicBezTo>
                  <a:pt x="11229" y="6253"/>
                  <a:pt x="11124" y="6294"/>
                  <a:pt x="11023" y="6294"/>
                </a:cubicBezTo>
                <a:cubicBezTo>
                  <a:pt x="10995" y="6294"/>
                  <a:pt x="10968" y="6291"/>
                  <a:pt x="10941" y="6283"/>
                </a:cubicBezTo>
                <a:cubicBezTo>
                  <a:pt x="10819" y="6250"/>
                  <a:pt x="10737" y="6144"/>
                  <a:pt x="10647" y="6064"/>
                </a:cubicBezTo>
                <a:cubicBezTo>
                  <a:pt x="10474" y="5905"/>
                  <a:pt x="10309" y="5839"/>
                  <a:pt x="10157" y="5839"/>
                </a:cubicBezTo>
                <a:cubicBezTo>
                  <a:pt x="9878" y="5839"/>
                  <a:pt x="9642" y="6062"/>
                  <a:pt x="9476" y="6349"/>
                </a:cubicBezTo>
                <a:lnTo>
                  <a:pt x="9476" y="6349"/>
                </a:lnTo>
                <a:cubicBezTo>
                  <a:pt x="9350" y="4334"/>
                  <a:pt x="9024" y="2335"/>
                  <a:pt x="8503" y="384"/>
                </a:cubicBezTo>
                <a:cubicBezTo>
                  <a:pt x="8488" y="328"/>
                  <a:pt x="8431" y="297"/>
                  <a:pt x="8377" y="297"/>
                </a:cubicBezTo>
                <a:cubicBezTo>
                  <a:pt x="8326" y="297"/>
                  <a:pt x="8278" y="324"/>
                  <a:pt x="8269" y="384"/>
                </a:cubicBezTo>
                <a:cubicBezTo>
                  <a:pt x="7971" y="2396"/>
                  <a:pt x="7391" y="4355"/>
                  <a:pt x="6547" y="6207"/>
                </a:cubicBezTo>
                <a:lnTo>
                  <a:pt x="6547" y="6207"/>
                </a:lnTo>
                <a:cubicBezTo>
                  <a:pt x="5592" y="6031"/>
                  <a:pt x="4624" y="5942"/>
                  <a:pt x="3654" y="5942"/>
                </a:cubicBezTo>
                <a:cubicBezTo>
                  <a:pt x="3490" y="5942"/>
                  <a:pt x="3326" y="5945"/>
                  <a:pt x="3163" y="5950"/>
                </a:cubicBezTo>
                <a:cubicBezTo>
                  <a:pt x="2632" y="5967"/>
                  <a:pt x="2110" y="6035"/>
                  <a:pt x="1582" y="6067"/>
                </a:cubicBezTo>
                <a:cubicBezTo>
                  <a:pt x="1496" y="6073"/>
                  <a:pt x="1406" y="6076"/>
                  <a:pt x="1316" y="6076"/>
                </a:cubicBezTo>
                <a:cubicBezTo>
                  <a:pt x="928" y="6076"/>
                  <a:pt x="522" y="6007"/>
                  <a:pt x="276" y="5683"/>
                </a:cubicBezTo>
                <a:cubicBezTo>
                  <a:pt x="249" y="5647"/>
                  <a:pt x="211" y="5632"/>
                  <a:pt x="174" y="5632"/>
                </a:cubicBezTo>
                <a:cubicBezTo>
                  <a:pt x="86" y="5632"/>
                  <a:pt x="0" y="5719"/>
                  <a:pt x="67" y="5806"/>
                </a:cubicBezTo>
                <a:lnTo>
                  <a:pt x="65" y="5806"/>
                </a:lnTo>
                <a:cubicBezTo>
                  <a:pt x="380" y="6221"/>
                  <a:pt x="854" y="6327"/>
                  <a:pt x="1354" y="6327"/>
                </a:cubicBezTo>
                <a:cubicBezTo>
                  <a:pt x="1802" y="6327"/>
                  <a:pt x="2272" y="6241"/>
                  <a:pt x="2666" y="6216"/>
                </a:cubicBezTo>
                <a:cubicBezTo>
                  <a:pt x="2996" y="6195"/>
                  <a:pt x="3327" y="6185"/>
                  <a:pt x="3658" y="6185"/>
                </a:cubicBezTo>
                <a:cubicBezTo>
                  <a:pt x="4639" y="6185"/>
                  <a:pt x="5619" y="6277"/>
                  <a:pt x="6586" y="6461"/>
                </a:cubicBezTo>
                <a:cubicBezTo>
                  <a:pt x="6594" y="6462"/>
                  <a:pt x="6604" y="6463"/>
                  <a:pt x="6613" y="6463"/>
                </a:cubicBezTo>
                <a:cubicBezTo>
                  <a:pt x="6656" y="6463"/>
                  <a:pt x="6703" y="6446"/>
                  <a:pt x="6723" y="6405"/>
                </a:cubicBezTo>
                <a:cubicBezTo>
                  <a:pt x="7516" y="4686"/>
                  <a:pt x="8085" y="2871"/>
                  <a:pt x="8412" y="1007"/>
                </a:cubicBezTo>
                <a:lnTo>
                  <a:pt x="8412" y="1007"/>
                </a:lnTo>
                <a:cubicBezTo>
                  <a:pt x="8889" y="2938"/>
                  <a:pt x="9173" y="4911"/>
                  <a:pt x="9262" y="6898"/>
                </a:cubicBezTo>
                <a:cubicBezTo>
                  <a:pt x="9265" y="6973"/>
                  <a:pt x="9329" y="7017"/>
                  <a:pt x="9391" y="7017"/>
                </a:cubicBezTo>
                <a:cubicBezTo>
                  <a:pt x="9439" y="7017"/>
                  <a:pt x="9485" y="6990"/>
                  <a:pt x="9500" y="6930"/>
                </a:cubicBezTo>
                <a:cubicBezTo>
                  <a:pt x="9573" y="6645"/>
                  <a:pt x="9736" y="6159"/>
                  <a:pt x="10064" y="6074"/>
                </a:cubicBezTo>
                <a:cubicBezTo>
                  <a:pt x="10093" y="6066"/>
                  <a:pt x="10121" y="6063"/>
                  <a:pt x="10148" y="6063"/>
                </a:cubicBezTo>
                <a:cubicBezTo>
                  <a:pt x="10421" y="6063"/>
                  <a:pt x="10593" y="6421"/>
                  <a:pt x="10845" y="6506"/>
                </a:cubicBezTo>
                <a:cubicBezTo>
                  <a:pt x="10907" y="6526"/>
                  <a:pt x="10969" y="6535"/>
                  <a:pt x="11032" y="6535"/>
                </a:cubicBezTo>
                <a:cubicBezTo>
                  <a:pt x="11319" y="6535"/>
                  <a:pt x="11614" y="6351"/>
                  <a:pt x="11880" y="6277"/>
                </a:cubicBezTo>
                <a:cubicBezTo>
                  <a:pt x="12292" y="6162"/>
                  <a:pt x="12719" y="6124"/>
                  <a:pt x="13145" y="6124"/>
                </a:cubicBezTo>
                <a:cubicBezTo>
                  <a:pt x="13152" y="6124"/>
                  <a:pt x="13159" y="6124"/>
                  <a:pt x="13166" y="6124"/>
                </a:cubicBezTo>
                <a:cubicBezTo>
                  <a:pt x="14006" y="6124"/>
                  <a:pt x="14837" y="6259"/>
                  <a:pt x="15676" y="6281"/>
                </a:cubicBezTo>
                <a:cubicBezTo>
                  <a:pt x="15722" y="6282"/>
                  <a:pt x="15768" y="6283"/>
                  <a:pt x="15814" y="6283"/>
                </a:cubicBezTo>
                <a:cubicBezTo>
                  <a:pt x="16620" y="6283"/>
                  <a:pt x="17375" y="6095"/>
                  <a:pt x="18170" y="5963"/>
                </a:cubicBezTo>
                <a:cubicBezTo>
                  <a:pt x="18399" y="5925"/>
                  <a:pt x="18644" y="5900"/>
                  <a:pt x="18889" y="5900"/>
                </a:cubicBezTo>
                <a:cubicBezTo>
                  <a:pt x="19544" y="5900"/>
                  <a:pt x="20204" y="6076"/>
                  <a:pt x="20584" y="6648"/>
                </a:cubicBezTo>
                <a:cubicBezTo>
                  <a:pt x="20609" y="6686"/>
                  <a:pt x="20652" y="6706"/>
                  <a:pt x="20694" y="6706"/>
                </a:cubicBezTo>
                <a:cubicBezTo>
                  <a:pt x="20744" y="6706"/>
                  <a:pt x="20792" y="6678"/>
                  <a:pt x="20805" y="6620"/>
                </a:cubicBezTo>
                <a:cubicBezTo>
                  <a:pt x="21202" y="4882"/>
                  <a:pt x="21536" y="3131"/>
                  <a:pt x="21806" y="1368"/>
                </a:cubicBezTo>
                <a:lnTo>
                  <a:pt x="21806" y="1368"/>
                </a:lnTo>
                <a:cubicBezTo>
                  <a:pt x="21895" y="2027"/>
                  <a:pt x="22012" y="2681"/>
                  <a:pt x="22156" y="3330"/>
                </a:cubicBezTo>
                <a:cubicBezTo>
                  <a:pt x="22266" y="3816"/>
                  <a:pt x="22392" y="4298"/>
                  <a:pt x="22533" y="4777"/>
                </a:cubicBezTo>
                <a:cubicBezTo>
                  <a:pt x="22649" y="5170"/>
                  <a:pt x="22741" y="5625"/>
                  <a:pt x="22967" y="5973"/>
                </a:cubicBezTo>
                <a:cubicBezTo>
                  <a:pt x="23099" y="6175"/>
                  <a:pt x="23293" y="6317"/>
                  <a:pt x="23520" y="6317"/>
                </a:cubicBezTo>
                <a:cubicBezTo>
                  <a:pt x="23577" y="6317"/>
                  <a:pt x="23636" y="6308"/>
                  <a:pt x="23697" y="6289"/>
                </a:cubicBezTo>
                <a:cubicBezTo>
                  <a:pt x="23862" y="6236"/>
                  <a:pt x="23995" y="6124"/>
                  <a:pt x="24144" y="6039"/>
                </a:cubicBezTo>
                <a:cubicBezTo>
                  <a:pt x="24324" y="5935"/>
                  <a:pt x="24517" y="5894"/>
                  <a:pt x="24718" y="5894"/>
                </a:cubicBezTo>
                <a:cubicBezTo>
                  <a:pt x="24772" y="5894"/>
                  <a:pt x="24825" y="5896"/>
                  <a:pt x="24880" y="5902"/>
                </a:cubicBezTo>
                <a:cubicBezTo>
                  <a:pt x="25352" y="5951"/>
                  <a:pt x="25797" y="6154"/>
                  <a:pt x="26260" y="6251"/>
                </a:cubicBezTo>
                <a:cubicBezTo>
                  <a:pt x="26616" y="6325"/>
                  <a:pt x="26978" y="6363"/>
                  <a:pt x="27342" y="6363"/>
                </a:cubicBezTo>
                <a:cubicBezTo>
                  <a:pt x="27415" y="6363"/>
                  <a:pt x="27488" y="6361"/>
                  <a:pt x="27561" y="6358"/>
                </a:cubicBezTo>
                <a:cubicBezTo>
                  <a:pt x="28533" y="6322"/>
                  <a:pt x="29480" y="6039"/>
                  <a:pt x="30344" y="5599"/>
                </a:cubicBezTo>
                <a:lnTo>
                  <a:pt x="30344" y="5599"/>
                </a:lnTo>
                <a:cubicBezTo>
                  <a:pt x="30725" y="5890"/>
                  <a:pt x="31192" y="5960"/>
                  <a:pt x="31663" y="5960"/>
                </a:cubicBezTo>
                <a:cubicBezTo>
                  <a:pt x="31741" y="5960"/>
                  <a:pt x="31819" y="5958"/>
                  <a:pt x="31897" y="5955"/>
                </a:cubicBezTo>
                <a:cubicBezTo>
                  <a:pt x="32694" y="5924"/>
                  <a:pt x="33491" y="5877"/>
                  <a:pt x="34290" y="5873"/>
                </a:cubicBezTo>
                <a:cubicBezTo>
                  <a:pt x="34342" y="5873"/>
                  <a:pt x="34394" y="5873"/>
                  <a:pt x="34445" y="5873"/>
                </a:cubicBezTo>
                <a:cubicBezTo>
                  <a:pt x="36049" y="5873"/>
                  <a:pt x="37649" y="5970"/>
                  <a:pt x="39242" y="6166"/>
                </a:cubicBezTo>
                <a:cubicBezTo>
                  <a:pt x="39246" y="6166"/>
                  <a:pt x="39250" y="6166"/>
                  <a:pt x="39253" y="6166"/>
                </a:cubicBezTo>
                <a:cubicBezTo>
                  <a:pt x="39316" y="6166"/>
                  <a:pt x="39358" y="6100"/>
                  <a:pt x="39362" y="6044"/>
                </a:cubicBezTo>
                <a:cubicBezTo>
                  <a:pt x="39496" y="4312"/>
                  <a:pt x="39757" y="2592"/>
                  <a:pt x="40142" y="898"/>
                </a:cubicBezTo>
                <a:lnTo>
                  <a:pt x="40142" y="898"/>
                </a:lnTo>
                <a:cubicBezTo>
                  <a:pt x="40298" y="2532"/>
                  <a:pt x="40648" y="4141"/>
                  <a:pt x="41185" y="5694"/>
                </a:cubicBezTo>
                <a:cubicBezTo>
                  <a:pt x="41201" y="5745"/>
                  <a:pt x="41249" y="5782"/>
                  <a:pt x="41303" y="5783"/>
                </a:cubicBezTo>
                <a:cubicBezTo>
                  <a:pt x="43109" y="5836"/>
                  <a:pt x="44916" y="5857"/>
                  <a:pt x="46722" y="5857"/>
                </a:cubicBezTo>
                <a:cubicBezTo>
                  <a:pt x="48292" y="5857"/>
                  <a:pt x="49861" y="5841"/>
                  <a:pt x="51431" y="5818"/>
                </a:cubicBezTo>
                <a:cubicBezTo>
                  <a:pt x="51585" y="5815"/>
                  <a:pt x="51587" y="5576"/>
                  <a:pt x="51433" y="5576"/>
                </a:cubicBezTo>
                <a:cubicBezTo>
                  <a:pt x="51433" y="5576"/>
                  <a:pt x="51432" y="5576"/>
                  <a:pt x="51431" y="5576"/>
                </a:cubicBezTo>
                <a:cubicBezTo>
                  <a:pt x="49855" y="5599"/>
                  <a:pt x="48279" y="5615"/>
                  <a:pt x="46703" y="5615"/>
                </a:cubicBezTo>
                <a:cubicBezTo>
                  <a:pt x="44931" y="5615"/>
                  <a:pt x="43160" y="5595"/>
                  <a:pt x="41389" y="5544"/>
                </a:cubicBezTo>
                <a:lnTo>
                  <a:pt x="41389" y="5544"/>
                </a:lnTo>
                <a:cubicBezTo>
                  <a:pt x="40791" y="3792"/>
                  <a:pt x="40432" y="1967"/>
                  <a:pt x="40324" y="119"/>
                </a:cubicBezTo>
                <a:cubicBezTo>
                  <a:pt x="40320" y="45"/>
                  <a:pt x="40255" y="0"/>
                  <a:pt x="4019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2" name="Google Shape;362;p16"/>
          <p:cNvSpPr/>
          <p:nvPr/>
        </p:nvSpPr>
        <p:spPr>
          <a:xfrm>
            <a:off x="-3922466" y="93472"/>
            <a:ext cx="5846984" cy="795307"/>
          </a:xfrm>
          <a:custGeom>
            <a:avLst/>
            <a:gdLst/>
            <a:ahLst/>
            <a:cxnLst/>
            <a:rect l="l" t="t" r="r" b="b"/>
            <a:pathLst>
              <a:path w="51588" h="7017" extrusionOk="0">
                <a:moveTo>
                  <a:pt x="40194" y="0"/>
                </a:moveTo>
                <a:cubicBezTo>
                  <a:pt x="40147" y="0"/>
                  <a:pt x="40101" y="26"/>
                  <a:pt x="40086" y="87"/>
                </a:cubicBezTo>
                <a:cubicBezTo>
                  <a:pt x="39609" y="1998"/>
                  <a:pt x="39290" y="3945"/>
                  <a:pt x="39132" y="5911"/>
                </a:cubicBezTo>
                <a:lnTo>
                  <a:pt x="39132" y="5911"/>
                </a:lnTo>
                <a:cubicBezTo>
                  <a:pt x="37627" y="5730"/>
                  <a:pt x="36112" y="5637"/>
                  <a:pt x="34595" y="5632"/>
                </a:cubicBezTo>
                <a:cubicBezTo>
                  <a:pt x="34552" y="5631"/>
                  <a:pt x="34509" y="5631"/>
                  <a:pt x="34466" y="5631"/>
                </a:cubicBezTo>
                <a:cubicBezTo>
                  <a:pt x="33733" y="5631"/>
                  <a:pt x="33000" y="5652"/>
                  <a:pt x="32268" y="5694"/>
                </a:cubicBezTo>
                <a:cubicBezTo>
                  <a:pt x="32063" y="5705"/>
                  <a:pt x="31847" y="5721"/>
                  <a:pt x="31632" y="5721"/>
                </a:cubicBezTo>
                <a:cubicBezTo>
                  <a:pt x="31203" y="5721"/>
                  <a:pt x="30776" y="5658"/>
                  <a:pt x="30444" y="5370"/>
                </a:cubicBezTo>
                <a:cubicBezTo>
                  <a:pt x="30421" y="5348"/>
                  <a:pt x="30390" y="5336"/>
                  <a:pt x="30358" y="5336"/>
                </a:cubicBezTo>
                <a:cubicBezTo>
                  <a:pt x="30338" y="5336"/>
                  <a:pt x="30317" y="5341"/>
                  <a:pt x="30298" y="5351"/>
                </a:cubicBezTo>
                <a:cubicBezTo>
                  <a:pt x="29530" y="5752"/>
                  <a:pt x="28691" y="6027"/>
                  <a:pt x="27824" y="6100"/>
                </a:cubicBezTo>
                <a:cubicBezTo>
                  <a:pt x="27667" y="6114"/>
                  <a:pt x="27509" y="6121"/>
                  <a:pt x="27352" y="6121"/>
                </a:cubicBezTo>
                <a:cubicBezTo>
                  <a:pt x="27081" y="6121"/>
                  <a:pt x="26809" y="6100"/>
                  <a:pt x="26540" y="6058"/>
                </a:cubicBezTo>
                <a:cubicBezTo>
                  <a:pt x="26145" y="5994"/>
                  <a:pt x="25771" y="5859"/>
                  <a:pt x="25384" y="5757"/>
                </a:cubicBezTo>
                <a:cubicBezTo>
                  <a:pt x="25163" y="5699"/>
                  <a:pt x="24931" y="5651"/>
                  <a:pt x="24701" y="5651"/>
                </a:cubicBezTo>
                <a:cubicBezTo>
                  <a:pt x="24569" y="5651"/>
                  <a:pt x="24439" y="5666"/>
                  <a:pt x="24311" y="5704"/>
                </a:cubicBezTo>
                <a:cubicBezTo>
                  <a:pt x="24066" y="5776"/>
                  <a:pt x="23773" y="6065"/>
                  <a:pt x="23508" y="6065"/>
                </a:cubicBezTo>
                <a:cubicBezTo>
                  <a:pt x="23423" y="6065"/>
                  <a:pt x="23340" y="6036"/>
                  <a:pt x="23263" y="5960"/>
                </a:cubicBezTo>
                <a:cubicBezTo>
                  <a:pt x="22985" y="5685"/>
                  <a:pt x="22901" y="5165"/>
                  <a:pt x="22794" y="4805"/>
                </a:cubicBezTo>
                <a:cubicBezTo>
                  <a:pt x="22665" y="4375"/>
                  <a:pt x="22548" y="3939"/>
                  <a:pt x="22445" y="3500"/>
                </a:cubicBezTo>
                <a:cubicBezTo>
                  <a:pt x="22208" y="2493"/>
                  <a:pt x="22040" y="1472"/>
                  <a:pt x="21943" y="441"/>
                </a:cubicBezTo>
                <a:cubicBezTo>
                  <a:pt x="21936" y="369"/>
                  <a:pt x="21865" y="321"/>
                  <a:pt x="21802" y="321"/>
                </a:cubicBezTo>
                <a:cubicBezTo>
                  <a:pt x="21755" y="321"/>
                  <a:pt x="21713" y="347"/>
                  <a:pt x="21705" y="409"/>
                </a:cubicBezTo>
                <a:cubicBezTo>
                  <a:pt x="21704" y="419"/>
                  <a:pt x="21702" y="430"/>
                  <a:pt x="21701" y="441"/>
                </a:cubicBezTo>
                <a:lnTo>
                  <a:pt x="21701" y="441"/>
                </a:lnTo>
                <a:lnTo>
                  <a:pt x="21700" y="441"/>
                </a:lnTo>
                <a:lnTo>
                  <a:pt x="21700" y="441"/>
                </a:lnTo>
                <a:cubicBezTo>
                  <a:pt x="21700" y="442"/>
                  <a:pt x="21700" y="443"/>
                  <a:pt x="21700" y="443"/>
                </a:cubicBezTo>
                <a:lnTo>
                  <a:pt x="21700" y="443"/>
                </a:lnTo>
                <a:cubicBezTo>
                  <a:pt x="21422" y="2412"/>
                  <a:pt x="21064" y="4367"/>
                  <a:pt x="20627" y="6308"/>
                </a:cubicBezTo>
                <a:lnTo>
                  <a:pt x="20627" y="6308"/>
                </a:lnTo>
                <a:cubicBezTo>
                  <a:pt x="20193" y="5809"/>
                  <a:pt x="19613" y="5656"/>
                  <a:pt x="18985" y="5656"/>
                </a:cubicBezTo>
                <a:cubicBezTo>
                  <a:pt x="18017" y="5656"/>
                  <a:pt x="16934" y="6019"/>
                  <a:pt x="16086" y="6040"/>
                </a:cubicBezTo>
                <a:cubicBezTo>
                  <a:pt x="16026" y="6042"/>
                  <a:pt x="15966" y="6042"/>
                  <a:pt x="15906" y="6042"/>
                </a:cubicBezTo>
                <a:cubicBezTo>
                  <a:pt x="15020" y="6042"/>
                  <a:pt x="14142" y="5892"/>
                  <a:pt x="13257" y="5882"/>
                </a:cubicBezTo>
                <a:cubicBezTo>
                  <a:pt x="13220" y="5882"/>
                  <a:pt x="13184" y="5882"/>
                  <a:pt x="13147" y="5882"/>
                </a:cubicBezTo>
                <a:cubicBezTo>
                  <a:pt x="12743" y="5882"/>
                  <a:pt x="12337" y="5916"/>
                  <a:pt x="11944" y="6009"/>
                </a:cubicBezTo>
                <a:cubicBezTo>
                  <a:pt x="11728" y="6062"/>
                  <a:pt x="11524" y="6140"/>
                  <a:pt x="11317" y="6220"/>
                </a:cubicBezTo>
                <a:cubicBezTo>
                  <a:pt x="11229" y="6253"/>
                  <a:pt x="11124" y="6294"/>
                  <a:pt x="11023" y="6294"/>
                </a:cubicBezTo>
                <a:cubicBezTo>
                  <a:pt x="10995" y="6294"/>
                  <a:pt x="10968" y="6291"/>
                  <a:pt x="10941" y="6283"/>
                </a:cubicBezTo>
                <a:cubicBezTo>
                  <a:pt x="10819" y="6250"/>
                  <a:pt x="10737" y="6144"/>
                  <a:pt x="10647" y="6064"/>
                </a:cubicBezTo>
                <a:cubicBezTo>
                  <a:pt x="10474" y="5905"/>
                  <a:pt x="10309" y="5839"/>
                  <a:pt x="10157" y="5839"/>
                </a:cubicBezTo>
                <a:cubicBezTo>
                  <a:pt x="9878" y="5839"/>
                  <a:pt x="9642" y="6062"/>
                  <a:pt x="9476" y="6349"/>
                </a:cubicBezTo>
                <a:lnTo>
                  <a:pt x="9476" y="6349"/>
                </a:lnTo>
                <a:cubicBezTo>
                  <a:pt x="9350" y="4334"/>
                  <a:pt x="9024" y="2335"/>
                  <a:pt x="8503" y="384"/>
                </a:cubicBezTo>
                <a:cubicBezTo>
                  <a:pt x="8488" y="328"/>
                  <a:pt x="8431" y="297"/>
                  <a:pt x="8377" y="297"/>
                </a:cubicBezTo>
                <a:cubicBezTo>
                  <a:pt x="8326" y="297"/>
                  <a:pt x="8278" y="324"/>
                  <a:pt x="8269" y="384"/>
                </a:cubicBezTo>
                <a:cubicBezTo>
                  <a:pt x="7971" y="2396"/>
                  <a:pt x="7391" y="4355"/>
                  <a:pt x="6547" y="6207"/>
                </a:cubicBezTo>
                <a:lnTo>
                  <a:pt x="6547" y="6207"/>
                </a:lnTo>
                <a:cubicBezTo>
                  <a:pt x="5592" y="6031"/>
                  <a:pt x="4624" y="5942"/>
                  <a:pt x="3654" y="5942"/>
                </a:cubicBezTo>
                <a:cubicBezTo>
                  <a:pt x="3490" y="5942"/>
                  <a:pt x="3326" y="5945"/>
                  <a:pt x="3163" y="5950"/>
                </a:cubicBezTo>
                <a:cubicBezTo>
                  <a:pt x="2632" y="5967"/>
                  <a:pt x="2110" y="6035"/>
                  <a:pt x="1582" y="6067"/>
                </a:cubicBezTo>
                <a:cubicBezTo>
                  <a:pt x="1496" y="6073"/>
                  <a:pt x="1406" y="6076"/>
                  <a:pt x="1316" y="6076"/>
                </a:cubicBezTo>
                <a:cubicBezTo>
                  <a:pt x="928" y="6076"/>
                  <a:pt x="522" y="6007"/>
                  <a:pt x="276" y="5683"/>
                </a:cubicBezTo>
                <a:cubicBezTo>
                  <a:pt x="249" y="5647"/>
                  <a:pt x="211" y="5632"/>
                  <a:pt x="174" y="5632"/>
                </a:cubicBezTo>
                <a:cubicBezTo>
                  <a:pt x="86" y="5632"/>
                  <a:pt x="0" y="5719"/>
                  <a:pt x="67" y="5806"/>
                </a:cubicBezTo>
                <a:lnTo>
                  <a:pt x="65" y="5806"/>
                </a:lnTo>
                <a:cubicBezTo>
                  <a:pt x="380" y="6221"/>
                  <a:pt x="854" y="6327"/>
                  <a:pt x="1354" y="6327"/>
                </a:cubicBezTo>
                <a:cubicBezTo>
                  <a:pt x="1802" y="6327"/>
                  <a:pt x="2272" y="6241"/>
                  <a:pt x="2666" y="6216"/>
                </a:cubicBezTo>
                <a:cubicBezTo>
                  <a:pt x="2996" y="6195"/>
                  <a:pt x="3327" y="6185"/>
                  <a:pt x="3658" y="6185"/>
                </a:cubicBezTo>
                <a:cubicBezTo>
                  <a:pt x="4639" y="6185"/>
                  <a:pt x="5619" y="6277"/>
                  <a:pt x="6586" y="6461"/>
                </a:cubicBezTo>
                <a:cubicBezTo>
                  <a:pt x="6594" y="6462"/>
                  <a:pt x="6604" y="6463"/>
                  <a:pt x="6613" y="6463"/>
                </a:cubicBezTo>
                <a:cubicBezTo>
                  <a:pt x="6656" y="6463"/>
                  <a:pt x="6703" y="6446"/>
                  <a:pt x="6723" y="6405"/>
                </a:cubicBezTo>
                <a:cubicBezTo>
                  <a:pt x="7516" y="4686"/>
                  <a:pt x="8085" y="2871"/>
                  <a:pt x="8412" y="1007"/>
                </a:cubicBezTo>
                <a:lnTo>
                  <a:pt x="8412" y="1007"/>
                </a:lnTo>
                <a:cubicBezTo>
                  <a:pt x="8889" y="2938"/>
                  <a:pt x="9173" y="4911"/>
                  <a:pt x="9262" y="6898"/>
                </a:cubicBezTo>
                <a:cubicBezTo>
                  <a:pt x="9265" y="6973"/>
                  <a:pt x="9329" y="7017"/>
                  <a:pt x="9391" y="7017"/>
                </a:cubicBezTo>
                <a:cubicBezTo>
                  <a:pt x="9439" y="7017"/>
                  <a:pt x="9485" y="6990"/>
                  <a:pt x="9500" y="6930"/>
                </a:cubicBezTo>
                <a:cubicBezTo>
                  <a:pt x="9573" y="6645"/>
                  <a:pt x="9736" y="6159"/>
                  <a:pt x="10064" y="6074"/>
                </a:cubicBezTo>
                <a:cubicBezTo>
                  <a:pt x="10093" y="6066"/>
                  <a:pt x="10121" y="6063"/>
                  <a:pt x="10148" y="6063"/>
                </a:cubicBezTo>
                <a:cubicBezTo>
                  <a:pt x="10421" y="6063"/>
                  <a:pt x="10593" y="6421"/>
                  <a:pt x="10845" y="6506"/>
                </a:cubicBezTo>
                <a:cubicBezTo>
                  <a:pt x="10907" y="6526"/>
                  <a:pt x="10969" y="6535"/>
                  <a:pt x="11032" y="6535"/>
                </a:cubicBezTo>
                <a:cubicBezTo>
                  <a:pt x="11319" y="6535"/>
                  <a:pt x="11614" y="6351"/>
                  <a:pt x="11880" y="6277"/>
                </a:cubicBezTo>
                <a:cubicBezTo>
                  <a:pt x="12292" y="6162"/>
                  <a:pt x="12719" y="6124"/>
                  <a:pt x="13145" y="6124"/>
                </a:cubicBezTo>
                <a:cubicBezTo>
                  <a:pt x="13152" y="6124"/>
                  <a:pt x="13159" y="6124"/>
                  <a:pt x="13166" y="6124"/>
                </a:cubicBezTo>
                <a:cubicBezTo>
                  <a:pt x="14006" y="6124"/>
                  <a:pt x="14837" y="6259"/>
                  <a:pt x="15676" y="6281"/>
                </a:cubicBezTo>
                <a:cubicBezTo>
                  <a:pt x="15722" y="6282"/>
                  <a:pt x="15768" y="6283"/>
                  <a:pt x="15814" y="6283"/>
                </a:cubicBezTo>
                <a:cubicBezTo>
                  <a:pt x="16620" y="6283"/>
                  <a:pt x="17375" y="6095"/>
                  <a:pt x="18170" y="5963"/>
                </a:cubicBezTo>
                <a:cubicBezTo>
                  <a:pt x="18399" y="5925"/>
                  <a:pt x="18644" y="5900"/>
                  <a:pt x="18889" y="5900"/>
                </a:cubicBezTo>
                <a:cubicBezTo>
                  <a:pt x="19544" y="5900"/>
                  <a:pt x="20204" y="6076"/>
                  <a:pt x="20584" y="6648"/>
                </a:cubicBezTo>
                <a:cubicBezTo>
                  <a:pt x="20609" y="6686"/>
                  <a:pt x="20652" y="6706"/>
                  <a:pt x="20694" y="6706"/>
                </a:cubicBezTo>
                <a:cubicBezTo>
                  <a:pt x="20744" y="6706"/>
                  <a:pt x="20792" y="6678"/>
                  <a:pt x="20805" y="6620"/>
                </a:cubicBezTo>
                <a:cubicBezTo>
                  <a:pt x="21202" y="4882"/>
                  <a:pt x="21536" y="3131"/>
                  <a:pt x="21806" y="1368"/>
                </a:cubicBezTo>
                <a:lnTo>
                  <a:pt x="21806" y="1368"/>
                </a:lnTo>
                <a:cubicBezTo>
                  <a:pt x="21895" y="2027"/>
                  <a:pt x="22012" y="2681"/>
                  <a:pt x="22156" y="3330"/>
                </a:cubicBezTo>
                <a:cubicBezTo>
                  <a:pt x="22266" y="3816"/>
                  <a:pt x="22392" y="4298"/>
                  <a:pt x="22533" y="4777"/>
                </a:cubicBezTo>
                <a:cubicBezTo>
                  <a:pt x="22649" y="5170"/>
                  <a:pt x="22741" y="5625"/>
                  <a:pt x="22967" y="5973"/>
                </a:cubicBezTo>
                <a:cubicBezTo>
                  <a:pt x="23099" y="6175"/>
                  <a:pt x="23293" y="6317"/>
                  <a:pt x="23520" y="6317"/>
                </a:cubicBezTo>
                <a:cubicBezTo>
                  <a:pt x="23577" y="6317"/>
                  <a:pt x="23636" y="6308"/>
                  <a:pt x="23697" y="6289"/>
                </a:cubicBezTo>
                <a:cubicBezTo>
                  <a:pt x="23862" y="6236"/>
                  <a:pt x="23995" y="6124"/>
                  <a:pt x="24144" y="6039"/>
                </a:cubicBezTo>
                <a:cubicBezTo>
                  <a:pt x="24324" y="5935"/>
                  <a:pt x="24517" y="5894"/>
                  <a:pt x="24718" y="5894"/>
                </a:cubicBezTo>
                <a:cubicBezTo>
                  <a:pt x="24772" y="5894"/>
                  <a:pt x="24825" y="5896"/>
                  <a:pt x="24880" y="5902"/>
                </a:cubicBezTo>
                <a:cubicBezTo>
                  <a:pt x="25352" y="5951"/>
                  <a:pt x="25797" y="6154"/>
                  <a:pt x="26260" y="6251"/>
                </a:cubicBezTo>
                <a:cubicBezTo>
                  <a:pt x="26616" y="6325"/>
                  <a:pt x="26978" y="6363"/>
                  <a:pt x="27342" y="6363"/>
                </a:cubicBezTo>
                <a:cubicBezTo>
                  <a:pt x="27415" y="6363"/>
                  <a:pt x="27488" y="6361"/>
                  <a:pt x="27561" y="6358"/>
                </a:cubicBezTo>
                <a:cubicBezTo>
                  <a:pt x="28533" y="6322"/>
                  <a:pt x="29480" y="6039"/>
                  <a:pt x="30344" y="5599"/>
                </a:cubicBezTo>
                <a:lnTo>
                  <a:pt x="30344" y="5599"/>
                </a:lnTo>
                <a:cubicBezTo>
                  <a:pt x="30725" y="5890"/>
                  <a:pt x="31192" y="5960"/>
                  <a:pt x="31663" y="5960"/>
                </a:cubicBezTo>
                <a:cubicBezTo>
                  <a:pt x="31741" y="5960"/>
                  <a:pt x="31819" y="5958"/>
                  <a:pt x="31897" y="5955"/>
                </a:cubicBezTo>
                <a:cubicBezTo>
                  <a:pt x="32694" y="5924"/>
                  <a:pt x="33491" y="5877"/>
                  <a:pt x="34290" y="5873"/>
                </a:cubicBezTo>
                <a:cubicBezTo>
                  <a:pt x="34342" y="5873"/>
                  <a:pt x="34394" y="5873"/>
                  <a:pt x="34445" y="5873"/>
                </a:cubicBezTo>
                <a:cubicBezTo>
                  <a:pt x="36049" y="5873"/>
                  <a:pt x="37649" y="5970"/>
                  <a:pt x="39242" y="6166"/>
                </a:cubicBezTo>
                <a:cubicBezTo>
                  <a:pt x="39246" y="6166"/>
                  <a:pt x="39250" y="6166"/>
                  <a:pt x="39253" y="6166"/>
                </a:cubicBezTo>
                <a:cubicBezTo>
                  <a:pt x="39316" y="6166"/>
                  <a:pt x="39358" y="6100"/>
                  <a:pt x="39362" y="6044"/>
                </a:cubicBezTo>
                <a:cubicBezTo>
                  <a:pt x="39496" y="4312"/>
                  <a:pt x="39757" y="2592"/>
                  <a:pt x="40142" y="898"/>
                </a:cubicBezTo>
                <a:lnTo>
                  <a:pt x="40142" y="898"/>
                </a:lnTo>
                <a:cubicBezTo>
                  <a:pt x="40298" y="2532"/>
                  <a:pt x="40648" y="4141"/>
                  <a:pt x="41185" y="5694"/>
                </a:cubicBezTo>
                <a:cubicBezTo>
                  <a:pt x="41201" y="5745"/>
                  <a:pt x="41249" y="5782"/>
                  <a:pt x="41303" y="5783"/>
                </a:cubicBezTo>
                <a:cubicBezTo>
                  <a:pt x="43109" y="5836"/>
                  <a:pt x="44916" y="5857"/>
                  <a:pt x="46722" y="5857"/>
                </a:cubicBezTo>
                <a:cubicBezTo>
                  <a:pt x="48292" y="5857"/>
                  <a:pt x="49861" y="5841"/>
                  <a:pt x="51431" y="5818"/>
                </a:cubicBezTo>
                <a:cubicBezTo>
                  <a:pt x="51585" y="5815"/>
                  <a:pt x="51587" y="5576"/>
                  <a:pt x="51433" y="5576"/>
                </a:cubicBezTo>
                <a:cubicBezTo>
                  <a:pt x="51433" y="5576"/>
                  <a:pt x="51432" y="5576"/>
                  <a:pt x="51431" y="5576"/>
                </a:cubicBezTo>
                <a:cubicBezTo>
                  <a:pt x="49855" y="5599"/>
                  <a:pt x="48279" y="5615"/>
                  <a:pt x="46703" y="5615"/>
                </a:cubicBezTo>
                <a:cubicBezTo>
                  <a:pt x="44931" y="5615"/>
                  <a:pt x="43160" y="5595"/>
                  <a:pt x="41389" y="5544"/>
                </a:cubicBezTo>
                <a:lnTo>
                  <a:pt x="41389" y="5544"/>
                </a:lnTo>
                <a:cubicBezTo>
                  <a:pt x="40791" y="3792"/>
                  <a:pt x="40432" y="1967"/>
                  <a:pt x="40324" y="119"/>
                </a:cubicBezTo>
                <a:cubicBezTo>
                  <a:pt x="40320" y="45"/>
                  <a:pt x="40255" y="0"/>
                  <a:pt x="4019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3" name="Google Shape;363;p16"/>
          <p:cNvSpPr/>
          <p:nvPr/>
        </p:nvSpPr>
        <p:spPr>
          <a:xfrm flipH="1">
            <a:off x="-1457241" y="4163735"/>
            <a:ext cx="5846984" cy="795307"/>
          </a:xfrm>
          <a:custGeom>
            <a:avLst/>
            <a:gdLst/>
            <a:ahLst/>
            <a:cxnLst/>
            <a:rect l="l" t="t" r="r" b="b"/>
            <a:pathLst>
              <a:path w="51588" h="7017" extrusionOk="0">
                <a:moveTo>
                  <a:pt x="40194" y="0"/>
                </a:moveTo>
                <a:cubicBezTo>
                  <a:pt x="40147" y="0"/>
                  <a:pt x="40101" y="26"/>
                  <a:pt x="40086" y="87"/>
                </a:cubicBezTo>
                <a:cubicBezTo>
                  <a:pt x="39609" y="1998"/>
                  <a:pt x="39290" y="3945"/>
                  <a:pt x="39132" y="5911"/>
                </a:cubicBezTo>
                <a:lnTo>
                  <a:pt x="39132" y="5911"/>
                </a:lnTo>
                <a:cubicBezTo>
                  <a:pt x="37627" y="5730"/>
                  <a:pt x="36112" y="5637"/>
                  <a:pt x="34595" y="5632"/>
                </a:cubicBezTo>
                <a:cubicBezTo>
                  <a:pt x="34552" y="5631"/>
                  <a:pt x="34509" y="5631"/>
                  <a:pt x="34466" y="5631"/>
                </a:cubicBezTo>
                <a:cubicBezTo>
                  <a:pt x="33733" y="5631"/>
                  <a:pt x="33000" y="5652"/>
                  <a:pt x="32268" y="5694"/>
                </a:cubicBezTo>
                <a:cubicBezTo>
                  <a:pt x="32063" y="5705"/>
                  <a:pt x="31847" y="5721"/>
                  <a:pt x="31632" y="5721"/>
                </a:cubicBezTo>
                <a:cubicBezTo>
                  <a:pt x="31203" y="5721"/>
                  <a:pt x="30776" y="5658"/>
                  <a:pt x="30444" y="5370"/>
                </a:cubicBezTo>
                <a:cubicBezTo>
                  <a:pt x="30421" y="5348"/>
                  <a:pt x="30390" y="5336"/>
                  <a:pt x="30358" y="5336"/>
                </a:cubicBezTo>
                <a:cubicBezTo>
                  <a:pt x="30338" y="5336"/>
                  <a:pt x="30317" y="5341"/>
                  <a:pt x="30298" y="5351"/>
                </a:cubicBezTo>
                <a:cubicBezTo>
                  <a:pt x="29530" y="5752"/>
                  <a:pt x="28691" y="6027"/>
                  <a:pt x="27824" y="6100"/>
                </a:cubicBezTo>
                <a:cubicBezTo>
                  <a:pt x="27667" y="6114"/>
                  <a:pt x="27509" y="6121"/>
                  <a:pt x="27352" y="6121"/>
                </a:cubicBezTo>
                <a:cubicBezTo>
                  <a:pt x="27081" y="6121"/>
                  <a:pt x="26809" y="6100"/>
                  <a:pt x="26540" y="6058"/>
                </a:cubicBezTo>
                <a:cubicBezTo>
                  <a:pt x="26145" y="5994"/>
                  <a:pt x="25771" y="5859"/>
                  <a:pt x="25384" y="5757"/>
                </a:cubicBezTo>
                <a:cubicBezTo>
                  <a:pt x="25163" y="5699"/>
                  <a:pt x="24931" y="5651"/>
                  <a:pt x="24701" y="5651"/>
                </a:cubicBezTo>
                <a:cubicBezTo>
                  <a:pt x="24569" y="5651"/>
                  <a:pt x="24439" y="5666"/>
                  <a:pt x="24311" y="5704"/>
                </a:cubicBezTo>
                <a:cubicBezTo>
                  <a:pt x="24066" y="5776"/>
                  <a:pt x="23773" y="6065"/>
                  <a:pt x="23508" y="6065"/>
                </a:cubicBezTo>
                <a:cubicBezTo>
                  <a:pt x="23423" y="6065"/>
                  <a:pt x="23340" y="6036"/>
                  <a:pt x="23263" y="5960"/>
                </a:cubicBezTo>
                <a:cubicBezTo>
                  <a:pt x="22985" y="5685"/>
                  <a:pt x="22901" y="5165"/>
                  <a:pt x="22794" y="4805"/>
                </a:cubicBezTo>
                <a:cubicBezTo>
                  <a:pt x="22665" y="4375"/>
                  <a:pt x="22548" y="3939"/>
                  <a:pt x="22445" y="3500"/>
                </a:cubicBezTo>
                <a:cubicBezTo>
                  <a:pt x="22208" y="2493"/>
                  <a:pt x="22040" y="1472"/>
                  <a:pt x="21943" y="441"/>
                </a:cubicBezTo>
                <a:cubicBezTo>
                  <a:pt x="21936" y="369"/>
                  <a:pt x="21865" y="321"/>
                  <a:pt x="21802" y="321"/>
                </a:cubicBezTo>
                <a:cubicBezTo>
                  <a:pt x="21755" y="321"/>
                  <a:pt x="21713" y="347"/>
                  <a:pt x="21705" y="409"/>
                </a:cubicBezTo>
                <a:cubicBezTo>
                  <a:pt x="21704" y="419"/>
                  <a:pt x="21702" y="430"/>
                  <a:pt x="21701" y="441"/>
                </a:cubicBezTo>
                <a:lnTo>
                  <a:pt x="21701" y="441"/>
                </a:lnTo>
                <a:lnTo>
                  <a:pt x="21700" y="441"/>
                </a:lnTo>
                <a:lnTo>
                  <a:pt x="21700" y="441"/>
                </a:lnTo>
                <a:cubicBezTo>
                  <a:pt x="21700" y="442"/>
                  <a:pt x="21700" y="443"/>
                  <a:pt x="21700" y="443"/>
                </a:cubicBezTo>
                <a:lnTo>
                  <a:pt x="21700" y="443"/>
                </a:lnTo>
                <a:cubicBezTo>
                  <a:pt x="21422" y="2412"/>
                  <a:pt x="21064" y="4367"/>
                  <a:pt x="20627" y="6308"/>
                </a:cubicBezTo>
                <a:lnTo>
                  <a:pt x="20627" y="6308"/>
                </a:lnTo>
                <a:cubicBezTo>
                  <a:pt x="20193" y="5809"/>
                  <a:pt x="19613" y="5656"/>
                  <a:pt x="18985" y="5656"/>
                </a:cubicBezTo>
                <a:cubicBezTo>
                  <a:pt x="18017" y="5656"/>
                  <a:pt x="16934" y="6019"/>
                  <a:pt x="16086" y="6040"/>
                </a:cubicBezTo>
                <a:cubicBezTo>
                  <a:pt x="16026" y="6042"/>
                  <a:pt x="15966" y="6042"/>
                  <a:pt x="15906" y="6042"/>
                </a:cubicBezTo>
                <a:cubicBezTo>
                  <a:pt x="15020" y="6042"/>
                  <a:pt x="14142" y="5892"/>
                  <a:pt x="13257" y="5882"/>
                </a:cubicBezTo>
                <a:cubicBezTo>
                  <a:pt x="13220" y="5882"/>
                  <a:pt x="13184" y="5882"/>
                  <a:pt x="13147" y="5882"/>
                </a:cubicBezTo>
                <a:cubicBezTo>
                  <a:pt x="12743" y="5882"/>
                  <a:pt x="12337" y="5916"/>
                  <a:pt x="11944" y="6009"/>
                </a:cubicBezTo>
                <a:cubicBezTo>
                  <a:pt x="11728" y="6062"/>
                  <a:pt x="11524" y="6140"/>
                  <a:pt x="11317" y="6220"/>
                </a:cubicBezTo>
                <a:cubicBezTo>
                  <a:pt x="11229" y="6253"/>
                  <a:pt x="11124" y="6294"/>
                  <a:pt x="11023" y="6294"/>
                </a:cubicBezTo>
                <a:cubicBezTo>
                  <a:pt x="10995" y="6294"/>
                  <a:pt x="10968" y="6291"/>
                  <a:pt x="10941" y="6283"/>
                </a:cubicBezTo>
                <a:cubicBezTo>
                  <a:pt x="10819" y="6250"/>
                  <a:pt x="10737" y="6144"/>
                  <a:pt x="10647" y="6064"/>
                </a:cubicBezTo>
                <a:cubicBezTo>
                  <a:pt x="10474" y="5905"/>
                  <a:pt x="10309" y="5839"/>
                  <a:pt x="10157" y="5839"/>
                </a:cubicBezTo>
                <a:cubicBezTo>
                  <a:pt x="9878" y="5839"/>
                  <a:pt x="9642" y="6062"/>
                  <a:pt x="9476" y="6349"/>
                </a:cubicBezTo>
                <a:lnTo>
                  <a:pt x="9476" y="6349"/>
                </a:lnTo>
                <a:cubicBezTo>
                  <a:pt x="9350" y="4334"/>
                  <a:pt x="9024" y="2335"/>
                  <a:pt x="8503" y="384"/>
                </a:cubicBezTo>
                <a:cubicBezTo>
                  <a:pt x="8488" y="328"/>
                  <a:pt x="8431" y="297"/>
                  <a:pt x="8377" y="297"/>
                </a:cubicBezTo>
                <a:cubicBezTo>
                  <a:pt x="8326" y="297"/>
                  <a:pt x="8278" y="324"/>
                  <a:pt x="8269" y="384"/>
                </a:cubicBezTo>
                <a:cubicBezTo>
                  <a:pt x="7971" y="2396"/>
                  <a:pt x="7391" y="4355"/>
                  <a:pt x="6547" y="6207"/>
                </a:cubicBezTo>
                <a:lnTo>
                  <a:pt x="6547" y="6207"/>
                </a:lnTo>
                <a:cubicBezTo>
                  <a:pt x="5592" y="6031"/>
                  <a:pt x="4624" y="5942"/>
                  <a:pt x="3654" y="5942"/>
                </a:cubicBezTo>
                <a:cubicBezTo>
                  <a:pt x="3490" y="5942"/>
                  <a:pt x="3326" y="5945"/>
                  <a:pt x="3163" y="5950"/>
                </a:cubicBezTo>
                <a:cubicBezTo>
                  <a:pt x="2632" y="5967"/>
                  <a:pt x="2110" y="6035"/>
                  <a:pt x="1582" y="6067"/>
                </a:cubicBezTo>
                <a:cubicBezTo>
                  <a:pt x="1496" y="6073"/>
                  <a:pt x="1406" y="6076"/>
                  <a:pt x="1316" y="6076"/>
                </a:cubicBezTo>
                <a:cubicBezTo>
                  <a:pt x="928" y="6076"/>
                  <a:pt x="522" y="6007"/>
                  <a:pt x="276" y="5683"/>
                </a:cubicBezTo>
                <a:cubicBezTo>
                  <a:pt x="249" y="5647"/>
                  <a:pt x="211" y="5632"/>
                  <a:pt x="174" y="5632"/>
                </a:cubicBezTo>
                <a:cubicBezTo>
                  <a:pt x="86" y="5632"/>
                  <a:pt x="0" y="5719"/>
                  <a:pt x="67" y="5806"/>
                </a:cubicBezTo>
                <a:lnTo>
                  <a:pt x="65" y="5806"/>
                </a:lnTo>
                <a:cubicBezTo>
                  <a:pt x="380" y="6221"/>
                  <a:pt x="854" y="6327"/>
                  <a:pt x="1354" y="6327"/>
                </a:cubicBezTo>
                <a:cubicBezTo>
                  <a:pt x="1802" y="6327"/>
                  <a:pt x="2272" y="6241"/>
                  <a:pt x="2666" y="6216"/>
                </a:cubicBezTo>
                <a:cubicBezTo>
                  <a:pt x="2996" y="6195"/>
                  <a:pt x="3327" y="6185"/>
                  <a:pt x="3658" y="6185"/>
                </a:cubicBezTo>
                <a:cubicBezTo>
                  <a:pt x="4639" y="6185"/>
                  <a:pt x="5619" y="6277"/>
                  <a:pt x="6586" y="6461"/>
                </a:cubicBezTo>
                <a:cubicBezTo>
                  <a:pt x="6594" y="6462"/>
                  <a:pt x="6604" y="6463"/>
                  <a:pt x="6613" y="6463"/>
                </a:cubicBezTo>
                <a:cubicBezTo>
                  <a:pt x="6656" y="6463"/>
                  <a:pt x="6703" y="6446"/>
                  <a:pt x="6723" y="6405"/>
                </a:cubicBezTo>
                <a:cubicBezTo>
                  <a:pt x="7516" y="4686"/>
                  <a:pt x="8085" y="2871"/>
                  <a:pt x="8412" y="1007"/>
                </a:cubicBezTo>
                <a:lnTo>
                  <a:pt x="8412" y="1007"/>
                </a:lnTo>
                <a:cubicBezTo>
                  <a:pt x="8889" y="2938"/>
                  <a:pt x="9173" y="4911"/>
                  <a:pt x="9262" y="6898"/>
                </a:cubicBezTo>
                <a:cubicBezTo>
                  <a:pt x="9265" y="6973"/>
                  <a:pt x="9329" y="7017"/>
                  <a:pt x="9391" y="7017"/>
                </a:cubicBezTo>
                <a:cubicBezTo>
                  <a:pt x="9439" y="7017"/>
                  <a:pt x="9485" y="6990"/>
                  <a:pt x="9500" y="6930"/>
                </a:cubicBezTo>
                <a:cubicBezTo>
                  <a:pt x="9573" y="6645"/>
                  <a:pt x="9736" y="6159"/>
                  <a:pt x="10064" y="6074"/>
                </a:cubicBezTo>
                <a:cubicBezTo>
                  <a:pt x="10093" y="6066"/>
                  <a:pt x="10121" y="6063"/>
                  <a:pt x="10148" y="6063"/>
                </a:cubicBezTo>
                <a:cubicBezTo>
                  <a:pt x="10421" y="6063"/>
                  <a:pt x="10593" y="6421"/>
                  <a:pt x="10845" y="6506"/>
                </a:cubicBezTo>
                <a:cubicBezTo>
                  <a:pt x="10907" y="6526"/>
                  <a:pt x="10969" y="6535"/>
                  <a:pt x="11032" y="6535"/>
                </a:cubicBezTo>
                <a:cubicBezTo>
                  <a:pt x="11319" y="6535"/>
                  <a:pt x="11614" y="6351"/>
                  <a:pt x="11880" y="6277"/>
                </a:cubicBezTo>
                <a:cubicBezTo>
                  <a:pt x="12292" y="6162"/>
                  <a:pt x="12719" y="6124"/>
                  <a:pt x="13145" y="6124"/>
                </a:cubicBezTo>
                <a:cubicBezTo>
                  <a:pt x="13152" y="6124"/>
                  <a:pt x="13159" y="6124"/>
                  <a:pt x="13166" y="6124"/>
                </a:cubicBezTo>
                <a:cubicBezTo>
                  <a:pt x="14006" y="6124"/>
                  <a:pt x="14837" y="6259"/>
                  <a:pt x="15676" y="6281"/>
                </a:cubicBezTo>
                <a:cubicBezTo>
                  <a:pt x="15722" y="6282"/>
                  <a:pt x="15768" y="6283"/>
                  <a:pt x="15814" y="6283"/>
                </a:cubicBezTo>
                <a:cubicBezTo>
                  <a:pt x="16620" y="6283"/>
                  <a:pt x="17375" y="6095"/>
                  <a:pt x="18170" y="5963"/>
                </a:cubicBezTo>
                <a:cubicBezTo>
                  <a:pt x="18399" y="5925"/>
                  <a:pt x="18644" y="5900"/>
                  <a:pt x="18889" y="5900"/>
                </a:cubicBezTo>
                <a:cubicBezTo>
                  <a:pt x="19544" y="5900"/>
                  <a:pt x="20204" y="6076"/>
                  <a:pt x="20584" y="6648"/>
                </a:cubicBezTo>
                <a:cubicBezTo>
                  <a:pt x="20609" y="6686"/>
                  <a:pt x="20652" y="6706"/>
                  <a:pt x="20694" y="6706"/>
                </a:cubicBezTo>
                <a:cubicBezTo>
                  <a:pt x="20744" y="6706"/>
                  <a:pt x="20792" y="6678"/>
                  <a:pt x="20805" y="6620"/>
                </a:cubicBezTo>
                <a:cubicBezTo>
                  <a:pt x="21202" y="4882"/>
                  <a:pt x="21536" y="3131"/>
                  <a:pt x="21806" y="1368"/>
                </a:cubicBezTo>
                <a:lnTo>
                  <a:pt x="21806" y="1368"/>
                </a:lnTo>
                <a:cubicBezTo>
                  <a:pt x="21895" y="2027"/>
                  <a:pt x="22012" y="2681"/>
                  <a:pt x="22156" y="3330"/>
                </a:cubicBezTo>
                <a:cubicBezTo>
                  <a:pt x="22266" y="3816"/>
                  <a:pt x="22392" y="4298"/>
                  <a:pt x="22533" y="4777"/>
                </a:cubicBezTo>
                <a:cubicBezTo>
                  <a:pt x="22649" y="5170"/>
                  <a:pt x="22741" y="5625"/>
                  <a:pt x="22967" y="5973"/>
                </a:cubicBezTo>
                <a:cubicBezTo>
                  <a:pt x="23099" y="6175"/>
                  <a:pt x="23293" y="6317"/>
                  <a:pt x="23520" y="6317"/>
                </a:cubicBezTo>
                <a:cubicBezTo>
                  <a:pt x="23577" y="6317"/>
                  <a:pt x="23636" y="6308"/>
                  <a:pt x="23697" y="6289"/>
                </a:cubicBezTo>
                <a:cubicBezTo>
                  <a:pt x="23862" y="6236"/>
                  <a:pt x="23995" y="6124"/>
                  <a:pt x="24144" y="6039"/>
                </a:cubicBezTo>
                <a:cubicBezTo>
                  <a:pt x="24324" y="5935"/>
                  <a:pt x="24517" y="5894"/>
                  <a:pt x="24718" y="5894"/>
                </a:cubicBezTo>
                <a:cubicBezTo>
                  <a:pt x="24772" y="5894"/>
                  <a:pt x="24825" y="5896"/>
                  <a:pt x="24880" y="5902"/>
                </a:cubicBezTo>
                <a:cubicBezTo>
                  <a:pt x="25352" y="5951"/>
                  <a:pt x="25797" y="6154"/>
                  <a:pt x="26260" y="6251"/>
                </a:cubicBezTo>
                <a:cubicBezTo>
                  <a:pt x="26616" y="6325"/>
                  <a:pt x="26978" y="6363"/>
                  <a:pt x="27342" y="6363"/>
                </a:cubicBezTo>
                <a:cubicBezTo>
                  <a:pt x="27415" y="6363"/>
                  <a:pt x="27488" y="6361"/>
                  <a:pt x="27561" y="6358"/>
                </a:cubicBezTo>
                <a:cubicBezTo>
                  <a:pt x="28533" y="6322"/>
                  <a:pt x="29480" y="6039"/>
                  <a:pt x="30344" y="5599"/>
                </a:cubicBezTo>
                <a:lnTo>
                  <a:pt x="30344" y="5599"/>
                </a:lnTo>
                <a:cubicBezTo>
                  <a:pt x="30725" y="5890"/>
                  <a:pt x="31192" y="5960"/>
                  <a:pt x="31663" y="5960"/>
                </a:cubicBezTo>
                <a:cubicBezTo>
                  <a:pt x="31741" y="5960"/>
                  <a:pt x="31819" y="5958"/>
                  <a:pt x="31897" y="5955"/>
                </a:cubicBezTo>
                <a:cubicBezTo>
                  <a:pt x="32694" y="5924"/>
                  <a:pt x="33491" y="5877"/>
                  <a:pt x="34290" y="5873"/>
                </a:cubicBezTo>
                <a:cubicBezTo>
                  <a:pt x="34342" y="5873"/>
                  <a:pt x="34394" y="5873"/>
                  <a:pt x="34445" y="5873"/>
                </a:cubicBezTo>
                <a:cubicBezTo>
                  <a:pt x="36049" y="5873"/>
                  <a:pt x="37649" y="5970"/>
                  <a:pt x="39242" y="6166"/>
                </a:cubicBezTo>
                <a:cubicBezTo>
                  <a:pt x="39246" y="6166"/>
                  <a:pt x="39250" y="6166"/>
                  <a:pt x="39253" y="6166"/>
                </a:cubicBezTo>
                <a:cubicBezTo>
                  <a:pt x="39316" y="6166"/>
                  <a:pt x="39358" y="6100"/>
                  <a:pt x="39362" y="6044"/>
                </a:cubicBezTo>
                <a:cubicBezTo>
                  <a:pt x="39496" y="4312"/>
                  <a:pt x="39757" y="2592"/>
                  <a:pt x="40142" y="898"/>
                </a:cubicBezTo>
                <a:lnTo>
                  <a:pt x="40142" y="898"/>
                </a:lnTo>
                <a:cubicBezTo>
                  <a:pt x="40298" y="2532"/>
                  <a:pt x="40648" y="4141"/>
                  <a:pt x="41185" y="5694"/>
                </a:cubicBezTo>
                <a:cubicBezTo>
                  <a:pt x="41201" y="5745"/>
                  <a:pt x="41249" y="5782"/>
                  <a:pt x="41303" y="5783"/>
                </a:cubicBezTo>
                <a:cubicBezTo>
                  <a:pt x="43109" y="5836"/>
                  <a:pt x="44916" y="5857"/>
                  <a:pt x="46722" y="5857"/>
                </a:cubicBezTo>
                <a:cubicBezTo>
                  <a:pt x="48292" y="5857"/>
                  <a:pt x="49861" y="5841"/>
                  <a:pt x="51431" y="5818"/>
                </a:cubicBezTo>
                <a:cubicBezTo>
                  <a:pt x="51585" y="5815"/>
                  <a:pt x="51587" y="5576"/>
                  <a:pt x="51433" y="5576"/>
                </a:cubicBezTo>
                <a:cubicBezTo>
                  <a:pt x="51433" y="5576"/>
                  <a:pt x="51432" y="5576"/>
                  <a:pt x="51431" y="5576"/>
                </a:cubicBezTo>
                <a:cubicBezTo>
                  <a:pt x="49855" y="5599"/>
                  <a:pt x="48279" y="5615"/>
                  <a:pt x="46703" y="5615"/>
                </a:cubicBezTo>
                <a:cubicBezTo>
                  <a:pt x="44931" y="5615"/>
                  <a:pt x="43160" y="5595"/>
                  <a:pt x="41389" y="5544"/>
                </a:cubicBezTo>
                <a:lnTo>
                  <a:pt x="41389" y="5544"/>
                </a:lnTo>
                <a:cubicBezTo>
                  <a:pt x="40791" y="3792"/>
                  <a:pt x="40432" y="1967"/>
                  <a:pt x="40324" y="119"/>
                </a:cubicBezTo>
                <a:cubicBezTo>
                  <a:pt x="40320" y="45"/>
                  <a:pt x="40255" y="0"/>
                  <a:pt x="4019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4" name="Google Shape;364;p16"/>
          <p:cNvSpPr/>
          <p:nvPr/>
        </p:nvSpPr>
        <p:spPr>
          <a:xfrm flipH="1">
            <a:off x="4909484" y="4163735"/>
            <a:ext cx="5846984" cy="795307"/>
          </a:xfrm>
          <a:custGeom>
            <a:avLst/>
            <a:gdLst/>
            <a:ahLst/>
            <a:cxnLst/>
            <a:rect l="l" t="t" r="r" b="b"/>
            <a:pathLst>
              <a:path w="51588" h="7017" extrusionOk="0">
                <a:moveTo>
                  <a:pt x="40194" y="0"/>
                </a:moveTo>
                <a:cubicBezTo>
                  <a:pt x="40147" y="0"/>
                  <a:pt x="40101" y="26"/>
                  <a:pt x="40086" y="87"/>
                </a:cubicBezTo>
                <a:cubicBezTo>
                  <a:pt x="39609" y="1998"/>
                  <a:pt x="39290" y="3945"/>
                  <a:pt x="39132" y="5911"/>
                </a:cubicBezTo>
                <a:lnTo>
                  <a:pt x="39132" y="5911"/>
                </a:lnTo>
                <a:cubicBezTo>
                  <a:pt x="37627" y="5730"/>
                  <a:pt x="36112" y="5637"/>
                  <a:pt x="34595" y="5632"/>
                </a:cubicBezTo>
                <a:cubicBezTo>
                  <a:pt x="34552" y="5631"/>
                  <a:pt x="34509" y="5631"/>
                  <a:pt x="34466" y="5631"/>
                </a:cubicBezTo>
                <a:cubicBezTo>
                  <a:pt x="33733" y="5631"/>
                  <a:pt x="33000" y="5652"/>
                  <a:pt x="32268" y="5694"/>
                </a:cubicBezTo>
                <a:cubicBezTo>
                  <a:pt x="32063" y="5705"/>
                  <a:pt x="31847" y="5721"/>
                  <a:pt x="31632" y="5721"/>
                </a:cubicBezTo>
                <a:cubicBezTo>
                  <a:pt x="31203" y="5721"/>
                  <a:pt x="30776" y="5658"/>
                  <a:pt x="30444" y="5370"/>
                </a:cubicBezTo>
                <a:cubicBezTo>
                  <a:pt x="30421" y="5348"/>
                  <a:pt x="30390" y="5336"/>
                  <a:pt x="30358" y="5336"/>
                </a:cubicBezTo>
                <a:cubicBezTo>
                  <a:pt x="30338" y="5336"/>
                  <a:pt x="30317" y="5341"/>
                  <a:pt x="30298" y="5351"/>
                </a:cubicBezTo>
                <a:cubicBezTo>
                  <a:pt x="29530" y="5752"/>
                  <a:pt x="28691" y="6027"/>
                  <a:pt x="27824" y="6100"/>
                </a:cubicBezTo>
                <a:cubicBezTo>
                  <a:pt x="27667" y="6114"/>
                  <a:pt x="27509" y="6121"/>
                  <a:pt x="27352" y="6121"/>
                </a:cubicBezTo>
                <a:cubicBezTo>
                  <a:pt x="27081" y="6121"/>
                  <a:pt x="26809" y="6100"/>
                  <a:pt x="26540" y="6058"/>
                </a:cubicBezTo>
                <a:cubicBezTo>
                  <a:pt x="26145" y="5994"/>
                  <a:pt x="25771" y="5859"/>
                  <a:pt x="25384" y="5757"/>
                </a:cubicBezTo>
                <a:cubicBezTo>
                  <a:pt x="25163" y="5699"/>
                  <a:pt x="24931" y="5651"/>
                  <a:pt x="24701" y="5651"/>
                </a:cubicBezTo>
                <a:cubicBezTo>
                  <a:pt x="24569" y="5651"/>
                  <a:pt x="24439" y="5666"/>
                  <a:pt x="24311" y="5704"/>
                </a:cubicBezTo>
                <a:cubicBezTo>
                  <a:pt x="24066" y="5776"/>
                  <a:pt x="23773" y="6065"/>
                  <a:pt x="23508" y="6065"/>
                </a:cubicBezTo>
                <a:cubicBezTo>
                  <a:pt x="23423" y="6065"/>
                  <a:pt x="23340" y="6036"/>
                  <a:pt x="23263" y="5960"/>
                </a:cubicBezTo>
                <a:cubicBezTo>
                  <a:pt x="22985" y="5685"/>
                  <a:pt x="22901" y="5165"/>
                  <a:pt x="22794" y="4805"/>
                </a:cubicBezTo>
                <a:cubicBezTo>
                  <a:pt x="22665" y="4375"/>
                  <a:pt x="22548" y="3939"/>
                  <a:pt x="22445" y="3500"/>
                </a:cubicBezTo>
                <a:cubicBezTo>
                  <a:pt x="22208" y="2493"/>
                  <a:pt x="22040" y="1472"/>
                  <a:pt x="21943" y="441"/>
                </a:cubicBezTo>
                <a:cubicBezTo>
                  <a:pt x="21936" y="369"/>
                  <a:pt x="21865" y="321"/>
                  <a:pt x="21802" y="321"/>
                </a:cubicBezTo>
                <a:cubicBezTo>
                  <a:pt x="21755" y="321"/>
                  <a:pt x="21713" y="347"/>
                  <a:pt x="21705" y="409"/>
                </a:cubicBezTo>
                <a:cubicBezTo>
                  <a:pt x="21704" y="419"/>
                  <a:pt x="21702" y="430"/>
                  <a:pt x="21701" y="441"/>
                </a:cubicBezTo>
                <a:lnTo>
                  <a:pt x="21701" y="441"/>
                </a:lnTo>
                <a:lnTo>
                  <a:pt x="21700" y="441"/>
                </a:lnTo>
                <a:lnTo>
                  <a:pt x="21700" y="441"/>
                </a:lnTo>
                <a:cubicBezTo>
                  <a:pt x="21700" y="442"/>
                  <a:pt x="21700" y="443"/>
                  <a:pt x="21700" y="443"/>
                </a:cubicBezTo>
                <a:lnTo>
                  <a:pt x="21700" y="443"/>
                </a:lnTo>
                <a:cubicBezTo>
                  <a:pt x="21422" y="2412"/>
                  <a:pt x="21064" y="4367"/>
                  <a:pt x="20627" y="6308"/>
                </a:cubicBezTo>
                <a:lnTo>
                  <a:pt x="20627" y="6308"/>
                </a:lnTo>
                <a:cubicBezTo>
                  <a:pt x="20193" y="5809"/>
                  <a:pt x="19613" y="5656"/>
                  <a:pt x="18985" y="5656"/>
                </a:cubicBezTo>
                <a:cubicBezTo>
                  <a:pt x="18017" y="5656"/>
                  <a:pt x="16934" y="6019"/>
                  <a:pt x="16086" y="6040"/>
                </a:cubicBezTo>
                <a:cubicBezTo>
                  <a:pt x="16026" y="6042"/>
                  <a:pt x="15966" y="6042"/>
                  <a:pt x="15906" y="6042"/>
                </a:cubicBezTo>
                <a:cubicBezTo>
                  <a:pt x="15020" y="6042"/>
                  <a:pt x="14142" y="5892"/>
                  <a:pt x="13257" y="5882"/>
                </a:cubicBezTo>
                <a:cubicBezTo>
                  <a:pt x="13220" y="5882"/>
                  <a:pt x="13184" y="5882"/>
                  <a:pt x="13147" y="5882"/>
                </a:cubicBezTo>
                <a:cubicBezTo>
                  <a:pt x="12743" y="5882"/>
                  <a:pt x="12337" y="5916"/>
                  <a:pt x="11944" y="6009"/>
                </a:cubicBezTo>
                <a:cubicBezTo>
                  <a:pt x="11728" y="6062"/>
                  <a:pt x="11524" y="6140"/>
                  <a:pt x="11317" y="6220"/>
                </a:cubicBezTo>
                <a:cubicBezTo>
                  <a:pt x="11229" y="6253"/>
                  <a:pt x="11124" y="6294"/>
                  <a:pt x="11023" y="6294"/>
                </a:cubicBezTo>
                <a:cubicBezTo>
                  <a:pt x="10995" y="6294"/>
                  <a:pt x="10968" y="6291"/>
                  <a:pt x="10941" y="6283"/>
                </a:cubicBezTo>
                <a:cubicBezTo>
                  <a:pt x="10819" y="6250"/>
                  <a:pt x="10737" y="6144"/>
                  <a:pt x="10647" y="6064"/>
                </a:cubicBezTo>
                <a:cubicBezTo>
                  <a:pt x="10474" y="5905"/>
                  <a:pt x="10309" y="5839"/>
                  <a:pt x="10157" y="5839"/>
                </a:cubicBezTo>
                <a:cubicBezTo>
                  <a:pt x="9878" y="5839"/>
                  <a:pt x="9642" y="6062"/>
                  <a:pt x="9476" y="6349"/>
                </a:cubicBezTo>
                <a:lnTo>
                  <a:pt x="9476" y="6349"/>
                </a:lnTo>
                <a:cubicBezTo>
                  <a:pt x="9350" y="4334"/>
                  <a:pt x="9024" y="2335"/>
                  <a:pt x="8503" y="384"/>
                </a:cubicBezTo>
                <a:cubicBezTo>
                  <a:pt x="8488" y="328"/>
                  <a:pt x="8431" y="297"/>
                  <a:pt x="8377" y="297"/>
                </a:cubicBezTo>
                <a:cubicBezTo>
                  <a:pt x="8326" y="297"/>
                  <a:pt x="8278" y="324"/>
                  <a:pt x="8269" y="384"/>
                </a:cubicBezTo>
                <a:cubicBezTo>
                  <a:pt x="7971" y="2396"/>
                  <a:pt x="7391" y="4355"/>
                  <a:pt x="6547" y="6207"/>
                </a:cubicBezTo>
                <a:lnTo>
                  <a:pt x="6547" y="6207"/>
                </a:lnTo>
                <a:cubicBezTo>
                  <a:pt x="5592" y="6031"/>
                  <a:pt x="4624" y="5942"/>
                  <a:pt x="3654" y="5942"/>
                </a:cubicBezTo>
                <a:cubicBezTo>
                  <a:pt x="3490" y="5942"/>
                  <a:pt x="3326" y="5945"/>
                  <a:pt x="3163" y="5950"/>
                </a:cubicBezTo>
                <a:cubicBezTo>
                  <a:pt x="2632" y="5967"/>
                  <a:pt x="2110" y="6035"/>
                  <a:pt x="1582" y="6067"/>
                </a:cubicBezTo>
                <a:cubicBezTo>
                  <a:pt x="1496" y="6073"/>
                  <a:pt x="1406" y="6076"/>
                  <a:pt x="1316" y="6076"/>
                </a:cubicBezTo>
                <a:cubicBezTo>
                  <a:pt x="928" y="6076"/>
                  <a:pt x="522" y="6007"/>
                  <a:pt x="276" y="5683"/>
                </a:cubicBezTo>
                <a:cubicBezTo>
                  <a:pt x="249" y="5647"/>
                  <a:pt x="211" y="5632"/>
                  <a:pt x="174" y="5632"/>
                </a:cubicBezTo>
                <a:cubicBezTo>
                  <a:pt x="86" y="5632"/>
                  <a:pt x="0" y="5719"/>
                  <a:pt x="67" y="5806"/>
                </a:cubicBezTo>
                <a:lnTo>
                  <a:pt x="65" y="5806"/>
                </a:lnTo>
                <a:cubicBezTo>
                  <a:pt x="380" y="6221"/>
                  <a:pt x="854" y="6327"/>
                  <a:pt x="1354" y="6327"/>
                </a:cubicBezTo>
                <a:cubicBezTo>
                  <a:pt x="1802" y="6327"/>
                  <a:pt x="2272" y="6241"/>
                  <a:pt x="2666" y="6216"/>
                </a:cubicBezTo>
                <a:cubicBezTo>
                  <a:pt x="2996" y="6195"/>
                  <a:pt x="3327" y="6185"/>
                  <a:pt x="3658" y="6185"/>
                </a:cubicBezTo>
                <a:cubicBezTo>
                  <a:pt x="4639" y="6185"/>
                  <a:pt x="5619" y="6277"/>
                  <a:pt x="6586" y="6461"/>
                </a:cubicBezTo>
                <a:cubicBezTo>
                  <a:pt x="6594" y="6462"/>
                  <a:pt x="6604" y="6463"/>
                  <a:pt x="6613" y="6463"/>
                </a:cubicBezTo>
                <a:cubicBezTo>
                  <a:pt x="6656" y="6463"/>
                  <a:pt x="6703" y="6446"/>
                  <a:pt x="6723" y="6405"/>
                </a:cubicBezTo>
                <a:cubicBezTo>
                  <a:pt x="7516" y="4686"/>
                  <a:pt x="8085" y="2871"/>
                  <a:pt x="8412" y="1007"/>
                </a:cubicBezTo>
                <a:lnTo>
                  <a:pt x="8412" y="1007"/>
                </a:lnTo>
                <a:cubicBezTo>
                  <a:pt x="8889" y="2938"/>
                  <a:pt x="9173" y="4911"/>
                  <a:pt x="9262" y="6898"/>
                </a:cubicBezTo>
                <a:cubicBezTo>
                  <a:pt x="9265" y="6973"/>
                  <a:pt x="9329" y="7017"/>
                  <a:pt x="9391" y="7017"/>
                </a:cubicBezTo>
                <a:cubicBezTo>
                  <a:pt x="9439" y="7017"/>
                  <a:pt x="9485" y="6990"/>
                  <a:pt x="9500" y="6930"/>
                </a:cubicBezTo>
                <a:cubicBezTo>
                  <a:pt x="9573" y="6645"/>
                  <a:pt x="9736" y="6159"/>
                  <a:pt x="10064" y="6074"/>
                </a:cubicBezTo>
                <a:cubicBezTo>
                  <a:pt x="10093" y="6066"/>
                  <a:pt x="10121" y="6063"/>
                  <a:pt x="10148" y="6063"/>
                </a:cubicBezTo>
                <a:cubicBezTo>
                  <a:pt x="10421" y="6063"/>
                  <a:pt x="10593" y="6421"/>
                  <a:pt x="10845" y="6506"/>
                </a:cubicBezTo>
                <a:cubicBezTo>
                  <a:pt x="10907" y="6526"/>
                  <a:pt x="10969" y="6535"/>
                  <a:pt x="11032" y="6535"/>
                </a:cubicBezTo>
                <a:cubicBezTo>
                  <a:pt x="11319" y="6535"/>
                  <a:pt x="11614" y="6351"/>
                  <a:pt x="11880" y="6277"/>
                </a:cubicBezTo>
                <a:cubicBezTo>
                  <a:pt x="12292" y="6162"/>
                  <a:pt x="12719" y="6124"/>
                  <a:pt x="13145" y="6124"/>
                </a:cubicBezTo>
                <a:cubicBezTo>
                  <a:pt x="13152" y="6124"/>
                  <a:pt x="13159" y="6124"/>
                  <a:pt x="13166" y="6124"/>
                </a:cubicBezTo>
                <a:cubicBezTo>
                  <a:pt x="14006" y="6124"/>
                  <a:pt x="14837" y="6259"/>
                  <a:pt x="15676" y="6281"/>
                </a:cubicBezTo>
                <a:cubicBezTo>
                  <a:pt x="15722" y="6282"/>
                  <a:pt x="15768" y="6283"/>
                  <a:pt x="15814" y="6283"/>
                </a:cubicBezTo>
                <a:cubicBezTo>
                  <a:pt x="16620" y="6283"/>
                  <a:pt x="17375" y="6095"/>
                  <a:pt x="18170" y="5963"/>
                </a:cubicBezTo>
                <a:cubicBezTo>
                  <a:pt x="18399" y="5925"/>
                  <a:pt x="18644" y="5900"/>
                  <a:pt x="18889" y="5900"/>
                </a:cubicBezTo>
                <a:cubicBezTo>
                  <a:pt x="19544" y="5900"/>
                  <a:pt x="20204" y="6076"/>
                  <a:pt x="20584" y="6648"/>
                </a:cubicBezTo>
                <a:cubicBezTo>
                  <a:pt x="20609" y="6686"/>
                  <a:pt x="20652" y="6706"/>
                  <a:pt x="20694" y="6706"/>
                </a:cubicBezTo>
                <a:cubicBezTo>
                  <a:pt x="20744" y="6706"/>
                  <a:pt x="20792" y="6678"/>
                  <a:pt x="20805" y="6620"/>
                </a:cubicBezTo>
                <a:cubicBezTo>
                  <a:pt x="21202" y="4882"/>
                  <a:pt x="21536" y="3131"/>
                  <a:pt x="21806" y="1368"/>
                </a:cubicBezTo>
                <a:lnTo>
                  <a:pt x="21806" y="1368"/>
                </a:lnTo>
                <a:cubicBezTo>
                  <a:pt x="21895" y="2027"/>
                  <a:pt x="22012" y="2681"/>
                  <a:pt x="22156" y="3330"/>
                </a:cubicBezTo>
                <a:cubicBezTo>
                  <a:pt x="22266" y="3816"/>
                  <a:pt x="22392" y="4298"/>
                  <a:pt x="22533" y="4777"/>
                </a:cubicBezTo>
                <a:cubicBezTo>
                  <a:pt x="22649" y="5170"/>
                  <a:pt x="22741" y="5625"/>
                  <a:pt x="22967" y="5973"/>
                </a:cubicBezTo>
                <a:cubicBezTo>
                  <a:pt x="23099" y="6175"/>
                  <a:pt x="23293" y="6317"/>
                  <a:pt x="23520" y="6317"/>
                </a:cubicBezTo>
                <a:cubicBezTo>
                  <a:pt x="23577" y="6317"/>
                  <a:pt x="23636" y="6308"/>
                  <a:pt x="23697" y="6289"/>
                </a:cubicBezTo>
                <a:cubicBezTo>
                  <a:pt x="23862" y="6236"/>
                  <a:pt x="23995" y="6124"/>
                  <a:pt x="24144" y="6039"/>
                </a:cubicBezTo>
                <a:cubicBezTo>
                  <a:pt x="24324" y="5935"/>
                  <a:pt x="24517" y="5894"/>
                  <a:pt x="24718" y="5894"/>
                </a:cubicBezTo>
                <a:cubicBezTo>
                  <a:pt x="24772" y="5894"/>
                  <a:pt x="24825" y="5896"/>
                  <a:pt x="24880" y="5902"/>
                </a:cubicBezTo>
                <a:cubicBezTo>
                  <a:pt x="25352" y="5951"/>
                  <a:pt x="25797" y="6154"/>
                  <a:pt x="26260" y="6251"/>
                </a:cubicBezTo>
                <a:cubicBezTo>
                  <a:pt x="26616" y="6325"/>
                  <a:pt x="26978" y="6363"/>
                  <a:pt x="27342" y="6363"/>
                </a:cubicBezTo>
                <a:cubicBezTo>
                  <a:pt x="27415" y="6363"/>
                  <a:pt x="27488" y="6361"/>
                  <a:pt x="27561" y="6358"/>
                </a:cubicBezTo>
                <a:cubicBezTo>
                  <a:pt x="28533" y="6322"/>
                  <a:pt x="29480" y="6039"/>
                  <a:pt x="30344" y="5599"/>
                </a:cubicBezTo>
                <a:lnTo>
                  <a:pt x="30344" y="5599"/>
                </a:lnTo>
                <a:cubicBezTo>
                  <a:pt x="30725" y="5890"/>
                  <a:pt x="31192" y="5960"/>
                  <a:pt x="31663" y="5960"/>
                </a:cubicBezTo>
                <a:cubicBezTo>
                  <a:pt x="31741" y="5960"/>
                  <a:pt x="31819" y="5958"/>
                  <a:pt x="31897" y="5955"/>
                </a:cubicBezTo>
                <a:cubicBezTo>
                  <a:pt x="32694" y="5924"/>
                  <a:pt x="33491" y="5877"/>
                  <a:pt x="34290" y="5873"/>
                </a:cubicBezTo>
                <a:cubicBezTo>
                  <a:pt x="34342" y="5873"/>
                  <a:pt x="34394" y="5873"/>
                  <a:pt x="34445" y="5873"/>
                </a:cubicBezTo>
                <a:cubicBezTo>
                  <a:pt x="36049" y="5873"/>
                  <a:pt x="37649" y="5970"/>
                  <a:pt x="39242" y="6166"/>
                </a:cubicBezTo>
                <a:cubicBezTo>
                  <a:pt x="39246" y="6166"/>
                  <a:pt x="39250" y="6166"/>
                  <a:pt x="39253" y="6166"/>
                </a:cubicBezTo>
                <a:cubicBezTo>
                  <a:pt x="39316" y="6166"/>
                  <a:pt x="39358" y="6100"/>
                  <a:pt x="39362" y="6044"/>
                </a:cubicBezTo>
                <a:cubicBezTo>
                  <a:pt x="39496" y="4312"/>
                  <a:pt x="39757" y="2592"/>
                  <a:pt x="40142" y="898"/>
                </a:cubicBezTo>
                <a:lnTo>
                  <a:pt x="40142" y="898"/>
                </a:lnTo>
                <a:cubicBezTo>
                  <a:pt x="40298" y="2532"/>
                  <a:pt x="40648" y="4141"/>
                  <a:pt x="41185" y="5694"/>
                </a:cubicBezTo>
                <a:cubicBezTo>
                  <a:pt x="41201" y="5745"/>
                  <a:pt x="41249" y="5782"/>
                  <a:pt x="41303" y="5783"/>
                </a:cubicBezTo>
                <a:cubicBezTo>
                  <a:pt x="43109" y="5836"/>
                  <a:pt x="44916" y="5857"/>
                  <a:pt x="46722" y="5857"/>
                </a:cubicBezTo>
                <a:cubicBezTo>
                  <a:pt x="48292" y="5857"/>
                  <a:pt x="49861" y="5841"/>
                  <a:pt x="51431" y="5818"/>
                </a:cubicBezTo>
                <a:cubicBezTo>
                  <a:pt x="51585" y="5815"/>
                  <a:pt x="51587" y="5576"/>
                  <a:pt x="51433" y="5576"/>
                </a:cubicBezTo>
                <a:cubicBezTo>
                  <a:pt x="51433" y="5576"/>
                  <a:pt x="51432" y="5576"/>
                  <a:pt x="51431" y="5576"/>
                </a:cubicBezTo>
                <a:cubicBezTo>
                  <a:pt x="49855" y="5599"/>
                  <a:pt x="48279" y="5615"/>
                  <a:pt x="46703" y="5615"/>
                </a:cubicBezTo>
                <a:cubicBezTo>
                  <a:pt x="44931" y="5615"/>
                  <a:pt x="43160" y="5595"/>
                  <a:pt x="41389" y="5544"/>
                </a:cubicBezTo>
                <a:lnTo>
                  <a:pt x="41389" y="5544"/>
                </a:lnTo>
                <a:cubicBezTo>
                  <a:pt x="40791" y="3792"/>
                  <a:pt x="40432" y="1967"/>
                  <a:pt x="40324" y="119"/>
                </a:cubicBezTo>
                <a:cubicBezTo>
                  <a:pt x="40320" y="45"/>
                  <a:pt x="40255" y="0"/>
                  <a:pt x="4019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21"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17"/>
          <p:cNvSpPr txBox="1">
            <a:spLocks noGrp="1"/>
          </p:cNvSpPr>
          <p:nvPr>
            <p:ph type="title"/>
          </p:nvPr>
        </p:nvSpPr>
        <p:spPr>
          <a:xfrm>
            <a:off x="3386150" y="2545763"/>
            <a:ext cx="3651600" cy="83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40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67" name="Google Shape;367;p17"/>
          <p:cNvSpPr txBox="1">
            <a:spLocks noGrp="1"/>
          </p:cNvSpPr>
          <p:nvPr>
            <p:ph type="title" idx="2" hasCustomPrompt="1"/>
          </p:nvPr>
        </p:nvSpPr>
        <p:spPr>
          <a:xfrm>
            <a:off x="5762450" y="1631644"/>
            <a:ext cx="1275300" cy="90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6100">
                <a:solidFill>
                  <a:schemeClr val="accen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68" name="Google Shape;368;p17"/>
          <p:cNvSpPr txBox="1">
            <a:spLocks noGrp="1"/>
          </p:cNvSpPr>
          <p:nvPr>
            <p:ph type="subTitle" idx="1"/>
          </p:nvPr>
        </p:nvSpPr>
        <p:spPr>
          <a:xfrm>
            <a:off x="4701350" y="3382178"/>
            <a:ext cx="2336400" cy="60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9" name="Google Shape;369;p17"/>
          <p:cNvSpPr/>
          <p:nvPr/>
        </p:nvSpPr>
        <p:spPr>
          <a:xfrm rot="10800000">
            <a:off x="4499826" y="5328815"/>
            <a:ext cx="442899" cy="443149"/>
          </a:xfrm>
          <a:custGeom>
            <a:avLst/>
            <a:gdLst/>
            <a:ahLst/>
            <a:cxnLst/>
            <a:rect l="l" t="t" r="r" b="b"/>
            <a:pathLst>
              <a:path w="1833" h="1834" extrusionOk="0">
                <a:moveTo>
                  <a:pt x="916" y="1"/>
                </a:moveTo>
                <a:cubicBezTo>
                  <a:pt x="410" y="1"/>
                  <a:pt x="1" y="412"/>
                  <a:pt x="1" y="918"/>
                </a:cubicBezTo>
                <a:cubicBezTo>
                  <a:pt x="1" y="1423"/>
                  <a:pt x="410" y="1833"/>
                  <a:pt x="916" y="1833"/>
                </a:cubicBezTo>
                <a:cubicBezTo>
                  <a:pt x="1423" y="1833"/>
                  <a:pt x="1833" y="1423"/>
                  <a:pt x="1833" y="918"/>
                </a:cubicBezTo>
                <a:cubicBezTo>
                  <a:pt x="1833" y="412"/>
                  <a:pt x="1423" y="1"/>
                  <a:pt x="91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0" name="Google Shape;370;p17"/>
          <p:cNvSpPr/>
          <p:nvPr/>
        </p:nvSpPr>
        <p:spPr>
          <a:xfrm rot="10800000">
            <a:off x="1443962" y="4934603"/>
            <a:ext cx="600438" cy="600692"/>
          </a:xfrm>
          <a:custGeom>
            <a:avLst/>
            <a:gdLst/>
            <a:ahLst/>
            <a:cxnLst/>
            <a:rect l="l" t="t" r="r" b="b"/>
            <a:pathLst>
              <a:path w="2485" h="2486" extrusionOk="0">
                <a:moveTo>
                  <a:pt x="1242" y="1"/>
                </a:moveTo>
                <a:cubicBezTo>
                  <a:pt x="557" y="1"/>
                  <a:pt x="1" y="557"/>
                  <a:pt x="1" y="1242"/>
                </a:cubicBezTo>
                <a:cubicBezTo>
                  <a:pt x="1" y="1929"/>
                  <a:pt x="557" y="2485"/>
                  <a:pt x="1242" y="2485"/>
                </a:cubicBezTo>
                <a:cubicBezTo>
                  <a:pt x="1929" y="2485"/>
                  <a:pt x="2485" y="1929"/>
                  <a:pt x="2485" y="1242"/>
                </a:cubicBezTo>
                <a:cubicBezTo>
                  <a:pt x="2485" y="557"/>
                  <a:pt x="1929" y="1"/>
                  <a:pt x="1242" y="1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1" name="Google Shape;371;p17"/>
          <p:cNvSpPr/>
          <p:nvPr/>
        </p:nvSpPr>
        <p:spPr>
          <a:xfrm rot="10800000">
            <a:off x="2479339" y="5062300"/>
            <a:ext cx="345282" cy="345289"/>
          </a:xfrm>
          <a:custGeom>
            <a:avLst/>
            <a:gdLst/>
            <a:ahLst/>
            <a:cxnLst/>
            <a:rect l="l" t="t" r="r" b="b"/>
            <a:pathLst>
              <a:path w="1429" h="1429" extrusionOk="0">
                <a:moveTo>
                  <a:pt x="715" y="1"/>
                </a:moveTo>
                <a:cubicBezTo>
                  <a:pt x="320" y="1"/>
                  <a:pt x="1" y="320"/>
                  <a:pt x="1" y="715"/>
                </a:cubicBezTo>
                <a:cubicBezTo>
                  <a:pt x="1" y="1109"/>
                  <a:pt x="320" y="1428"/>
                  <a:pt x="715" y="1428"/>
                </a:cubicBezTo>
                <a:cubicBezTo>
                  <a:pt x="1108" y="1428"/>
                  <a:pt x="1429" y="1109"/>
                  <a:pt x="1429" y="715"/>
                </a:cubicBezTo>
                <a:cubicBezTo>
                  <a:pt x="1429" y="320"/>
                  <a:pt x="1108" y="1"/>
                  <a:pt x="71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2" name="Google Shape;372;p17"/>
          <p:cNvSpPr/>
          <p:nvPr/>
        </p:nvSpPr>
        <p:spPr>
          <a:xfrm rot="10800000">
            <a:off x="6351414" y="5097226"/>
            <a:ext cx="748796" cy="680672"/>
          </a:xfrm>
          <a:custGeom>
            <a:avLst/>
            <a:gdLst/>
            <a:ahLst/>
            <a:cxnLst/>
            <a:rect l="l" t="t" r="r" b="b"/>
            <a:pathLst>
              <a:path w="3099" h="2817" extrusionOk="0">
                <a:moveTo>
                  <a:pt x="1548" y="0"/>
                </a:moveTo>
                <a:cubicBezTo>
                  <a:pt x="910" y="0"/>
                  <a:pt x="332" y="437"/>
                  <a:pt x="179" y="1086"/>
                </a:cubicBezTo>
                <a:cubicBezTo>
                  <a:pt x="1" y="1842"/>
                  <a:pt x="469" y="2600"/>
                  <a:pt x="1226" y="2778"/>
                </a:cubicBezTo>
                <a:cubicBezTo>
                  <a:pt x="1335" y="2804"/>
                  <a:pt x="1444" y="2817"/>
                  <a:pt x="1552" y="2817"/>
                </a:cubicBezTo>
                <a:cubicBezTo>
                  <a:pt x="2190" y="2817"/>
                  <a:pt x="2767" y="2379"/>
                  <a:pt x="2920" y="1732"/>
                </a:cubicBezTo>
                <a:cubicBezTo>
                  <a:pt x="3098" y="976"/>
                  <a:pt x="2630" y="217"/>
                  <a:pt x="1873" y="38"/>
                </a:cubicBezTo>
                <a:cubicBezTo>
                  <a:pt x="1765" y="12"/>
                  <a:pt x="1656" y="0"/>
                  <a:pt x="1548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3" name="Google Shape;373;p17"/>
          <p:cNvSpPr/>
          <p:nvPr/>
        </p:nvSpPr>
        <p:spPr>
          <a:xfrm rot="10800000">
            <a:off x="-2413098" y="4063622"/>
            <a:ext cx="3649504" cy="3649821"/>
          </a:xfrm>
          <a:custGeom>
            <a:avLst/>
            <a:gdLst/>
            <a:ahLst/>
            <a:cxnLst/>
            <a:rect l="l" t="t" r="r" b="b"/>
            <a:pathLst>
              <a:path w="15104" h="15105" extrusionOk="0">
                <a:moveTo>
                  <a:pt x="7552" y="0"/>
                </a:moveTo>
                <a:cubicBezTo>
                  <a:pt x="5550" y="0"/>
                  <a:pt x="3628" y="797"/>
                  <a:pt x="2212" y="2213"/>
                </a:cubicBezTo>
                <a:cubicBezTo>
                  <a:pt x="796" y="3629"/>
                  <a:pt x="1" y="5549"/>
                  <a:pt x="1" y="7552"/>
                </a:cubicBezTo>
                <a:cubicBezTo>
                  <a:pt x="1" y="9555"/>
                  <a:pt x="796" y="11476"/>
                  <a:pt x="2212" y="12892"/>
                </a:cubicBezTo>
                <a:cubicBezTo>
                  <a:pt x="3628" y="14308"/>
                  <a:pt x="5550" y="15104"/>
                  <a:pt x="7552" y="15104"/>
                </a:cubicBezTo>
                <a:cubicBezTo>
                  <a:pt x="9555" y="15104"/>
                  <a:pt x="11475" y="14308"/>
                  <a:pt x="12892" y="12892"/>
                </a:cubicBezTo>
                <a:cubicBezTo>
                  <a:pt x="14308" y="11476"/>
                  <a:pt x="15104" y="9555"/>
                  <a:pt x="15104" y="7552"/>
                </a:cubicBezTo>
                <a:cubicBezTo>
                  <a:pt x="15104" y="5549"/>
                  <a:pt x="14308" y="3629"/>
                  <a:pt x="12892" y="2213"/>
                </a:cubicBezTo>
                <a:cubicBezTo>
                  <a:pt x="11475" y="797"/>
                  <a:pt x="9555" y="0"/>
                  <a:pt x="7552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4" name="Google Shape;374;p17"/>
          <p:cNvSpPr/>
          <p:nvPr/>
        </p:nvSpPr>
        <p:spPr>
          <a:xfrm rot="10800000">
            <a:off x="-1878870" y="4598354"/>
            <a:ext cx="2580797" cy="2580608"/>
          </a:xfrm>
          <a:custGeom>
            <a:avLst/>
            <a:gdLst/>
            <a:ahLst/>
            <a:cxnLst/>
            <a:rect l="l" t="t" r="r" b="b"/>
            <a:pathLst>
              <a:path w="10681" h="10680" extrusionOk="0">
                <a:moveTo>
                  <a:pt x="5340" y="1"/>
                </a:moveTo>
                <a:cubicBezTo>
                  <a:pt x="2391" y="1"/>
                  <a:pt x="0" y="2391"/>
                  <a:pt x="0" y="5340"/>
                </a:cubicBezTo>
                <a:cubicBezTo>
                  <a:pt x="0" y="8290"/>
                  <a:pt x="2391" y="10680"/>
                  <a:pt x="5340" y="10680"/>
                </a:cubicBezTo>
                <a:cubicBezTo>
                  <a:pt x="8289" y="10680"/>
                  <a:pt x="10680" y="8290"/>
                  <a:pt x="10680" y="5340"/>
                </a:cubicBezTo>
                <a:cubicBezTo>
                  <a:pt x="10680" y="2391"/>
                  <a:pt x="8289" y="1"/>
                  <a:pt x="5340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17"/>
          <p:cNvSpPr/>
          <p:nvPr/>
        </p:nvSpPr>
        <p:spPr>
          <a:xfrm rot="10800000">
            <a:off x="7797112" y="4618324"/>
            <a:ext cx="1798415" cy="1638493"/>
          </a:xfrm>
          <a:custGeom>
            <a:avLst/>
            <a:gdLst/>
            <a:ahLst/>
            <a:cxnLst/>
            <a:rect l="l" t="t" r="r" b="b"/>
            <a:pathLst>
              <a:path w="7443" h="6781" extrusionOk="0">
                <a:moveTo>
                  <a:pt x="3721" y="1"/>
                </a:moveTo>
                <a:cubicBezTo>
                  <a:pt x="2854" y="1"/>
                  <a:pt x="1986" y="332"/>
                  <a:pt x="1325" y="993"/>
                </a:cubicBezTo>
                <a:cubicBezTo>
                  <a:pt x="1" y="2317"/>
                  <a:pt x="1" y="4464"/>
                  <a:pt x="1325" y="5788"/>
                </a:cubicBezTo>
                <a:cubicBezTo>
                  <a:pt x="1986" y="6449"/>
                  <a:pt x="2854" y="6780"/>
                  <a:pt x="3721" y="6780"/>
                </a:cubicBezTo>
                <a:cubicBezTo>
                  <a:pt x="4589" y="6780"/>
                  <a:pt x="5457" y="6449"/>
                  <a:pt x="6119" y="5788"/>
                </a:cubicBezTo>
                <a:cubicBezTo>
                  <a:pt x="7443" y="4464"/>
                  <a:pt x="7443" y="2317"/>
                  <a:pt x="6119" y="993"/>
                </a:cubicBezTo>
                <a:cubicBezTo>
                  <a:pt x="5457" y="332"/>
                  <a:pt x="4589" y="1"/>
                  <a:pt x="3721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6" name="Google Shape;376;p17"/>
          <p:cNvSpPr/>
          <p:nvPr/>
        </p:nvSpPr>
        <p:spPr>
          <a:xfrm rot="10800000">
            <a:off x="8343179" y="5116328"/>
            <a:ext cx="709894" cy="645394"/>
          </a:xfrm>
          <a:custGeom>
            <a:avLst/>
            <a:gdLst/>
            <a:ahLst/>
            <a:cxnLst/>
            <a:rect l="l" t="t" r="r" b="b"/>
            <a:pathLst>
              <a:path w="2938" h="2671" extrusionOk="0">
                <a:moveTo>
                  <a:pt x="1468" y="1"/>
                </a:moveTo>
                <a:cubicBezTo>
                  <a:pt x="863" y="1"/>
                  <a:pt x="315" y="415"/>
                  <a:pt x="170" y="1030"/>
                </a:cubicBezTo>
                <a:cubicBezTo>
                  <a:pt x="1" y="1746"/>
                  <a:pt x="446" y="2465"/>
                  <a:pt x="1163" y="2635"/>
                </a:cubicBezTo>
                <a:cubicBezTo>
                  <a:pt x="1266" y="2659"/>
                  <a:pt x="1370" y="2671"/>
                  <a:pt x="1472" y="2671"/>
                </a:cubicBezTo>
                <a:cubicBezTo>
                  <a:pt x="2076" y="2671"/>
                  <a:pt x="2624" y="2257"/>
                  <a:pt x="2769" y="1643"/>
                </a:cubicBezTo>
                <a:cubicBezTo>
                  <a:pt x="2937" y="925"/>
                  <a:pt x="2494" y="206"/>
                  <a:pt x="1776" y="37"/>
                </a:cubicBezTo>
                <a:cubicBezTo>
                  <a:pt x="1673" y="12"/>
                  <a:pt x="1570" y="1"/>
                  <a:pt x="146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377" name="Google Shape;377;p17"/>
          <p:cNvSpPr/>
          <p:nvPr/>
        </p:nvSpPr>
        <p:spPr>
          <a:xfrm rot="10800000">
            <a:off x="7274475" y="833269"/>
            <a:ext cx="437341" cy="406663"/>
          </a:xfrm>
          <a:custGeom>
            <a:avLst/>
            <a:gdLst/>
            <a:ahLst/>
            <a:cxnLst/>
            <a:rect l="l" t="t" r="r" b="b"/>
            <a:pathLst>
              <a:path w="1810" h="1683" extrusionOk="0">
                <a:moveTo>
                  <a:pt x="906" y="0"/>
                </a:moveTo>
                <a:cubicBezTo>
                  <a:pt x="501" y="0"/>
                  <a:pt x="142" y="294"/>
                  <a:pt x="76" y="707"/>
                </a:cubicBezTo>
                <a:cubicBezTo>
                  <a:pt x="1" y="1166"/>
                  <a:pt x="312" y="1598"/>
                  <a:pt x="771" y="1671"/>
                </a:cubicBezTo>
                <a:cubicBezTo>
                  <a:pt x="817" y="1679"/>
                  <a:pt x="863" y="1683"/>
                  <a:pt x="908" y="1683"/>
                </a:cubicBezTo>
                <a:cubicBezTo>
                  <a:pt x="1312" y="1683"/>
                  <a:pt x="1669" y="1389"/>
                  <a:pt x="1736" y="977"/>
                </a:cubicBezTo>
                <a:cubicBezTo>
                  <a:pt x="1810" y="518"/>
                  <a:pt x="1499" y="86"/>
                  <a:pt x="1040" y="11"/>
                </a:cubicBezTo>
                <a:cubicBezTo>
                  <a:pt x="995" y="4"/>
                  <a:pt x="950" y="0"/>
                  <a:pt x="906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8" name="Google Shape;378;p17"/>
          <p:cNvSpPr/>
          <p:nvPr/>
        </p:nvSpPr>
        <p:spPr>
          <a:xfrm rot="10800000">
            <a:off x="9089582" y="1593498"/>
            <a:ext cx="447490" cy="406905"/>
          </a:xfrm>
          <a:custGeom>
            <a:avLst/>
            <a:gdLst/>
            <a:ahLst/>
            <a:cxnLst/>
            <a:rect l="l" t="t" r="r" b="b"/>
            <a:pathLst>
              <a:path w="1852" h="1684" extrusionOk="0">
                <a:moveTo>
                  <a:pt x="925" y="1"/>
                </a:moveTo>
                <a:cubicBezTo>
                  <a:pt x="544" y="1"/>
                  <a:pt x="199" y="261"/>
                  <a:pt x="107" y="649"/>
                </a:cubicBezTo>
                <a:cubicBezTo>
                  <a:pt x="1" y="1101"/>
                  <a:pt x="280" y="1554"/>
                  <a:pt x="732" y="1660"/>
                </a:cubicBezTo>
                <a:cubicBezTo>
                  <a:pt x="798" y="1676"/>
                  <a:pt x="863" y="1683"/>
                  <a:pt x="927" y="1683"/>
                </a:cubicBezTo>
                <a:cubicBezTo>
                  <a:pt x="1307" y="1683"/>
                  <a:pt x="1653" y="1422"/>
                  <a:pt x="1744" y="1035"/>
                </a:cubicBezTo>
                <a:cubicBezTo>
                  <a:pt x="1851" y="583"/>
                  <a:pt x="1570" y="131"/>
                  <a:pt x="1118" y="23"/>
                </a:cubicBezTo>
                <a:cubicBezTo>
                  <a:pt x="1053" y="8"/>
                  <a:pt x="989" y="1"/>
                  <a:pt x="925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9" name="Google Shape;379;p17"/>
          <p:cNvSpPr/>
          <p:nvPr/>
        </p:nvSpPr>
        <p:spPr>
          <a:xfrm rot="10800000">
            <a:off x="7007252" y="526544"/>
            <a:ext cx="213355" cy="182914"/>
          </a:xfrm>
          <a:custGeom>
            <a:avLst/>
            <a:gdLst/>
            <a:ahLst/>
            <a:cxnLst/>
            <a:rect l="l" t="t" r="r" b="b"/>
            <a:pathLst>
              <a:path w="883" h="757" extrusionOk="0">
                <a:moveTo>
                  <a:pt x="505" y="1"/>
                </a:moveTo>
                <a:cubicBezTo>
                  <a:pt x="169" y="1"/>
                  <a:pt x="1" y="407"/>
                  <a:pt x="239" y="645"/>
                </a:cubicBezTo>
                <a:cubicBezTo>
                  <a:pt x="316" y="722"/>
                  <a:pt x="410" y="756"/>
                  <a:pt x="503" y="756"/>
                </a:cubicBezTo>
                <a:cubicBezTo>
                  <a:pt x="697" y="756"/>
                  <a:pt x="883" y="606"/>
                  <a:pt x="883" y="378"/>
                </a:cubicBezTo>
                <a:cubicBezTo>
                  <a:pt x="883" y="169"/>
                  <a:pt x="715" y="1"/>
                  <a:pt x="50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0" name="Google Shape;380;p17"/>
          <p:cNvSpPr/>
          <p:nvPr/>
        </p:nvSpPr>
        <p:spPr>
          <a:xfrm rot="10800000">
            <a:off x="8508918" y="3438790"/>
            <a:ext cx="1962720" cy="1788304"/>
          </a:xfrm>
          <a:custGeom>
            <a:avLst/>
            <a:gdLst/>
            <a:ahLst/>
            <a:cxnLst/>
            <a:rect l="l" t="t" r="r" b="b"/>
            <a:pathLst>
              <a:path w="8123" h="7401" extrusionOk="0">
                <a:moveTo>
                  <a:pt x="4061" y="1"/>
                </a:moveTo>
                <a:cubicBezTo>
                  <a:pt x="3115" y="1"/>
                  <a:pt x="2168" y="362"/>
                  <a:pt x="1446" y="1085"/>
                </a:cubicBezTo>
                <a:cubicBezTo>
                  <a:pt x="0" y="2529"/>
                  <a:pt x="0" y="4871"/>
                  <a:pt x="1446" y="6317"/>
                </a:cubicBezTo>
                <a:cubicBezTo>
                  <a:pt x="2168" y="7039"/>
                  <a:pt x="3115" y="7400"/>
                  <a:pt x="4061" y="7400"/>
                </a:cubicBezTo>
                <a:cubicBezTo>
                  <a:pt x="5008" y="7400"/>
                  <a:pt x="5955" y="7039"/>
                  <a:pt x="6678" y="6317"/>
                </a:cubicBezTo>
                <a:cubicBezTo>
                  <a:pt x="8122" y="4871"/>
                  <a:pt x="8122" y="2529"/>
                  <a:pt x="6678" y="1085"/>
                </a:cubicBezTo>
                <a:cubicBezTo>
                  <a:pt x="5955" y="362"/>
                  <a:pt x="5008" y="1"/>
                  <a:pt x="406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1" name="Google Shape;381;p17"/>
          <p:cNvSpPr/>
          <p:nvPr/>
        </p:nvSpPr>
        <p:spPr>
          <a:xfrm rot="10800000">
            <a:off x="1163712" y="-18482"/>
            <a:ext cx="491465" cy="491475"/>
          </a:xfrm>
          <a:custGeom>
            <a:avLst/>
            <a:gdLst/>
            <a:ahLst/>
            <a:cxnLst/>
            <a:rect l="l" t="t" r="r" b="b"/>
            <a:pathLst>
              <a:path w="2034" h="2034" extrusionOk="0">
                <a:moveTo>
                  <a:pt x="1017" y="1"/>
                </a:moveTo>
                <a:cubicBezTo>
                  <a:pt x="456" y="1"/>
                  <a:pt x="1" y="456"/>
                  <a:pt x="1" y="1017"/>
                </a:cubicBezTo>
                <a:cubicBezTo>
                  <a:pt x="1" y="1578"/>
                  <a:pt x="456" y="2034"/>
                  <a:pt x="1017" y="2034"/>
                </a:cubicBezTo>
                <a:cubicBezTo>
                  <a:pt x="1578" y="2034"/>
                  <a:pt x="2033" y="1578"/>
                  <a:pt x="2033" y="1017"/>
                </a:cubicBezTo>
                <a:cubicBezTo>
                  <a:pt x="2033" y="456"/>
                  <a:pt x="1578" y="1"/>
                  <a:pt x="101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17"/>
          <p:cNvSpPr/>
          <p:nvPr/>
        </p:nvSpPr>
        <p:spPr>
          <a:xfrm rot="10800000">
            <a:off x="-546063" y="-359675"/>
            <a:ext cx="1305500" cy="1305527"/>
          </a:xfrm>
          <a:custGeom>
            <a:avLst/>
            <a:gdLst/>
            <a:ahLst/>
            <a:cxnLst/>
            <a:rect l="l" t="t" r="r" b="b"/>
            <a:pathLst>
              <a:path w="5403" h="5403" extrusionOk="0">
                <a:moveTo>
                  <a:pt x="2701" y="1"/>
                </a:moveTo>
                <a:cubicBezTo>
                  <a:pt x="1210" y="1"/>
                  <a:pt x="1" y="1210"/>
                  <a:pt x="1" y="2701"/>
                </a:cubicBezTo>
                <a:cubicBezTo>
                  <a:pt x="1" y="4193"/>
                  <a:pt x="1210" y="5402"/>
                  <a:pt x="2701" y="5402"/>
                </a:cubicBezTo>
                <a:cubicBezTo>
                  <a:pt x="4193" y="5402"/>
                  <a:pt x="5402" y="4193"/>
                  <a:pt x="5402" y="2701"/>
                </a:cubicBezTo>
                <a:cubicBezTo>
                  <a:pt x="5402" y="1210"/>
                  <a:pt x="4193" y="1"/>
                  <a:pt x="2701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3" name="Google Shape;383;p17"/>
          <p:cNvSpPr/>
          <p:nvPr/>
        </p:nvSpPr>
        <p:spPr>
          <a:xfrm rot="10800000">
            <a:off x="-283671" y="3438790"/>
            <a:ext cx="1043095" cy="1042633"/>
          </a:xfrm>
          <a:custGeom>
            <a:avLst/>
            <a:gdLst/>
            <a:ahLst/>
            <a:cxnLst/>
            <a:rect l="l" t="t" r="r" b="b"/>
            <a:pathLst>
              <a:path w="4317" h="4315" extrusionOk="0">
                <a:moveTo>
                  <a:pt x="2159" y="0"/>
                </a:moveTo>
                <a:cubicBezTo>
                  <a:pt x="967" y="0"/>
                  <a:pt x="1" y="966"/>
                  <a:pt x="1" y="2157"/>
                </a:cubicBezTo>
                <a:cubicBezTo>
                  <a:pt x="1" y="3348"/>
                  <a:pt x="967" y="4314"/>
                  <a:pt x="2159" y="4314"/>
                </a:cubicBezTo>
                <a:cubicBezTo>
                  <a:pt x="3350" y="4314"/>
                  <a:pt x="4316" y="3348"/>
                  <a:pt x="4316" y="2157"/>
                </a:cubicBezTo>
                <a:cubicBezTo>
                  <a:pt x="4316" y="966"/>
                  <a:pt x="3350" y="0"/>
                  <a:pt x="215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4" name="Google Shape;384;p17"/>
          <p:cNvSpPr/>
          <p:nvPr/>
        </p:nvSpPr>
        <p:spPr>
          <a:xfrm rot="10800000">
            <a:off x="4449436" y="59333"/>
            <a:ext cx="772717" cy="680913"/>
          </a:xfrm>
          <a:custGeom>
            <a:avLst/>
            <a:gdLst/>
            <a:ahLst/>
            <a:cxnLst/>
            <a:rect l="l" t="t" r="r" b="b"/>
            <a:pathLst>
              <a:path w="3198" h="2818" extrusionOk="0">
                <a:moveTo>
                  <a:pt x="1598" y="1"/>
                </a:moveTo>
                <a:cubicBezTo>
                  <a:pt x="1419" y="1"/>
                  <a:pt x="1236" y="35"/>
                  <a:pt x="1060" y="108"/>
                </a:cubicBezTo>
                <a:cubicBezTo>
                  <a:pt x="342" y="406"/>
                  <a:pt x="1" y="1229"/>
                  <a:pt x="298" y="1948"/>
                </a:cubicBezTo>
                <a:cubicBezTo>
                  <a:pt x="523" y="2490"/>
                  <a:pt x="1047" y="2817"/>
                  <a:pt x="1600" y="2817"/>
                </a:cubicBezTo>
                <a:cubicBezTo>
                  <a:pt x="1779" y="2817"/>
                  <a:pt x="1961" y="2783"/>
                  <a:pt x="2137" y="2710"/>
                </a:cubicBezTo>
                <a:cubicBezTo>
                  <a:pt x="2856" y="2413"/>
                  <a:pt x="3198" y="1589"/>
                  <a:pt x="2900" y="870"/>
                </a:cubicBezTo>
                <a:cubicBezTo>
                  <a:pt x="2676" y="328"/>
                  <a:pt x="2151" y="1"/>
                  <a:pt x="1598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p17"/>
          <p:cNvSpPr/>
          <p:nvPr/>
        </p:nvSpPr>
        <p:spPr>
          <a:xfrm rot="10800000">
            <a:off x="-157415" y="1645436"/>
            <a:ext cx="749037" cy="680672"/>
          </a:xfrm>
          <a:custGeom>
            <a:avLst/>
            <a:gdLst/>
            <a:ahLst/>
            <a:cxnLst/>
            <a:rect l="l" t="t" r="r" b="b"/>
            <a:pathLst>
              <a:path w="3100" h="2817" extrusionOk="0">
                <a:moveTo>
                  <a:pt x="1549" y="0"/>
                </a:moveTo>
                <a:cubicBezTo>
                  <a:pt x="910" y="0"/>
                  <a:pt x="332" y="437"/>
                  <a:pt x="179" y="1085"/>
                </a:cubicBezTo>
                <a:cubicBezTo>
                  <a:pt x="1" y="1842"/>
                  <a:pt x="470" y="2600"/>
                  <a:pt x="1227" y="2778"/>
                </a:cubicBezTo>
                <a:cubicBezTo>
                  <a:pt x="1335" y="2804"/>
                  <a:pt x="1444" y="2816"/>
                  <a:pt x="1551" y="2816"/>
                </a:cubicBezTo>
                <a:cubicBezTo>
                  <a:pt x="2189" y="2816"/>
                  <a:pt x="2766" y="2380"/>
                  <a:pt x="2919" y="1732"/>
                </a:cubicBezTo>
                <a:cubicBezTo>
                  <a:pt x="3099" y="974"/>
                  <a:pt x="2630" y="216"/>
                  <a:pt x="1873" y="38"/>
                </a:cubicBezTo>
                <a:cubicBezTo>
                  <a:pt x="1764" y="12"/>
                  <a:pt x="1656" y="0"/>
                  <a:pt x="1549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6" name="Google Shape;386;p17"/>
          <p:cNvSpPr/>
          <p:nvPr/>
        </p:nvSpPr>
        <p:spPr>
          <a:xfrm flipH="1">
            <a:off x="4469625" y="59326"/>
            <a:ext cx="5518357" cy="680924"/>
          </a:xfrm>
          <a:custGeom>
            <a:avLst/>
            <a:gdLst/>
            <a:ahLst/>
            <a:cxnLst/>
            <a:rect l="l" t="t" r="r" b="b"/>
            <a:pathLst>
              <a:path w="52006" h="6417" extrusionOk="0">
                <a:moveTo>
                  <a:pt x="42454" y="0"/>
                </a:moveTo>
                <a:cubicBezTo>
                  <a:pt x="42391" y="0"/>
                  <a:pt x="42321" y="45"/>
                  <a:pt x="42319" y="120"/>
                </a:cubicBezTo>
                <a:cubicBezTo>
                  <a:pt x="42277" y="1651"/>
                  <a:pt x="42138" y="3177"/>
                  <a:pt x="41904" y="4690"/>
                </a:cubicBezTo>
                <a:cubicBezTo>
                  <a:pt x="41880" y="4844"/>
                  <a:pt x="41860" y="5002"/>
                  <a:pt x="41827" y="5154"/>
                </a:cubicBezTo>
                <a:cubicBezTo>
                  <a:pt x="41780" y="5374"/>
                  <a:pt x="41690" y="5467"/>
                  <a:pt x="41454" y="5494"/>
                </a:cubicBezTo>
                <a:cubicBezTo>
                  <a:pt x="41353" y="5505"/>
                  <a:pt x="41249" y="5510"/>
                  <a:pt x="41144" y="5510"/>
                </a:cubicBezTo>
                <a:cubicBezTo>
                  <a:pt x="40842" y="5510"/>
                  <a:pt x="40528" y="5475"/>
                  <a:pt x="40236" y="5468"/>
                </a:cubicBezTo>
                <a:cubicBezTo>
                  <a:pt x="39562" y="5455"/>
                  <a:pt x="38885" y="5461"/>
                  <a:pt x="38211" y="5421"/>
                </a:cubicBezTo>
                <a:cubicBezTo>
                  <a:pt x="37272" y="5364"/>
                  <a:pt x="35982" y="5155"/>
                  <a:pt x="35616" y="4138"/>
                </a:cubicBezTo>
                <a:cubicBezTo>
                  <a:pt x="35480" y="3758"/>
                  <a:pt x="35449" y="3192"/>
                  <a:pt x="34969" y="3077"/>
                </a:cubicBezTo>
                <a:cubicBezTo>
                  <a:pt x="34920" y="3065"/>
                  <a:pt x="34872" y="3060"/>
                  <a:pt x="34826" y="3060"/>
                </a:cubicBezTo>
                <a:cubicBezTo>
                  <a:pt x="34420" y="3060"/>
                  <a:pt x="34115" y="3486"/>
                  <a:pt x="33900" y="3785"/>
                </a:cubicBezTo>
                <a:cubicBezTo>
                  <a:pt x="33107" y="4883"/>
                  <a:pt x="31914" y="5624"/>
                  <a:pt x="30580" y="5847"/>
                </a:cubicBezTo>
                <a:lnTo>
                  <a:pt x="30580" y="5847"/>
                </a:lnTo>
                <a:cubicBezTo>
                  <a:pt x="30238" y="4003"/>
                  <a:pt x="30018" y="2139"/>
                  <a:pt x="29920" y="267"/>
                </a:cubicBezTo>
                <a:cubicBezTo>
                  <a:pt x="29916" y="194"/>
                  <a:pt x="29845" y="148"/>
                  <a:pt x="29782" y="148"/>
                </a:cubicBezTo>
                <a:cubicBezTo>
                  <a:pt x="29734" y="148"/>
                  <a:pt x="29690" y="174"/>
                  <a:pt x="29681" y="235"/>
                </a:cubicBezTo>
                <a:cubicBezTo>
                  <a:pt x="29447" y="1836"/>
                  <a:pt x="29218" y="3436"/>
                  <a:pt x="28980" y="5035"/>
                </a:cubicBezTo>
                <a:cubicBezTo>
                  <a:pt x="28945" y="5263"/>
                  <a:pt x="28949" y="5470"/>
                  <a:pt x="28664" y="5505"/>
                </a:cubicBezTo>
                <a:cubicBezTo>
                  <a:pt x="28629" y="5509"/>
                  <a:pt x="28594" y="5510"/>
                  <a:pt x="28558" y="5510"/>
                </a:cubicBezTo>
                <a:cubicBezTo>
                  <a:pt x="28430" y="5510"/>
                  <a:pt x="28293" y="5491"/>
                  <a:pt x="28172" y="5487"/>
                </a:cubicBezTo>
                <a:lnTo>
                  <a:pt x="26895" y="5435"/>
                </a:lnTo>
                <a:cubicBezTo>
                  <a:pt x="26173" y="5405"/>
                  <a:pt x="25432" y="5418"/>
                  <a:pt x="24716" y="5316"/>
                </a:cubicBezTo>
                <a:cubicBezTo>
                  <a:pt x="24122" y="5229"/>
                  <a:pt x="23557" y="5016"/>
                  <a:pt x="23222" y="4492"/>
                </a:cubicBezTo>
                <a:cubicBezTo>
                  <a:pt x="22970" y="4100"/>
                  <a:pt x="22818" y="3609"/>
                  <a:pt x="22456" y="3298"/>
                </a:cubicBezTo>
                <a:cubicBezTo>
                  <a:pt x="22284" y="3150"/>
                  <a:pt x="22083" y="3079"/>
                  <a:pt x="21880" y="3079"/>
                </a:cubicBezTo>
                <a:cubicBezTo>
                  <a:pt x="21671" y="3079"/>
                  <a:pt x="21461" y="3154"/>
                  <a:pt x="21281" y="3296"/>
                </a:cubicBezTo>
                <a:cubicBezTo>
                  <a:pt x="20822" y="3654"/>
                  <a:pt x="20691" y="4226"/>
                  <a:pt x="20426" y="4716"/>
                </a:cubicBezTo>
                <a:cubicBezTo>
                  <a:pt x="20258" y="5027"/>
                  <a:pt x="20027" y="5267"/>
                  <a:pt x="19679" y="5361"/>
                </a:cubicBezTo>
                <a:cubicBezTo>
                  <a:pt x="19392" y="5437"/>
                  <a:pt x="19090" y="5431"/>
                  <a:pt x="18797" y="5435"/>
                </a:cubicBezTo>
                <a:cubicBezTo>
                  <a:pt x="18366" y="5440"/>
                  <a:pt x="17925" y="5461"/>
                  <a:pt x="17596" y="5728"/>
                </a:cubicBezTo>
                <a:lnTo>
                  <a:pt x="17596" y="5728"/>
                </a:lnTo>
                <a:cubicBezTo>
                  <a:pt x="17258" y="4031"/>
                  <a:pt x="17058" y="2308"/>
                  <a:pt x="17001" y="578"/>
                </a:cubicBezTo>
                <a:cubicBezTo>
                  <a:pt x="16998" y="504"/>
                  <a:pt x="16929" y="459"/>
                  <a:pt x="16866" y="459"/>
                </a:cubicBezTo>
                <a:cubicBezTo>
                  <a:pt x="16817" y="459"/>
                  <a:pt x="16773" y="485"/>
                  <a:pt x="16763" y="545"/>
                </a:cubicBezTo>
                <a:lnTo>
                  <a:pt x="16757" y="578"/>
                </a:lnTo>
                <a:lnTo>
                  <a:pt x="16757" y="578"/>
                </a:lnTo>
                <a:lnTo>
                  <a:pt x="16756" y="578"/>
                </a:lnTo>
                <a:lnTo>
                  <a:pt x="16756" y="578"/>
                </a:lnTo>
                <a:cubicBezTo>
                  <a:pt x="16756" y="579"/>
                  <a:pt x="16756" y="581"/>
                  <a:pt x="16756" y="582"/>
                </a:cubicBezTo>
                <a:lnTo>
                  <a:pt x="16756" y="582"/>
                </a:lnTo>
                <a:lnTo>
                  <a:pt x="16331" y="3057"/>
                </a:lnTo>
                <a:lnTo>
                  <a:pt x="16141" y="4162"/>
                </a:lnTo>
                <a:lnTo>
                  <a:pt x="16037" y="4765"/>
                </a:lnTo>
                <a:cubicBezTo>
                  <a:pt x="16004" y="4963"/>
                  <a:pt x="15994" y="5190"/>
                  <a:pt x="15921" y="5378"/>
                </a:cubicBezTo>
                <a:cubicBezTo>
                  <a:pt x="15854" y="5550"/>
                  <a:pt x="15724" y="5605"/>
                  <a:pt x="15575" y="5605"/>
                </a:cubicBezTo>
                <a:cubicBezTo>
                  <a:pt x="15377" y="5605"/>
                  <a:pt x="15145" y="5509"/>
                  <a:pt x="14979" y="5465"/>
                </a:cubicBezTo>
                <a:cubicBezTo>
                  <a:pt x="14624" y="5370"/>
                  <a:pt x="14255" y="5339"/>
                  <a:pt x="13888" y="5339"/>
                </a:cubicBezTo>
                <a:cubicBezTo>
                  <a:pt x="13866" y="5339"/>
                  <a:pt x="13843" y="5339"/>
                  <a:pt x="13821" y="5339"/>
                </a:cubicBezTo>
                <a:cubicBezTo>
                  <a:pt x="13302" y="5343"/>
                  <a:pt x="12776" y="5411"/>
                  <a:pt x="12254" y="5411"/>
                </a:cubicBezTo>
                <a:cubicBezTo>
                  <a:pt x="12040" y="5411"/>
                  <a:pt x="11827" y="5399"/>
                  <a:pt x="11616" y="5368"/>
                </a:cubicBezTo>
                <a:cubicBezTo>
                  <a:pt x="11061" y="5285"/>
                  <a:pt x="10475" y="5069"/>
                  <a:pt x="10091" y="4643"/>
                </a:cubicBezTo>
                <a:cubicBezTo>
                  <a:pt x="9897" y="4427"/>
                  <a:pt x="9787" y="4173"/>
                  <a:pt x="9743" y="3888"/>
                </a:cubicBezTo>
                <a:cubicBezTo>
                  <a:pt x="9707" y="3654"/>
                  <a:pt x="9705" y="3394"/>
                  <a:pt x="9578" y="3185"/>
                </a:cubicBezTo>
                <a:cubicBezTo>
                  <a:pt x="9464" y="2998"/>
                  <a:pt x="9299" y="2929"/>
                  <a:pt x="9120" y="2929"/>
                </a:cubicBezTo>
                <a:cubicBezTo>
                  <a:pt x="8862" y="2929"/>
                  <a:pt x="8574" y="3073"/>
                  <a:pt x="8373" y="3214"/>
                </a:cubicBezTo>
                <a:cubicBezTo>
                  <a:pt x="7958" y="3505"/>
                  <a:pt x="7656" y="3918"/>
                  <a:pt x="7338" y="4305"/>
                </a:cubicBezTo>
                <a:cubicBezTo>
                  <a:pt x="6905" y="4830"/>
                  <a:pt x="6468" y="5230"/>
                  <a:pt x="5767" y="5318"/>
                </a:cubicBezTo>
                <a:cubicBezTo>
                  <a:pt x="5358" y="5369"/>
                  <a:pt x="4797" y="5459"/>
                  <a:pt x="4526" y="5787"/>
                </a:cubicBezTo>
                <a:lnTo>
                  <a:pt x="4526" y="5787"/>
                </a:lnTo>
                <a:cubicBezTo>
                  <a:pt x="4284" y="4322"/>
                  <a:pt x="4115" y="2847"/>
                  <a:pt x="4017" y="1366"/>
                </a:cubicBezTo>
                <a:lnTo>
                  <a:pt x="4017" y="1366"/>
                </a:lnTo>
                <a:cubicBezTo>
                  <a:pt x="4013" y="1145"/>
                  <a:pt x="4000" y="925"/>
                  <a:pt x="3979" y="705"/>
                </a:cubicBezTo>
                <a:lnTo>
                  <a:pt x="3979" y="705"/>
                </a:lnTo>
                <a:cubicBezTo>
                  <a:pt x="3978" y="695"/>
                  <a:pt x="3978" y="685"/>
                  <a:pt x="3977" y="675"/>
                </a:cubicBezTo>
                <a:lnTo>
                  <a:pt x="3976" y="675"/>
                </a:lnTo>
                <a:cubicBezTo>
                  <a:pt x="3968" y="599"/>
                  <a:pt x="3905" y="560"/>
                  <a:pt x="3845" y="560"/>
                </a:cubicBezTo>
                <a:cubicBezTo>
                  <a:pt x="3786" y="560"/>
                  <a:pt x="3730" y="598"/>
                  <a:pt x="3734" y="676"/>
                </a:cubicBezTo>
                <a:cubicBezTo>
                  <a:pt x="3747" y="925"/>
                  <a:pt x="3761" y="1173"/>
                  <a:pt x="3778" y="1421"/>
                </a:cubicBezTo>
                <a:lnTo>
                  <a:pt x="3778" y="1421"/>
                </a:lnTo>
                <a:cubicBezTo>
                  <a:pt x="3786" y="1975"/>
                  <a:pt x="3742" y="2529"/>
                  <a:pt x="3645" y="3076"/>
                </a:cubicBezTo>
                <a:cubicBezTo>
                  <a:pt x="3513" y="3816"/>
                  <a:pt x="3310" y="4663"/>
                  <a:pt x="2910" y="5307"/>
                </a:cubicBezTo>
                <a:cubicBezTo>
                  <a:pt x="2725" y="5605"/>
                  <a:pt x="2489" y="5702"/>
                  <a:pt x="2225" y="5702"/>
                </a:cubicBezTo>
                <a:cubicBezTo>
                  <a:pt x="1744" y="5702"/>
                  <a:pt x="1174" y="5382"/>
                  <a:pt x="661" y="5382"/>
                </a:cubicBezTo>
                <a:cubicBezTo>
                  <a:pt x="462" y="5382"/>
                  <a:pt x="271" y="5430"/>
                  <a:pt x="98" y="5565"/>
                </a:cubicBezTo>
                <a:cubicBezTo>
                  <a:pt x="0" y="5641"/>
                  <a:pt x="89" y="5765"/>
                  <a:pt x="191" y="5765"/>
                </a:cubicBezTo>
                <a:cubicBezTo>
                  <a:pt x="217" y="5765"/>
                  <a:pt x="245" y="5757"/>
                  <a:pt x="270" y="5737"/>
                </a:cubicBezTo>
                <a:lnTo>
                  <a:pt x="268" y="5737"/>
                </a:lnTo>
                <a:cubicBezTo>
                  <a:pt x="398" y="5636"/>
                  <a:pt x="547" y="5599"/>
                  <a:pt x="705" y="5599"/>
                </a:cubicBezTo>
                <a:cubicBezTo>
                  <a:pt x="1098" y="5599"/>
                  <a:pt x="1547" y="5831"/>
                  <a:pt x="1886" y="5904"/>
                </a:cubicBezTo>
                <a:cubicBezTo>
                  <a:pt x="1999" y="5928"/>
                  <a:pt x="2108" y="5940"/>
                  <a:pt x="2212" y="5940"/>
                </a:cubicBezTo>
                <a:cubicBezTo>
                  <a:pt x="2611" y="5940"/>
                  <a:pt x="2940" y="5761"/>
                  <a:pt x="3159" y="5360"/>
                </a:cubicBezTo>
                <a:cubicBezTo>
                  <a:pt x="3526" y="4685"/>
                  <a:pt x="3742" y="3893"/>
                  <a:pt x="3878" y="3141"/>
                </a:cubicBezTo>
                <a:cubicBezTo>
                  <a:pt x="3888" y="3083"/>
                  <a:pt x="3898" y="3024"/>
                  <a:pt x="3907" y="2966"/>
                </a:cubicBezTo>
                <a:lnTo>
                  <a:pt x="3907" y="2966"/>
                </a:lnTo>
                <a:cubicBezTo>
                  <a:pt x="4021" y="4092"/>
                  <a:pt x="4176" y="5214"/>
                  <a:pt x="4372" y="6330"/>
                </a:cubicBezTo>
                <a:cubicBezTo>
                  <a:pt x="4382" y="6389"/>
                  <a:pt x="4431" y="6416"/>
                  <a:pt x="4482" y="6416"/>
                </a:cubicBezTo>
                <a:cubicBezTo>
                  <a:pt x="4546" y="6416"/>
                  <a:pt x="4613" y="6373"/>
                  <a:pt x="4610" y="6297"/>
                </a:cubicBezTo>
                <a:cubicBezTo>
                  <a:pt x="4571" y="5468"/>
                  <a:pt x="5855" y="5629"/>
                  <a:pt x="6362" y="5431"/>
                </a:cubicBezTo>
                <a:cubicBezTo>
                  <a:pt x="6817" y="5255"/>
                  <a:pt x="7161" y="4894"/>
                  <a:pt x="7467" y="4526"/>
                </a:cubicBezTo>
                <a:cubicBezTo>
                  <a:pt x="7798" y="4129"/>
                  <a:pt x="8106" y="3679"/>
                  <a:pt x="8546" y="3390"/>
                </a:cubicBezTo>
                <a:cubicBezTo>
                  <a:pt x="8695" y="3292"/>
                  <a:pt x="8913" y="3174"/>
                  <a:pt x="9099" y="3174"/>
                </a:cubicBezTo>
                <a:cubicBezTo>
                  <a:pt x="9226" y="3174"/>
                  <a:pt x="9339" y="3229"/>
                  <a:pt x="9405" y="3384"/>
                </a:cubicBezTo>
                <a:cubicBezTo>
                  <a:pt x="9505" y="3622"/>
                  <a:pt x="9481" y="3899"/>
                  <a:pt x="9547" y="4146"/>
                </a:cubicBezTo>
                <a:cubicBezTo>
                  <a:pt x="9821" y="5180"/>
                  <a:pt x="11034" y="5608"/>
                  <a:pt x="11995" y="5644"/>
                </a:cubicBezTo>
                <a:cubicBezTo>
                  <a:pt x="12071" y="5647"/>
                  <a:pt x="12147" y="5649"/>
                  <a:pt x="12223" y="5649"/>
                </a:cubicBezTo>
                <a:cubicBezTo>
                  <a:pt x="12773" y="5649"/>
                  <a:pt x="13322" y="5581"/>
                  <a:pt x="13871" y="5581"/>
                </a:cubicBezTo>
                <a:cubicBezTo>
                  <a:pt x="14012" y="5581"/>
                  <a:pt x="14153" y="5585"/>
                  <a:pt x="14294" y="5596"/>
                </a:cubicBezTo>
                <a:cubicBezTo>
                  <a:pt x="14646" y="5624"/>
                  <a:pt x="14960" y="5734"/>
                  <a:pt x="15300" y="5809"/>
                </a:cubicBezTo>
                <a:cubicBezTo>
                  <a:pt x="15394" y="5830"/>
                  <a:pt x="15493" y="5845"/>
                  <a:pt x="15590" y="5845"/>
                </a:cubicBezTo>
                <a:cubicBezTo>
                  <a:pt x="15749" y="5845"/>
                  <a:pt x="15903" y="5804"/>
                  <a:pt x="16020" y="5679"/>
                </a:cubicBezTo>
                <a:cubicBezTo>
                  <a:pt x="16238" y="5450"/>
                  <a:pt x="16238" y="5021"/>
                  <a:pt x="16288" y="4729"/>
                </a:cubicBezTo>
                <a:lnTo>
                  <a:pt x="16529" y="3323"/>
                </a:lnTo>
                <a:lnTo>
                  <a:pt x="16812" y="1675"/>
                </a:lnTo>
                <a:lnTo>
                  <a:pt x="16812" y="1675"/>
                </a:lnTo>
                <a:cubicBezTo>
                  <a:pt x="16912" y="3130"/>
                  <a:pt x="17110" y="4577"/>
                  <a:pt x="17405" y="6006"/>
                </a:cubicBezTo>
                <a:cubicBezTo>
                  <a:pt x="17418" y="6066"/>
                  <a:pt x="17462" y="6091"/>
                  <a:pt x="17510" y="6091"/>
                </a:cubicBezTo>
                <a:cubicBezTo>
                  <a:pt x="17554" y="6091"/>
                  <a:pt x="17599" y="6070"/>
                  <a:pt x="17626" y="6035"/>
                </a:cubicBezTo>
                <a:cubicBezTo>
                  <a:pt x="17881" y="5699"/>
                  <a:pt x="18325" y="5673"/>
                  <a:pt x="18739" y="5673"/>
                </a:cubicBezTo>
                <a:cubicBezTo>
                  <a:pt x="18815" y="5673"/>
                  <a:pt x="18890" y="5674"/>
                  <a:pt x="18962" y="5674"/>
                </a:cubicBezTo>
                <a:cubicBezTo>
                  <a:pt x="19020" y="5674"/>
                  <a:pt x="19076" y="5673"/>
                  <a:pt x="19130" y="5671"/>
                </a:cubicBezTo>
                <a:cubicBezTo>
                  <a:pt x="19628" y="5653"/>
                  <a:pt x="20108" y="5552"/>
                  <a:pt x="20435" y="5144"/>
                </a:cubicBezTo>
                <a:cubicBezTo>
                  <a:pt x="20805" y="4681"/>
                  <a:pt x="20883" y="4049"/>
                  <a:pt x="21293" y="3611"/>
                </a:cubicBezTo>
                <a:cubicBezTo>
                  <a:pt x="21450" y="3445"/>
                  <a:pt x="21658" y="3316"/>
                  <a:pt x="21882" y="3316"/>
                </a:cubicBezTo>
                <a:cubicBezTo>
                  <a:pt x="21947" y="3316"/>
                  <a:pt x="22012" y="3327"/>
                  <a:pt x="22079" y="3350"/>
                </a:cubicBezTo>
                <a:cubicBezTo>
                  <a:pt x="22345" y="3443"/>
                  <a:pt x="22507" y="3706"/>
                  <a:pt x="22639" y="3939"/>
                </a:cubicBezTo>
                <a:cubicBezTo>
                  <a:pt x="22877" y="4360"/>
                  <a:pt x="23062" y="4811"/>
                  <a:pt x="23461" y="5110"/>
                </a:cubicBezTo>
                <a:cubicBezTo>
                  <a:pt x="23919" y="5452"/>
                  <a:pt x="24507" y="5550"/>
                  <a:pt x="25062" y="5595"/>
                </a:cubicBezTo>
                <a:cubicBezTo>
                  <a:pt x="25790" y="5653"/>
                  <a:pt x="26522" y="5661"/>
                  <a:pt x="27251" y="5691"/>
                </a:cubicBezTo>
                <a:lnTo>
                  <a:pt x="28427" y="5739"/>
                </a:lnTo>
                <a:cubicBezTo>
                  <a:pt x="28484" y="5741"/>
                  <a:pt x="28542" y="5743"/>
                  <a:pt x="28599" y="5743"/>
                </a:cubicBezTo>
                <a:cubicBezTo>
                  <a:pt x="28811" y="5743"/>
                  <a:pt x="29009" y="5708"/>
                  <a:pt x="29121" y="5487"/>
                </a:cubicBezTo>
                <a:cubicBezTo>
                  <a:pt x="29280" y="5172"/>
                  <a:pt x="29269" y="4725"/>
                  <a:pt x="29318" y="4383"/>
                </a:cubicBezTo>
                <a:lnTo>
                  <a:pt x="29512" y="3057"/>
                </a:lnTo>
                <a:lnTo>
                  <a:pt x="29753" y="1409"/>
                </a:lnTo>
                <a:lnTo>
                  <a:pt x="29753" y="1409"/>
                </a:lnTo>
                <a:cubicBezTo>
                  <a:pt x="29875" y="2954"/>
                  <a:pt x="30079" y="4491"/>
                  <a:pt x="30365" y="6015"/>
                </a:cubicBezTo>
                <a:cubicBezTo>
                  <a:pt x="30377" y="6076"/>
                  <a:pt x="30435" y="6101"/>
                  <a:pt x="30489" y="6101"/>
                </a:cubicBezTo>
                <a:cubicBezTo>
                  <a:pt x="30498" y="6101"/>
                  <a:pt x="30506" y="6101"/>
                  <a:pt x="30514" y="6099"/>
                </a:cubicBezTo>
                <a:cubicBezTo>
                  <a:pt x="31726" y="5930"/>
                  <a:pt x="32865" y="5334"/>
                  <a:pt x="33690" y="4430"/>
                </a:cubicBezTo>
                <a:cubicBezTo>
                  <a:pt x="33875" y="4227"/>
                  <a:pt x="34031" y="4006"/>
                  <a:pt x="34196" y="3787"/>
                </a:cubicBezTo>
                <a:cubicBezTo>
                  <a:pt x="34335" y="3602"/>
                  <a:pt x="34583" y="3302"/>
                  <a:pt x="34838" y="3302"/>
                </a:cubicBezTo>
                <a:cubicBezTo>
                  <a:pt x="34915" y="3302"/>
                  <a:pt x="34994" y="3330"/>
                  <a:pt x="35070" y="3398"/>
                </a:cubicBezTo>
                <a:cubicBezTo>
                  <a:pt x="35256" y="3566"/>
                  <a:pt x="35283" y="3884"/>
                  <a:pt x="35352" y="4109"/>
                </a:cubicBezTo>
                <a:cubicBezTo>
                  <a:pt x="35418" y="4330"/>
                  <a:pt x="35525" y="4536"/>
                  <a:pt x="35669" y="4716"/>
                </a:cubicBezTo>
                <a:cubicBezTo>
                  <a:pt x="36291" y="5480"/>
                  <a:pt x="37427" y="5627"/>
                  <a:pt x="38347" y="5670"/>
                </a:cubicBezTo>
                <a:cubicBezTo>
                  <a:pt x="39094" y="5704"/>
                  <a:pt x="39844" y="5704"/>
                  <a:pt x="40592" y="5718"/>
                </a:cubicBezTo>
                <a:cubicBezTo>
                  <a:pt x="40815" y="5723"/>
                  <a:pt x="41069" y="5756"/>
                  <a:pt x="41311" y="5756"/>
                </a:cubicBezTo>
                <a:cubicBezTo>
                  <a:pt x="41433" y="5756"/>
                  <a:pt x="41552" y="5748"/>
                  <a:pt x="41662" y="5723"/>
                </a:cubicBezTo>
                <a:cubicBezTo>
                  <a:pt x="41908" y="5668"/>
                  <a:pt x="42013" y="5446"/>
                  <a:pt x="42061" y="5219"/>
                </a:cubicBezTo>
                <a:cubicBezTo>
                  <a:pt x="42234" y="4405"/>
                  <a:pt x="42314" y="3555"/>
                  <a:pt x="42397" y="2728"/>
                </a:cubicBezTo>
                <a:cubicBezTo>
                  <a:pt x="42442" y="2267"/>
                  <a:pt x="42479" y="1806"/>
                  <a:pt x="42507" y="1345"/>
                </a:cubicBezTo>
                <a:lnTo>
                  <a:pt x="42507" y="1345"/>
                </a:lnTo>
                <a:cubicBezTo>
                  <a:pt x="42753" y="2930"/>
                  <a:pt x="42998" y="4516"/>
                  <a:pt x="43243" y="6101"/>
                </a:cubicBezTo>
                <a:cubicBezTo>
                  <a:pt x="43252" y="6157"/>
                  <a:pt x="43308" y="6188"/>
                  <a:pt x="43362" y="6188"/>
                </a:cubicBezTo>
                <a:cubicBezTo>
                  <a:pt x="43404" y="6188"/>
                  <a:pt x="43446" y="6169"/>
                  <a:pt x="43465" y="6129"/>
                </a:cubicBezTo>
                <a:cubicBezTo>
                  <a:pt x="43691" y="5642"/>
                  <a:pt x="44324" y="5690"/>
                  <a:pt x="44779" y="5649"/>
                </a:cubicBezTo>
                <a:cubicBezTo>
                  <a:pt x="45229" y="5612"/>
                  <a:pt x="45647" y="5521"/>
                  <a:pt x="45984" y="5203"/>
                </a:cubicBezTo>
                <a:cubicBezTo>
                  <a:pt x="46298" y="4907"/>
                  <a:pt x="46504" y="4514"/>
                  <a:pt x="46733" y="4153"/>
                </a:cubicBezTo>
                <a:cubicBezTo>
                  <a:pt x="46952" y="3808"/>
                  <a:pt x="47213" y="3437"/>
                  <a:pt x="47639" y="3389"/>
                </a:cubicBezTo>
                <a:lnTo>
                  <a:pt x="47639" y="3389"/>
                </a:lnTo>
                <a:cubicBezTo>
                  <a:pt x="48138" y="4753"/>
                  <a:pt x="49536" y="5669"/>
                  <a:pt x="50964" y="5669"/>
                </a:cubicBezTo>
                <a:cubicBezTo>
                  <a:pt x="51267" y="5669"/>
                  <a:pt x="51571" y="5628"/>
                  <a:pt x="51868" y="5541"/>
                </a:cubicBezTo>
                <a:cubicBezTo>
                  <a:pt x="52005" y="5501"/>
                  <a:pt x="51964" y="5301"/>
                  <a:pt x="51840" y="5301"/>
                </a:cubicBezTo>
                <a:cubicBezTo>
                  <a:pt x="51828" y="5301"/>
                  <a:pt x="51816" y="5303"/>
                  <a:pt x="51803" y="5307"/>
                </a:cubicBezTo>
                <a:cubicBezTo>
                  <a:pt x="51528" y="5387"/>
                  <a:pt x="51245" y="5425"/>
                  <a:pt x="50963" y="5425"/>
                </a:cubicBezTo>
                <a:cubicBezTo>
                  <a:pt x="49609" y="5425"/>
                  <a:pt x="48275" y="4544"/>
                  <a:pt x="47841" y="3231"/>
                </a:cubicBezTo>
                <a:cubicBezTo>
                  <a:pt x="47826" y="3180"/>
                  <a:pt x="47778" y="3143"/>
                  <a:pt x="47723" y="3142"/>
                </a:cubicBezTo>
                <a:cubicBezTo>
                  <a:pt x="46737" y="3152"/>
                  <a:pt x="46453" y="4355"/>
                  <a:pt x="45891" y="4954"/>
                </a:cubicBezTo>
                <a:cubicBezTo>
                  <a:pt x="45493" y="5377"/>
                  <a:pt x="44966" y="5390"/>
                  <a:pt x="44423" y="5433"/>
                </a:cubicBezTo>
                <a:cubicBezTo>
                  <a:pt x="44067" y="5463"/>
                  <a:pt x="43685" y="5516"/>
                  <a:pt x="43433" y="5757"/>
                </a:cubicBezTo>
                <a:lnTo>
                  <a:pt x="43433" y="5757"/>
                </a:lnTo>
                <a:cubicBezTo>
                  <a:pt x="43143" y="3878"/>
                  <a:pt x="42853" y="1999"/>
                  <a:pt x="42562" y="121"/>
                </a:cubicBezTo>
                <a:lnTo>
                  <a:pt x="42562" y="121"/>
                </a:lnTo>
                <a:cubicBezTo>
                  <a:pt x="42562" y="121"/>
                  <a:pt x="42562" y="120"/>
                  <a:pt x="42562" y="120"/>
                </a:cubicBezTo>
                <a:lnTo>
                  <a:pt x="42562" y="120"/>
                </a:lnTo>
                <a:lnTo>
                  <a:pt x="42562" y="120"/>
                </a:lnTo>
                <a:lnTo>
                  <a:pt x="42562" y="120"/>
                </a:lnTo>
                <a:cubicBezTo>
                  <a:pt x="42561" y="109"/>
                  <a:pt x="42559" y="98"/>
                  <a:pt x="42557" y="88"/>
                </a:cubicBezTo>
                <a:cubicBezTo>
                  <a:pt x="42548" y="27"/>
                  <a:pt x="42503" y="0"/>
                  <a:pt x="4245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7" name="Google Shape;387;p17"/>
          <p:cNvSpPr/>
          <p:nvPr/>
        </p:nvSpPr>
        <p:spPr>
          <a:xfrm flipH="1">
            <a:off x="-460775" y="4274651"/>
            <a:ext cx="5518357" cy="680924"/>
          </a:xfrm>
          <a:custGeom>
            <a:avLst/>
            <a:gdLst/>
            <a:ahLst/>
            <a:cxnLst/>
            <a:rect l="l" t="t" r="r" b="b"/>
            <a:pathLst>
              <a:path w="52006" h="6417" extrusionOk="0">
                <a:moveTo>
                  <a:pt x="42454" y="0"/>
                </a:moveTo>
                <a:cubicBezTo>
                  <a:pt x="42391" y="0"/>
                  <a:pt x="42321" y="45"/>
                  <a:pt x="42319" y="120"/>
                </a:cubicBezTo>
                <a:cubicBezTo>
                  <a:pt x="42277" y="1651"/>
                  <a:pt x="42138" y="3177"/>
                  <a:pt x="41904" y="4690"/>
                </a:cubicBezTo>
                <a:cubicBezTo>
                  <a:pt x="41880" y="4844"/>
                  <a:pt x="41860" y="5002"/>
                  <a:pt x="41827" y="5154"/>
                </a:cubicBezTo>
                <a:cubicBezTo>
                  <a:pt x="41780" y="5374"/>
                  <a:pt x="41690" y="5467"/>
                  <a:pt x="41454" y="5494"/>
                </a:cubicBezTo>
                <a:cubicBezTo>
                  <a:pt x="41353" y="5505"/>
                  <a:pt x="41249" y="5510"/>
                  <a:pt x="41144" y="5510"/>
                </a:cubicBezTo>
                <a:cubicBezTo>
                  <a:pt x="40842" y="5510"/>
                  <a:pt x="40528" y="5475"/>
                  <a:pt x="40236" y="5468"/>
                </a:cubicBezTo>
                <a:cubicBezTo>
                  <a:pt x="39562" y="5455"/>
                  <a:pt x="38885" y="5461"/>
                  <a:pt x="38211" y="5421"/>
                </a:cubicBezTo>
                <a:cubicBezTo>
                  <a:pt x="37272" y="5364"/>
                  <a:pt x="35982" y="5155"/>
                  <a:pt x="35616" y="4138"/>
                </a:cubicBezTo>
                <a:cubicBezTo>
                  <a:pt x="35480" y="3758"/>
                  <a:pt x="35449" y="3192"/>
                  <a:pt x="34969" y="3077"/>
                </a:cubicBezTo>
                <a:cubicBezTo>
                  <a:pt x="34920" y="3065"/>
                  <a:pt x="34872" y="3060"/>
                  <a:pt x="34826" y="3060"/>
                </a:cubicBezTo>
                <a:cubicBezTo>
                  <a:pt x="34420" y="3060"/>
                  <a:pt x="34115" y="3486"/>
                  <a:pt x="33900" y="3785"/>
                </a:cubicBezTo>
                <a:cubicBezTo>
                  <a:pt x="33107" y="4883"/>
                  <a:pt x="31914" y="5624"/>
                  <a:pt x="30580" y="5847"/>
                </a:cubicBezTo>
                <a:lnTo>
                  <a:pt x="30580" y="5847"/>
                </a:lnTo>
                <a:cubicBezTo>
                  <a:pt x="30238" y="4003"/>
                  <a:pt x="30018" y="2139"/>
                  <a:pt x="29920" y="267"/>
                </a:cubicBezTo>
                <a:cubicBezTo>
                  <a:pt x="29916" y="194"/>
                  <a:pt x="29845" y="148"/>
                  <a:pt x="29782" y="148"/>
                </a:cubicBezTo>
                <a:cubicBezTo>
                  <a:pt x="29734" y="148"/>
                  <a:pt x="29690" y="174"/>
                  <a:pt x="29681" y="235"/>
                </a:cubicBezTo>
                <a:cubicBezTo>
                  <a:pt x="29447" y="1836"/>
                  <a:pt x="29218" y="3436"/>
                  <a:pt x="28980" y="5035"/>
                </a:cubicBezTo>
                <a:cubicBezTo>
                  <a:pt x="28945" y="5263"/>
                  <a:pt x="28949" y="5470"/>
                  <a:pt x="28664" y="5505"/>
                </a:cubicBezTo>
                <a:cubicBezTo>
                  <a:pt x="28629" y="5509"/>
                  <a:pt x="28594" y="5510"/>
                  <a:pt x="28558" y="5510"/>
                </a:cubicBezTo>
                <a:cubicBezTo>
                  <a:pt x="28430" y="5510"/>
                  <a:pt x="28293" y="5491"/>
                  <a:pt x="28172" y="5487"/>
                </a:cubicBezTo>
                <a:lnTo>
                  <a:pt x="26895" y="5435"/>
                </a:lnTo>
                <a:cubicBezTo>
                  <a:pt x="26173" y="5405"/>
                  <a:pt x="25432" y="5418"/>
                  <a:pt x="24716" y="5316"/>
                </a:cubicBezTo>
                <a:cubicBezTo>
                  <a:pt x="24122" y="5229"/>
                  <a:pt x="23557" y="5016"/>
                  <a:pt x="23222" y="4492"/>
                </a:cubicBezTo>
                <a:cubicBezTo>
                  <a:pt x="22970" y="4100"/>
                  <a:pt x="22818" y="3609"/>
                  <a:pt x="22456" y="3298"/>
                </a:cubicBezTo>
                <a:cubicBezTo>
                  <a:pt x="22284" y="3150"/>
                  <a:pt x="22083" y="3079"/>
                  <a:pt x="21880" y="3079"/>
                </a:cubicBezTo>
                <a:cubicBezTo>
                  <a:pt x="21671" y="3079"/>
                  <a:pt x="21461" y="3154"/>
                  <a:pt x="21281" y="3296"/>
                </a:cubicBezTo>
                <a:cubicBezTo>
                  <a:pt x="20822" y="3654"/>
                  <a:pt x="20691" y="4226"/>
                  <a:pt x="20426" y="4716"/>
                </a:cubicBezTo>
                <a:cubicBezTo>
                  <a:pt x="20258" y="5027"/>
                  <a:pt x="20027" y="5267"/>
                  <a:pt x="19679" y="5361"/>
                </a:cubicBezTo>
                <a:cubicBezTo>
                  <a:pt x="19392" y="5437"/>
                  <a:pt x="19090" y="5431"/>
                  <a:pt x="18797" y="5435"/>
                </a:cubicBezTo>
                <a:cubicBezTo>
                  <a:pt x="18366" y="5440"/>
                  <a:pt x="17925" y="5461"/>
                  <a:pt x="17596" y="5728"/>
                </a:cubicBezTo>
                <a:lnTo>
                  <a:pt x="17596" y="5728"/>
                </a:lnTo>
                <a:cubicBezTo>
                  <a:pt x="17258" y="4031"/>
                  <a:pt x="17058" y="2308"/>
                  <a:pt x="17001" y="578"/>
                </a:cubicBezTo>
                <a:cubicBezTo>
                  <a:pt x="16998" y="504"/>
                  <a:pt x="16929" y="459"/>
                  <a:pt x="16866" y="459"/>
                </a:cubicBezTo>
                <a:cubicBezTo>
                  <a:pt x="16817" y="459"/>
                  <a:pt x="16773" y="485"/>
                  <a:pt x="16763" y="545"/>
                </a:cubicBezTo>
                <a:lnTo>
                  <a:pt x="16757" y="578"/>
                </a:lnTo>
                <a:lnTo>
                  <a:pt x="16757" y="578"/>
                </a:lnTo>
                <a:lnTo>
                  <a:pt x="16756" y="578"/>
                </a:lnTo>
                <a:lnTo>
                  <a:pt x="16756" y="578"/>
                </a:lnTo>
                <a:cubicBezTo>
                  <a:pt x="16756" y="579"/>
                  <a:pt x="16756" y="581"/>
                  <a:pt x="16756" y="582"/>
                </a:cubicBezTo>
                <a:lnTo>
                  <a:pt x="16756" y="582"/>
                </a:lnTo>
                <a:lnTo>
                  <a:pt x="16331" y="3057"/>
                </a:lnTo>
                <a:lnTo>
                  <a:pt x="16141" y="4162"/>
                </a:lnTo>
                <a:lnTo>
                  <a:pt x="16037" y="4765"/>
                </a:lnTo>
                <a:cubicBezTo>
                  <a:pt x="16004" y="4963"/>
                  <a:pt x="15994" y="5190"/>
                  <a:pt x="15921" y="5378"/>
                </a:cubicBezTo>
                <a:cubicBezTo>
                  <a:pt x="15854" y="5550"/>
                  <a:pt x="15724" y="5605"/>
                  <a:pt x="15575" y="5605"/>
                </a:cubicBezTo>
                <a:cubicBezTo>
                  <a:pt x="15377" y="5605"/>
                  <a:pt x="15145" y="5509"/>
                  <a:pt x="14979" y="5465"/>
                </a:cubicBezTo>
                <a:cubicBezTo>
                  <a:pt x="14624" y="5370"/>
                  <a:pt x="14255" y="5339"/>
                  <a:pt x="13888" y="5339"/>
                </a:cubicBezTo>
                <a:cubicBezTo>
                  <a:pt x="13866" y="5339"/>
                  <a:pt x="13843" y="5339"/>
                  <a:pt x="13821" y="5339"/>
                </a:cubicBezTo>
                <a:cubicBezTo>
                  <a:pt x="13302" y="5343"/>
                  <a:pt x="12776" y="5411"/>
                  <a:pt x="12254" y="5411"/>
                </a:cubicBezTo>
                <a:cubicBezTo>
                  <a:pt x="12040" y="5411"/>
                  <a:pt x="11827" y="5399"/>
                  <a:pt x="11616" y="5368"/>
                </a:cubicBezTo>
                <a:cubicBezTo>
                  <a:pt x="11061" y="5285"/>
                  <a:pt x="10475" y="5069"/>
                  <a:pt x="10091" y="4643"/>
                </a:cubicBezTo>
                <a:cubicBezTo>
                  <a:pt x="9897" y="4427"/>
                  <a:pt x="9787" y="4173"/>
                  <a:pt x="9743" y="3888"/>
                </a:cubicBezTo>
                <a:cubicBezTo>
                  <a:pt x="9707" y="3654"/>
                  <a:pt x="9705" y="3394"/>
                  <a:pt x="9578" y="3185"/>
                </a:cubicBezTo>
                <a:cubicBezTo>
                  <a:pt x="9464" y="2998"/>
                  <a:pt x="9299" y="2929"/>
                  <a:pt x="9120" y="2929"/>
                </a:cubicBezTo>
                <a:cubicBezTo>
                  <a:pt x="8862" y="2929"/>
                  <a:pt x="8574" y="3073"/>
                  <a:pt x="8373" y="3214"/>
                </a:cubicBezTo>
                <a:cubicBezTo>
                  <a:pt x="7958" y="3505"/>
                  <a:pt x="7656" y="3918"/>
                  <a:pt x="7338" y="4305"/>
                </a:cubicBezTo>
                <a:cubicBezTo>
                  <a:pt x="6905" y="4830"/>
                  <a:pt x="6468" y="5230"/>
                  <a:pt x="5767" y="5318"/>
                </a:cubicBezTo>
                <a:cubicBezTo>
                  <a:pt x="5358" y="5369"/>
                  <a:pt x="4797" y="5459"/>
                  <a:pt x="4526" y="5787"/>
                </a:cubicBezTo>
                <a:lnTo>
                  <a:pt x="4526" y="5787"/>
                </a:lnTo>
                <a:cubicBezTo>
                  <a:pt x="4284" y="4322"/>
                  <a:pt x="4115" y="2847"/>
                  <a:pt x="4017" y="1366"/>
                </a:cubicBezTo>
                <a:lnTo>
                  <a:pt x="4017" y="1366"/>
                </a:lnTo>
                <a:cubicBezTo>
                  <a:pt x="4013" y="1145"/>
                  <a:pt x="4000" y="925"/>
                  <a:pt x="3979" y="705"/>
                </a:cubicBezTo>
                <a:lnTo>
                  <a:pt x="3979" y="705"/>
                </a:lnTo>
                <a:cubicBezTo>
                  <a:pt x="3978" y="695"/>
                  <a:pt x="3978" y="685"/>
                  <a:pt x="3977" y="675"/>
                </a:cubicBezTo>
                <a:lnTo>
                  <a:pt x="3976" y="675"/>
                </a:lnTo>
                <a:cubicBezTo>
                  <a:pt x="3968" y="599"/>
                  <a:pt x="3905" y="560"/>
                  <a:pt x="3845" y="560"/>
                </a:cubicBezTo>
                <a:cubicBezTo>
                  <a:pt x="3786" y="560"/>
                  <a:pt x="3730" y="598"/>
                  <a:pt x="3734" y="676"/>
                </a:cubicBezTo>
                <a:cubicBezTo>
                  <a:pt x="3747" y="925"/>
                  <a:pt x="3761" y="1173"/>
                  <a:pt x="3778" y="1421"/>
                </a:cubicBezTo>
                <a:lnTo>
                  <a:pt x="3778" y="1421"/>
                </a:lnTo>
                <a:cubicBezTo>
                  <a:pt x="3786" y="1975"/>
                  <a:pt x="3742" y="2529"/>
                  <a:pt x="3645" y="3076"/>
                </a:cubicBezTo>
                <a:cubicBezTo>
                  <a:pt x="3513" y="3816"/>
                  <a:pt x="3310" y="4663"/>
                  <a:pt x="2910" y="5307"/>
                </a:cubicBezTo>
                <a:cubicBezTo>
                  <a:pt x="2725" y="5605"/>
                  <a:pt x="2489" y="5702"/>
                  <a:pt x="2225" y="5702"/>
                </a:cubicBezTo>
                <a:cubicBezTo>
                  <a:pt x="1744" y="5702"/>
                  <a:pt x="1174" y="5382"/>
                  <a:pt x="661" y="5382"/>
                </a:cubicBezTo>
                <a:cubicBezTo>
                  <a:pt x="462" y="5382"/>
                  <a:pt x="271" y="5430"/>
                  <a:pt x="98" y="5565"/>
                </a:cubicBezTo>
                <a:cubicBezTo>
                  <a:pt x="0" y="5641"/>
                  <a:pt x="89" y="5765"/>
                  <a:pt x="191" y="5765"/>
                </a:cubicBezTo>
                <a:cubicBezTo>
                  <a:pt x="217" y="5765"/>
                  <a:pt x="245" y="5757"/>
                  <a:pt x="270" y="5737"/>
                </a:cubicBezTo>
                <a:lnTo>
                  <a:pt x="268" y="5737"/>
                </a:lnTo>
                <a:cubicBezTo>
                  <a:pt x="398" y="5636"/>
                  <a:pt x="547" y="5599"/>
                  <a:pt x="705" y="5599"/>
                </a:cubicBezTo>
                <a:cubicBezTo>
                  <a:pt x="1098" y="5599"/>
                  <a:pt x="1547" y="5831"/>
                  <a:pt x="1886" y="5904"/>
                </a:cubicBezTo>
                <a:cubicBezTo>
                  <a:pt x="1999" y="5928"/>
                  <a:pt x="2108" y="5940"/>
                  <a:pt x="2212" y="5940"/>
                </a:cubicBezTo>
                <a:cubicBezTo>
                  <a:pt x="2611" y="5940"/>
                  <a:pt x="2940" y="5761"/>
                  <a:pt x="3159" y="5360"/>
                </a:cubicBezTo>
                <a:cubicBezTo>
                  <a:pt x="3526" y="4685"/>
                  <a:pt x="3742" y="3893"/>
                  <a:pt x="3878" y="3141"/>
                </a:cubicBezTo>
                <a:cubicBezTo>
                  <a:pt x="3888" y="3083"/>
                  <a:pt x="3898" y="3024"/>
                  <a:pt x="3907" y="2966"/>
                </a:cubicBezTo>
                <a:lnTo>
                  <a:pt x="3907" y="2966"/>
                </a:lnTo>
                <a:cubicBezTo>
                  <a:pt x="4021" y="4092"/>
                  <a:pt x="4176" y="5214"/>
                  <a:pt x="4372" y="6330"/>
                </a:cubicBezTo>
                <a:cubicBezTo>
                  <a:pt x="4382" y="6389"/>
                  <a:pt x="4431" y="6416"/>
                  <a:pt x="4482" y="6416"/>
                </a:cubicBezTo>
                <a:cubicBezTo>
                  <a:pt x="4546" y="6416"/>
                  <a:pt x="4613" y="6373"/>
                  <a:pt x="4610" y="6297"/>
                </a:cubicBezTo>
                <a:cubicBezTo>
                  <a:pt x="4571" y="5468"/>
                  <a:pt x="5855" y="5629"/>
                  <a:pt x="6362" y="5431"/>
                </a:cubicBezTo>
                <a:cubicBezTo>
                  <a:pt x="6817" y="5255"/>
                  <a:pt x="7161" y="4894"/>
                  <a:pt x="7467" y="4526"/>
                </a:cubicBezTo>
                <a:cubicBezTo>
                  <a:pt x="7798" y="4129"/>
                  <a:pt x="8106" y="3679"/>
                  <a:pt x="8546" y="3390"/>
                </a:cubicBezTo>
                <a:cubicBezTo>
                  <a:pt x="8695" y="3292"/>
                  <a:pt x="8913" y="3174"/>
                  <a:pt x="9099" y="3174"/>
                </a:cubicBezTo>
                <a:cubicBezTo>
                  <a:pt x="9226" y="3174"/>
                  <a:pt x="9339" y="3229"/>
                  <a:pt x="9405" y="3384"/>
                </a:cubicBezTo>
                <a:cubicBezTo>
                  <a:pt x="9505" y="3622"/>
                  <a:pt x="9481" y="3899"/>
                  <a:pt x="9547" y="4146"/>
                </a:cubicBezTo>
                <a:cubicBezTo>
                  <a:pt x="9821" y="5180"/>
                  <a:pt x="11034" y="5608"/>
                  <a:pt x="11995" y="5644"/>
                </a:cubicBezTo>
                <a:cubicBezTo>
                  <a:pt x="12071" y="5647"/>
                  <a:pt x="12147" y="5649"/>
                  <a:pt x="12223" y="5649"/>
                </a:cubicBezTo>
                <a:cubicBezTo>
                  <a:pt x="12773" y="5649"/>
                  <a:pt x="13322" y="5581"/>
                  <a:pt x="13871" y="5581"/>
                </a:cubicBezTo>
                <a:cubicBezTo>
                  <a:pt x="14012" y="5581"/>
                  <a:pt x="14153" y="5585"/>
                  <a:pt x="14294" y="5596"/>
                </a:cubicBezTo>
                <a:cubicBezTo>
                  <a:pt x="14646" y="5624"/>
                  <a:pt x="14960" y="5734"/>
                  <a:pt x="15300" y="5809"/>
                </a:cubicBezTo>
                <a:cubicBezTo>
                  <a:pt x="15394" y="5830"/>
                  <a:pt x="15493" y="5845"/>
                  <a:pt x="15590" y="5845"/>
                </a:cubicBezTo>
                <a:cubicBezTo>
                  <a:pt x="15749" y="5845"/>
                  <a:pt x="15903" y="5804"/>
                  <a:pt x="16020" y="5679"/>
                </a:cubicBezTo>
                <a:cubicBezTo>
                  <a:pt x="16238" y="5450"/>
                  <a:pt x="16238" y="5021"/>
                  <a:pt x="16288" y="4729"/>
                </a:cubicBezTo>
                <a:lnTo>
                  <a:pt x="16529" y="3323"/>
                </a:lnTo>
                <a:lnTo>
                  <a:pt x="16812" y="1675"/>
                </a:lnTo>
                <a:lnTo>
                  <a:pt x="16812" y="1675"/>
                </a:lnTo>
                <a:cubicBezTo>
                  <a:pt x="16912" y="3130"/>
                  <a:pt x="17110" y="4577"/>
                  <a:pt x="17405" y="6006"/>
                </a:cubicBezTo>
                <a:cubicBezTo>
                  <a:pt x="17418" y="6066"/>
                  <a:pt x="17462" y="6091"/>
                  <a:pt x="17510" y="6091"/>
                </a:cubicBezTo>
                <a:cubicBezTo>
                  <a:pt x="17554" y="6091"/>
                  <a:pt x="17599" y="6070"/>
                  <a:pt x="17626" y="6035"/>
                </a:cubicBezTo>
                <a:cubicBezTo>
                  <a:pt x="17881" y="5699"/>
                  <a:pt x="18325" y="5673"/>
                  <a:pt x="18739" y="5673"/>
                </a:cubicBezTo>
                <a:cubicBezTo>
                  <a:pt x="18815" y="5673"/>
                  <a:pt x="18890" y="5674"/>
                  <a:pt x="18962" y="5674"/>
                </a:cubicBezTo>
                <a:cubicBezTo>
                  <a:pt x="19020" y="5674"/>
                  <a:pt x="19076" y="5673"/>
                  <a:pt x="19130" y="5671"/>
                </a:cubicBezTo>
                <a:cubicBezTo>
                  <a:pt x="19628" y="5653"/>
                  <a:pt x="20108" y="5552"/>
                  <a:pt x="20435" y="5144"/>
                </a:cubicBezTo>
                <a:cubicBezTo>
                  <a:pt x="20805" y="4681"/>
                  <a:pt x="20883" y="4049"/>
                  <a:pt x="21293" y="3611"/>
                </a:cubicBezTo>
                <a:cubicBezTo>
                  <a:pt x="21450" y="3445"/>
                  <a:pt x="21658" y="3316"/>
                  <a:pt x="21882" y="3316"/>
                </a:cubicBezTo>
                <a:cubicBezTo>
                  <a:pt x="21947" y="3316"/>
                  <a:pt x="22012" y="3327"/>
                  <a:pt x="22079" y="3350"/>
                </a:cubicBezTo>
                <a:cubicBezTo>
                  <a:pt x="22345" y="3443"/>
                  <a:pt x="22507" y="3706"/>
                  <a:pt x="22639" y="3939"/>
                </a:cubicBezTo>
                <a:cubicBezTo>
                  <a:pt x="22877" y="4360"/>
                  <a:pt x="23062" y="4811"/>
                  <a:pt x="23461" y="5110"/>
                </a:cubicBezTo>
                <a:cubicBezTo>
                  <a:pt x="23919" y="5452"/>
                  <a:pt x="24507" y="5550"/>
                  <a:pt x="25062" y="5595"/>
                </a:cubicBezTo>
                <a:cubicBezTo>
                  <a:pt x="25790" y="5653"/>
                  <a:pt x="26522" y="5661"/>
                  <a:pt x="27251" y="5691"/>
                </a:cubicBezTo>
                <a:lnTo>
                  <a:pt x="28427" y="5739"/>
                </a:lnTo>
                <a:cubicBezTo>
                  <a:pt x="28484" y="5741"/>
                  <a:pt x="28542" y="5743"/>
                  <a:pt x="28599" y="5743"/>
                </a:cubicBezTo>
                <a:cubicBezTo>
                  <a:pt x="28811" y="5743"/>
                  <a:pt x="29009" y="5708"/>
                  <a:pt x="29121" y="5487"/>
                </a:cubicBezTo>
                <a:cubicBezTo>
                  <a:pt x="29280" y="5172"/>
                  <a:pt x="29269" y="4725"/>
                  <a:pt x="29318" y="4383"/>
                </a:cubicBezTo>
                <a:lnTo>
                  <a:pt x="29512" y="3057"/>
                </a:lnTo>
                <a:lnTo>
                  <a:pt x="29753" y="1409"/>
                </a:lnTo>
                <a:lnTo>
                  <a:pt x="29753" y="1409"/>
                </a:lnTo>
                <a:cubicBezTo>
                  <a:pt x="29875" y="2954"/>
                  <a:pt x="30079" y="4491"/>
                  <a:pt x="30365" y="6015"/>
                </a:cubicBezTo>
                <a:cubicBezTo>
                  <a:pt x="30377" y="6076"/>
                  <a:pt x="30435" y="6101"/>
                  <a:pt x="30489" y="6101"/>
                </a:cubicBezTo>
                <a:cubicBezTo>
                  <a:pt x="30498" y="6101"/>
                  <a:pt x="30506" y="6101"/>
                  <a:pt x="30514" y="6099"/>
                </a:cubicBezTo>
                <a:cubicBezTo>
                  <a:pt x="31726" y="5930"/>
                  <a:pt x="32865" y="5334"/>
                  <a:pt x="33690" y="4430"/>
                </a:cubicBezTo>
                <a:cubicBezTo>
                  <a:pt x="33875" y="4227"/>
                  <a:pt x="34031" y="4006"/>
                  <a:pt x="34196" y="3787"/>
                </a:cubicBezTo>
                <a:cubicBezTo>
                  <a:pt x="34335" y="3602"/>
                  <a:pt x="34583" y="3302"/>
                  <a:pt x="34838" y="3302"/>
                </a:cubicBezTo>
                <a:cubicBezTo>
                  <a:pt x="34915" y="3302"/>
                  <a:pt x="34994" y="3330"/>
                  <a:pt x="35070" y="3398"/>
                </a:cubicBezTo>
                <a:cubicBezTo>
                  <a:pt x="35256" y="3566"/>
                  <a:pt x="35283" y="3884"/>
                  <a:pt x="35352" y="4109"/>
                </a:cubicBezTo>
                <a:cubicBezTo>
                  <a:pt x="35418" y="4330"/>
                  <a:pt x="35525" y="4536"/>
                  <a:pt x="35669" y="4716"/>
                </a:cubicBezTo>
                <a:cubicBezTo>
                  <a:pt x="36291" y="5480"/>
                  <a:pt x="37427" y="5627"/>
                  <a:pt x="38347" y="5670"/>
                </a:cubicBezTo>
                <a:cubicBezTo>
                  <a:pt x="39094" y="5704"/>
                  <a:pt x="39844" y="5704"/>
                  <a:pt x="40592" y="5718"/>
                </a:cubicBezTo>
                <a:cubicBezTo>
                  <a:pt x="40815" y="5723"/>
                  <a:pt x="41069" y="5756"/>
                  <a:pt x="41311" y="5756"/>
                </a:cubicBezTo>
                <a:cubicBezTo>
                  <a:pt x="41433" y="5756"/>
                  <a:pt x="41552" y="5748"/>
                  <a:pt x="41662" y="5723"/>
                </a:cubicBezTo>
                <a:cubicBezTo>
                  <a:pt x="41908" y="5668"/>
                  <a:pt x="42013" y="5446"/>
                  <a:pt x="42061" y="5219"/>
                </a:cubicBezTo>
                <a:cubicBezTo>
                  <a:pt x="42234" y="4405"/>
                  <a:pt x="42314" y="3555"/>
                  <a:pt x="42397" y="2728"/>
                </a:cubicBezTo>
                <a:cubicBezTo>
                  <a:pt x="42442" y="2267"/>
                  <a:pt x="42479" y="1806"/>
                  <a:pt x="42507" y="1345"/>
                </a:cubicBezTo>
                <a:lnTo>
                  <a:pt x="42507" y="1345"/>
                </a:lnTo>
                <a:cubicBezTo>
                  <a:pt x="42753" y="2930"/>
                  <a:pt x="42998" y="4516"/>
                  <a:pt x="43243" y="6101"/>
                </a:cubicBezTo>
                <a:cubicBezTo>
                  <a:pt x="43252" y="6157"/>
                  <a:pt x="43308" y="6188"/>
                  <a:pt x="43362" y="6188"/>
                </a:cubicBezTo>
                <a:cubicBezTo>
                  <a:pt x="43404" y="6188"/>
                  <a:pt x="43446" y="6169"/>
                  <a:pt x="43465" y="6129"/>
                </a:cubicBezTo>
                <a:cubicBezTo>
                  <a:pt x="43691" y="5642"/>
                  <a:pt x="44324" y="5690"/>
                  <a:pt x="44779" y="5649"/>
                </a:cubicBezTo>
                <a:cubicBezTo>
                  <a:pt x="45229" y="5612"/>
                  <a:pt x="45647" y="5521"/>
                  <a:pt x="45984" y="5203"/>
                </a:cubicBezTo>
                <a:cubicBezTo>
                  <a:pt x="46298" y="4907"/>
                  <a:pt x="46504" y="4514"/>
                  <a:pt x="46733" y="4153"/>
                </a:cubicBezTo>
                <a:cubicBezTo>
                  <a:pt x="46952" y="3808"/>
                  <a:pt x="47213" y="3437"/>
                  <a:pt x="47639" y="3389"/>
                </a:cubicBezTo>
                <a:lnTo>
                  <a:pt x="47639" y="3389"/>
                </a:lnTo>
                <a:cubicBezTo>
                  <a:pt x="48138" y="4753"/>
                  <a:pt x="49536" y="5669"/>
                  <a:pt x="50964" y="5669"/>
                </a:cubicBezTo>
                <a:cubicBezTo>
                  <a:pt x="51267" y="5669"/>
                  <a:pt x="51571" y="5628"/>
                  <a:pt x="51868" y="5541"/>
                </a:cubicBezTo>
                <a:cubicBezTo>
                  <a:pt x="52005" y="5501"/>
                  <a:pt x="51964" y="5301"/>
                  <a:pt x="51840" y="5301"/>
                </a:cubicBezTo>
                <a:cubicBezTo>
                  <a:pt x="51828" y="5301"/>
                  <a:pt x="51816" y="5303"/>
                  <a:pt x="51803" y="5307"/>
                </a:cubicBezTo>
                <a:cubicBezTo>
                  <a:pt x="51528" y="5387"/>
                  <a:pt x="51245" y="5425"/>
                  <a:pt x="50963" y="5425"/>
                </a:cubicBezTo>
                <a:cubicBezTo>
                  <a:pt x="49609" y="5425"/>
                  <a:pt x="48275" y="4544"/>
                  <a:pt x="47841" y="3231"/>
                </a:cubicBezTo>
                <a:cubicBezTo>
                  <a:pt x="47826" y="3180"/>
                  <a:pt x="47778" y="3143"/>
                  <a:pt x="47723" y="3142"/>
                </a:cubicBezTo>
                <a:cubicBezTo>
                  <a:pt x="46737" y="3152"/>
                  <a:pt x="46453" y="4355"/>
                  <a:pt x="45891" y="4954"/>
                </a:cubicBezTo>
                <a:cubicBezTo>
                  <a:pt x="45493" y="5377"/>
                  <a:pt x="44966" y="5390"/>
                  <a:pt x="44423" y="5433"/>
                </a:cubicBezTo>
                <a:cubicBezTo>
                  <a:pt x="44067" y="5463"/>
                  <a:pt x="43685" y="5516"/>
                  <a:pt x="43433" y="5757"/>
                </a:cubicBezTo>
                <a:lnTo>
                  <a:pt x="43433" y="5757"/>
                </a:lnTo>
                <a:cubicBezTo>
                  <a:pt x="43143" y="3878"/>
                  <a:pt x="42853" y="1999"/>
                  <a:pt x="42562" y="121"/>
                </a:cubicBezTo>
                <a:lnTo>
                  <a:pt x="42562" y="121"/>
                </a:lnTo>
                <a:cubicBezTo>
                  <a:pt x="42562" y="121"/>
                  <a:pt x="42562" y="120"/>
                  <a:pt x="42562" y="120"/>
                </a:cubicBezTo>
                <a:lnTo>
                  <a:pt x="42562" y="120"/>
                </a:lnTo>
                <a:lnTo>
                  <a:pt x="42562" y="120"/>
                </a:lnTo>
                <a:lnTo>
                  <a:pt x="42562" y="120"/>
                </a:lnTo>
                <a:cubicBezTo>
                  <a:pt x="42561" y="109"/>
                  <a:pt x="42559" y="98"/>
                  <a:pt x="42557" y="88"/>
                </a:cubicBezTo>
                <a:cubicBezTo>
                  <a:pt x="42548" y="27"/>
                  <a:pt x="42503" y="0"/>
                  <a:pt x="4245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8" name="Google Shape;388;p17"/>
          <p:cNvSpPr/>
          <p:nvPr/>
        </p:nvSpPr>
        <p:spPr>
          <a:xfrm rot="10800000">
            <a:off x="7729852" y="-2353278"/>
            <a:ext cx="3649504" cy="3649821"/>
          </a:xfrm>
          <a:custGeom>
            <a:avLst/>
            <a:gdLst/>
            <a:ahLst/>
            <a:cxnLst/>
            <a:rect l="l" t="t" r="r" b="b"/>
            <a:pathLst>
              <a:path w="15104" h="15105" extrusionOk="0">
                <a:moveTo>
                  <a:pt x="7552" y="0"/>
                </a:moveTo>
                <a:cubicBezTo>
                  <a:pt x="5550" y="0"/>
                  <a:pt x="3628" y="797"/>
                  <a:pt x="2212" y="2213"/>
                </a:cubicBezTo>
                <a:cubicBezTo>
                  <a:pt x="796" y="3629"/>
                  <a:pt x="1" y="5549"/>
                  <a:pt x="1" y="7552"/>
                </a:cubicBezTo>
                <a:cubicBezTo>
                  <a:pt x="1" y="9555"/>
                  <a:pt x="796" y="11476"/>
                  <a:pt x="2212" y="12892"/>
                </a:cubicBezTo>
                <a:cubicBezTo>
                  <a:pt x="3628" y="14308"/>
                  <a:pt x="5550" y="15104"/>
                  <a:pt x="7552" y="15104"/>
                </a:cubicBezTo>
                <a:cubicBezTo>
                  <a:pt x="9555" y="15104"/>
                  <a:pt x="11475" y="14308"/>
                  <a:pt x="12892" y="12892"/>
                </a:cubicBezTo>
                <a:cubicBezTo>
                  <a:pt x="14308" y="11476"/>
                  <a:pt x="15104" y="9555"/>
                  <a:pt x="15104" y="7552"/>
                </a:cubicBezTo>
                <a:cubicBezTo>
                  <a:pt x="15104" y="5549"/>
                  <a:pt x="14308" y="3629"/>
                  <a:pt x="12892" y="2213"/>
                </a:cubicBezTo>
                <a:cubicBezTo>
                  <a:pt x="11475" y="797"/>
                  <a:pt x="9555" y="0"/>
                  <a:pt x="7552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1">
  <p:cSld name="CUSTOM_20_1_1"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21"/>
          <p:cNvSpPr txBox="1">
            <a:spLocks noGrp="1"/>
          </p:cNvSpPr>
          <p:nvPr>
            <p:ph type="title"/>
          </p:nvPr>
        </p:nvSpPr>
        <p:spPr>
          <a:xfrm>
            <a:off x="732300" y="445025"/>
            <a:ext cx="7679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81" name="Google Shape;481;p21"/>
          <p:cNvSpPr txBox="1">
            <a:spLocks noGrp="1"/>
          </p:cNvSpPr>
          <p:nvPr>
            <p:ph type="title" idx="2"/>
          </p:nvPr>
        </p:nvSpPr>
        <p:spPr>
          <a:xfrm>
            <a:off x="1132975" y="1491381"/>
            <a:ext cx="2022000" cy="70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82" name="Google Shape;482;p21"/>
          <p:cNvSpPr txBox="1">
            <a:spLocks noGrp="1"/>
          </p:cNvSpPr>
          <p:nvPr>
            <p:ph type="subTitle" idx="1"/>
          </p:nvPr>
        </p:nvSpPr>
        <p:spPr>
          <a:xfrm>
            <a:off x="1132975" y="2194800"/>
            <a:ext cx="2022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3" name="Google Shape;483;p21"/>
          <p:cNvSpPr txBox="1">
            <a:spLocks noGrp="1"/>
          </p:cNvSpPr>
          <p:nvPr>
            <p:ph type="title" idx="3"/>
          </p:nvPr>
        </p:nvSpPr>
        <p:spPr>
          <a:xfrm>
            <a:off x="5989017" y="1491375"/>
            <a:ext cx="2022000" cy="70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84" name="Google Shape;484;p21"/>
          <p:cNvSpPr txBox="1">
            <a:spLocks noGrp="1"/>
          </p:cNvSpPr>
          <p:nvPr>
            <p:ph type="subTitle" idx="4"/>
          </p:nvPr>
        </p:nvSpPr>
        <p:spPr>
          <a:xfrm>
            <a:off x="5989025" y="2193375"/>
            <a:ext cx="2022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5" name="Google Shape;485;p21"/>
          <p:cNvSpPr txBox="1">
            <a:spLocks noGrp="1"/>
          </p:cNvSpPr>
          <p:nvPr>
            <p:ph type="title" idx="5"/>
          </p:nvPr>
        </p:nvSpPr>
        <p:spPr>
          <a:xfrm>
            <a:off x="1132975" y="2894451"/>
            <a:ext cx="2022000" cy="70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86" name="Google Shape;486;p21"/>
          <p:cNvSpPr txBox="1">
            <a:spLocks noGrp="1"/>
          </p:cNvSpPr>
          <p:nvPr>
            <p:ph type="subTitle" idx="6"/>
          </p:nvPr>
        </p:nvSpPr>
        <p:spPr>
          <a:xfrm>
            <a:off x="1132975" y="3597575"/>
            <a:ext cx="2022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7" name="Google Shape;487;p21"/>
          <p:cNvSpPr txBox="1">
            <a:spLocks noGrp="1"/>
          </p:cNvSpPr>
          <p:nvPr>
            <p:ph type="title" idx="7"/>
          </p:nvPr>
        </p:nvSpPr>
        <p:spPr>
          <a:xfrm>
            <a:off x="5989017" y="2891981"/>
            <a:ext cx="2022000" cy="70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88" name="Google Shape;488;p21"/>
          <p:cNvSpPr txBox="1">
            <a:spLocks noGrp="1"/>
          </p:cNvSpPr>
          <p:nvPr>
            <p:ph type="subTitle" idx="8"/>
          </p:nvPr>
        </p:nvSpPr>
        <p:spPr>
          <a:xfrm>
            <a:off x="5989025" y="3597575"/>
            <a:ext cx="2022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9" name="Google Shape;489;p21"/>
          <p:cNvSpPr/>
          <p:nvPr/>
        </p:nvSpPr>
        <p:spPr>
          <a:xfrm rot="10800000">
            <a:off x="-2049267" y="-2838872"/>
            <a:ext cx="3549666" cy="3549666"/>
          </a:xfrm>
          <a:custGeom>
            <a:avLst/>
            <a:gdLst/>
            <a:ahLst/>
            <a:cxnLst/>
            <a:rect l="l" t="t" r="r" b="b"/>
            <a:pathLst>
              <a:path w="22225" h="22225" extrusionOk="0">
                <a:moveTo>
                  <a:pt x="11113" y="1"/>
                </a:moveTo>
                <a:cubicBezTo>
                  <a:pt x="8166" y="1"/>
                  <a:pt x="5339" y="1171"/>
                  <a:pt x="3255" y="3255"/>
                </a:cubicBezTo>
                <a:cubicBezTo>
                  <a:pt x="1171" y="5339"/>
                  <a:pt x="1" y="8166"/>
                  <a:pt x="1" y="11113"/>
                </a:cubicBezTo>
                <a:cubicBezTo>
                  <a:pt x="1" y="14060"/>
                  <a:pt x="1171" y="16885"/>
                  <a:pt x="3255" y="18970"/>
                </a:cubicBezTo>
                <a:cubicBezTo>
                  <a:pt x="5339" y="21053"/>
                  <a:pt x="8166" y="22225"/>
                  <a:pt x="11113" y="22225"/>
                </a:cubicBezTo>
                <a:cubicBezTo>
                  <a:pt x="14060" y="22225"/>
                  <a:pt x="16887" y="21053"/>
                  <a:pt x="18970" y="18970"/>
                </a:cubicBezTo>
                <a:cubicBezTo>
                  <a:pt x="21054" y="16885"/>
                  <a:pt x="22225" y="14060"/>
                  <a:pt x="22225" y="11113"/>
                </a:cubicBezTo>
                <a:cubicBezTo>
                  <a:pt x="22225" y="8166"/>
                  <a:pt x="21054" y="5339"/>
                  <a:pt x="18970" y="3255"/>
                </a:cubicBezTo>
                <a:cubicBezTo>
                  <a:pt x="16887" y="1171"/>
                  <a:pt x="14060" y="1"/>
                  <a:pt x="1111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21"/>
          <p:cNvSpPr/>
          <p:nvPr/>
        </p:nvSpPr>
        <p:spPr>
          <a:xfrm rot="10800000">
            <a:off x="8207905" y="-1501750"/>
            <a:ext cx="1649377" cy="1649377"/>
          </a:xfrm>
          <a:custGeom>
            <a:avLst/>
            <a:gdLst/>
            <a:ahLst/>
            <a:cxnLst/>
            <a:rect l="l" t="t" r="r" b="b"/>
            <a:pathLst>
              <a:path w="10327" h="10327" extrusionOk="0">
                <a:moveTo>
                  <a:pt x="5164" y="1"/>
                </a:moveTo>
                <a:cubicBezTo>
                  <a:pt x="2312" y="1"/>
                  <a:pt x="1" y="2312"/>
                  <a:pt x="1" y="5164"/>
                </a:cubicBezTo>
                <a:cubicBezTo>
                  <a:pt x="1" y="8016"/>
                  <a:pt x="2312" y="10327"/>
                  <a:pt x="5164" y="10327"/>
                </a:cubicBezTo>
                <a:cubicBezTo>
                  <a:pt x="8016" y="10327"/>
                  <a:pt x="10327" y="8016"/>
                  <a:pt x="10327" y="5164"/>
                </a:cubicBezTo>
                <a:cubicBezTo>
                  <a:pt x="10327" y="2312"/>
                  <a:pt x="8016" y="1"/>
                  <a:pt x="5164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1" name="Google Shape;491;p21"/>
          <p:cNvSpPr/>
          <p:nvPr/>
        </p:nvSpPr>
        <p:spPr>
          <a:xfrm rot="10800000">
            <a:off x="8502433" y="-1450744"/>
            <a:ext cx="1166399" cy="1166558"/>
          </a:xfrm>
          <a:custGeom>
            <a:avLst/>
            <a:gdLst/>
            <a:ahLst/>
            <a:cxnLst/>
            <a:rect l="l" t="t" r="r" b="b"/>
            <a:pathLst>
              <a:path w="7303" h="7304" extrusionOk="0">
                <a:moveTo>
                  <a:pt x="3652" y="1"/>
                </a:moveTo>
                <a:cubicBezTo>
                  <a:pt x="1635" y="1"/>
                  <a:pt x="0" y="1635"/>
                  <a:pt x="0" y="3652"/>
                </a:cubicBezTo>
                <a:cubicBezTo>
                  <a:pt x="0" y="5669"/>
                  <a:pt x="1635" y="7303"/>
                  <a:pt x="3652" y="7303"/>
                </a:cubicBezTo>
                <a:cubicBezTo>
                  <a:pt x="5668" y="7303"/>
                  <a:pt x="7303" y="5669"/>
                  <a:pt x="7303" y="3652"/>
                </a:cubicBezTo>
                <a:cubicBezTo>
                  <a:pt x="7303" y="1635"/>
                  <a:pt x="5668" y="1"/>
                  <a:pt x="3652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2" name="Google Shape;492;p21"/>
          <p:cNvSpPr/>
          <p:nvPr/>
        </p:nvSpPr>
        <p:spPr>
          <a:xfrm rot="10800000">
            <a:off x="-59359" y="4593649"/>
            <a:ext cx="1435039" cy="1368119"/>
          </a:xfrm>
          <a:custGeom>
            <a:avLst/>
            <a:gdLst/>
            <a:ahLst/>
            <a:cxnLst/>
            <a:rect l="l" t="t" r="r" b="b"/>
            <a:pathLst>
              <a:path w="8985" h="8566" extrusionOk="0">
                <a:moveTo>
                  <a:pt x="4702" y="1"/>
                </a:moveTo>
                <a:cubicBezTo>
                  <a:pt x="3606" y="1"/>
                  <a:pt x="2510" y="419"/>
                  <a:pt x="1674" y="1256"/>
                </a:cubicBezTo>
                <a:cubicBezTo>
                  <a:pt x="1" y="2928"/>
                  <a:pt x="1" y="5639"/>
                  <a:pt x="1674" y="7311"/>
                </a:cubicBezTo>
                <a:cubicBezTo>
                  <a:pt x="2477" y="8114"/>
                  <a:pt x="3566" y="8566"/>
                  <a:pt x="4701" y="8566"/>
                </a:cubicBezTo>
                <a:cubicBezTo>
                  <a:pt x="5838" y="8566"/>
                  <a:pt x="6927" y="8114"/>
                  <a:pt x="7730" y="7311"/>
                </a:cubicBezTo>
                <a:cubicBezTo>
                  <a:pt x="8533" y="6508"/>
                  <a:pt x="8984" y="5419"/>
                  <a:pt x="8984" y="4283"/>
                </a:cubicBezTo>
                <a:cubicBezTo>
                  <a:pt x="8984" y="3147"/>
                  <a:pt x="8533" y="2059"/>
                  <a:pt x="7730" y="1256"/>
                </a:cubicBezTo>
                <a:cubicBezTo>
                  <a:pt x="6894" y="419"/>
                  <a:pt x="5798" y="1"/>
                  <a:pt x="470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3" name="Google Shape;493;p21"/>
          <p:cNvSpPr/>
          <p:nvPr/>
        </p:nvSpPr>
        <p:spPr>
          <a:xfrm rot="10800000">
            <a:off x="724366" y="4593661"/>
            <a:ext cx="465889" cy="465889"/>
          </a:xfrm>
          <a:custGeom>
            <a:avLst/>
            <a:gdLst/>
            <a:ahLst/>
            <a:cxnLst/>
            <a:rect l="l" t="t" r="r" b="b"/>
            <a:pathLst>
              <a:path w="2917" h="2917" extrusionOk="0">
                <a:moveTo>
                  <a:pt x="1457" y="0"/>
                </a:moveTo>
                <a:cubicBezTo>
                  <a:pt x="652" y="0"/>
                  <a:pt x="0" y="653"/>
                  <a:pt x="0" y="1458"/>
                </a:cubicBezTo>
                <a:cubicBezTo>
                  <a:pt x="0" y="2263"/>
                  <a:pt x="652" y="2916"/>
                  <a:pt x="1457" y="2916"/>
                </a:cubicBezTo>
                <a:cubicBezTo>
                  <a:pt x="2263" y="2916"/>
                  <a:pt x="2916" y="2263"/>
                  <a:pt x="2916" y="1458"/>
                </a:cubicBezTo>
                <a:cubicBezTo>
                  <a:pt x="2916" y="653"/>
                  <a:pt x="2263" y="0"/>
                  <a:pt x="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4" name="Google Shape;494;p21"/>
          <p:cNvSpPr/>
          <p:nvPr/>
        </p:nvSpPr>
        <p:spPr>
          <a:xfrm rot="10800000">
            <a:off x="8571350" y="4583174"/>
            <a:ext cx="454549" cy="413502"/>
          </a:xfrm>
          <a:custGeom>
            <a:avLst/>
            <a:gdLst/>
            <a:ahLst/>
            <a:cxnLst/>
            <a:rect l="l" t="t" r="r" b="b"/>
            <a:pathLst>
              <a:path w="2846" h="2589" extrusionOk="0">
                <a:moveTo>
                  <a:pt x="1422" y="1"/>
                </a:moveTo>
                <a:cubicBezTo>
                  <a:pt x="835" y="1"/>
                  <a:pt x="304" y="402"/>
                  <a:pt x="163" y="998"/>
                </a:cubicBezTo>
                <a:cubicBezTo>
                  <a:pt x="0" y="1694"/>
                  <a:pt x="431" y="2389"/>
                  <a:pt x="1125" y="2554"/>
                </a:cubicBezTo>
                <a:cubicBezTo>
                  <a:pt x="1225" y="2577"/>
                  <a:pt x="1326" y="2589"/>
                  <a:pt x="1424" y="2589"/>
                </a:cubicBezTo>
                <a:cubicBezTo>
                  <a:pt x="2011" y="2589"/>
                  <a:pt x="2542" y="2187"/>
                  <a:pt x="2681" y="1593"/>
                </a:cubicBezTo>
                <a:cubicBezTo>
                  <a:pt x="2845" y="897"/>
                  <a:pt x="2415" y="200"/>
                  <a:pt x="1720" y="36"/>
                </a:cubicBezTo>
                <a:cubicBezTo>
                  <a:pt x="1620" y="12"/>
                  <a:pt x="1520" y="1"/>
                  <a:pt x="14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5" name="Google Shape;495;p21"/>
          <p:cNvSpPr/>
          <p:nvPr/>
        </p:nvSpPr>
        <p:spPr>
          <a:xfrm rot="10800000">
            <a:off x="79918" y="554420"/>
            <a:ext cx="295792" cy="268960"/>
          </a:xfrm>
          <a:custGeom>
            <a:avLst/>
            <a:gdLst/>
            <a:ahLst/>
            <a:cxnLst/>
            <a:rect l="l" t="t" r="r" b="b"/>
            <a:pathLst>
              <a:path w="1852" h="1684" extrusionOk="0">
                <a:moveTo>
                  <a:pt x="925" y="1"/>
                </a:moveTo>
                <a:cubicBezTo>
                  <a:pt x="544" y="1"/>
                  <a:pt x="199" y="261"/>
                  <a:pt x="107" y="649"/>
                </a:cubicBezTo>
                <a:cubicBezTo>
                  <a:pt x="1" y="1101"/>
                  <a:pt x="280" y="1554"/>
                  <a:pt x="732" y="1660"/>
                </a:cubicBezTo>
                <a:cubicBezTo>
                  <a:pt x="798" y="1676"/>
                  <a:pt x="863" y="1683"/>
                  <a:pt x="927" y="1683"/>
                </a:cubicBezTo>
                <a:cubicBezTo>
                  <a:pt x="1307" y="1683"/>
                  <a:pt x="1653" y="1422"/>
                  <a:pt x="1744" y="1035"/>
                </a:cubicBezTo>
                <a:cubicBezTo>
                  <a:pt x="1851" y="583"/>
                  <a:pt x="1570" y="131"/>
                  <a:pt x="1118" y="23"/>
                </a:cubicBezTo>
                <a:cubicBezTo>
                  <a:pt x="1053" y="8"/>
                  <a:pt x="989" y="1"/>
                  <a:pt x="92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6" name="Google Shape;496;p21"/>
          <p:cNvSpPr/>
          <p:nvPr/>
        </p:nvSpPr>
        <p:spPr>
          <a:xfrm rot="10800000">
            <a:off x="505549" y="309494"/>
            <a:ext cx="305215" cy="268960"/>
          </a:xfrm>
          <a:custGeom>
            <a:avLst/>
            <a:gdLst/>
            <a:ahLst/>
            <a:cxnLst/>
            <a:rect l="l" t="t" r="r" b="b"/>
            <a:pathLst>
              <a:path w="1911" h="1684" extrusionOk="0">
                <a:moveTo>
                  <a:pt x="956" y="1"/>
                </a:moveTo>
                <a:cubicBezTo>
                  <a:pt x="848" y="1"/>
                  <a:pt x="739" y="22"/>
                  <a:pt x="634" y="66"/>
                </a:cubicBezTo>
                <a:cubicBezTo>
                  <a:pt x="204" y="243"/>
                  <a:pt x="0" y="734"/>
                  <a:pt x="179" y="1163"/>
                </a:cubicBezTo>
                <a:cubicBezTo>
                  <a:pt x="312" y="1487"/>
                  <a:pt x="625" y="1683"/>
                  <a:pt x="956" y="1683"/>
                </a:cubicBezTo>
                <a:cubicBezTo>
                  <a:pt x="1063" y="1683"/>
                  <a:pt x="1172" y="1662"/>
                  <a:pt x="1278" y="1619"/>
                </a:cubicBezTo>
                <a:cubicBezTo>
                  <a:pt x="1706" y="1441"/>
                  <a:pt x="1910" y="949"/>
                  <a:pt x="1733" y="521"/>
                </a:cubicBezTo>
                <a:cubicBezTo>
                  <a:pt x="1598" y="197"/>
                  <a:pt x="1285" y="1"/>
                  <a:pt x="95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p21"/>
          <p:cNvSpPr/>
          <p:nvPr/>
        </p:nvSpPr>
        <p:spPr>
          <a:xfrm rot="10800000">
            <a:off x="8472634" y="4291060"/>
            <a:ext cx="193894" cy="176645"/>
          </a:xfrm>
          <a:custGeom>
            <a:avLst/>
            <a:gdLst/>
            <a:ahLst/>
            <a:cxnLst/>
            <a:rect l="l" t="t" r="r" b="b"/>
            <a:pathLst>
              <a:path w="1214" h="1106" extrusionOk="0">
                <a:moveTo>
                  <a:pt x="607" y="0"/>
                </a:moveTo>
                <a:cubicBezTo>
                  <a:pt x="465" y="0"/>
                  <a:pt x="324" y="54"/>
                  <a:pt x="216" y="162"/>
                </a:cubicBezTo>
                <a:cubicBezTo>
                  <a:pt x="0" y="377"/>
                  <a:pt x="0" y="727"/>
                  <a:pt x="216" y="943"/>
                </a:cubicBezTo>
                <a:cubicBezTo>
                  <a:pt x="324" y="1051"/>
                  <a:pt x="465" y="1105"/>
                  <a:pt x="607" y="1105"/>
                </a:cubicBezTo>
                <a:cubicBezTo>
                  <a:pt x="748" y="1105"/>
                  <a:pt x="889" y="1051"/>
                  <a:pt x="997" y="943"/>
                </a:cubicBezTo>
                <a:cubicBezTo>
                  <a:pt x="1213" y="727"/>
                  <a:pt x="1213" y="377"/>
                  <a:pt x="997" y="162"/>
                </a:cubicBezTo>
                <a:cubicBezTo>
                  <a:pt x="889" y="54"/>
                  <a:pt x="748" y="0"/>
                  <a:pt x="607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8" name="Google Shape;498;p21"/>
          <p:cNvSpPr/>
          <p:nvPr/>
        </p:nvSpPr>
        <p:spPr>
          <a:xfrm rot="10800000">
            <a:off x="9084507" y="4122186"/>
            <a:ext cx="324860" cy="324860"/>
          </a:xfrm>
          <a:custGeom>
            <a:avLst/>
            <a:gdLst/>
            <a:ahLst/>
            <a:cxnLst/>
            <a:rect l="l" t="t" r="r" b="b"/>
            <a:pathLst>
              <a:path w="2034" h="2034" extrusionOk="0">
                <a:moveTo>
                  <a:pt x="1017" y="1"/>
                </a:moveTo>
                <a:cubicBezTo>
                  <a:pt x="456" y="1"/>
                  <a:pt x="1" y="456"/>
                  <a:pt x="1" y="1017"/>
                </a:cubicBezTo>
                <a:cubicBezTo>
                  <a:pt x="1" y="1579"/>
                  <a:pt x="456" y="2034"/>
                  <a:pt x="1017" y="2034"/>
                </a:cubicBezTo>
                <a:cubicBezTo>
                  <a:pt x="1579" y="2034"/>
                  <a:pt x="2034" y="1579"/>
                  <a:pt x="2034" y="1017"/>
                </a:cubicBezTo>
                <a:cubicBezTo>
                  <a:pt x="2034" y="456"/>
                  <a:pt x="1579" y="1"/>
                  <a:pt x="101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p21"/>
          <p:cNvSpPr/>
          <p:nvPr/>
        </p:nvSpPr>
        <p:spPr>
          <a:xfrm rot="10800000">
            <a:off x="-160077" y="4360325"/>
            <a:ext cx="588869" cy="588709"/>
          </a:xfrm>
          <a:custGeom>
            <a:avLst/>
            <a:gdLst/>
            <a:ahLst/>
            <a:cxnLst/>
            <a:rect l="l" t="t" r="r" b="b"/>
            <a:pathLst>
              <a:path w="3687" h="3686" extrusionOk="0">
                <a:moveTo>
                  <a:pt x="1844" y="0"/>
                </a:moveTo>
                <a:cubicBezTo>
                  <a:pt x="826" y="0"/>
                  <a:pt x="1" y="825"/>
                  <a:pt x="1" y="1843"/>
                </a:cubicBezTo>
                <a:cubicBezTo>
                  <a:pt x="1" y="2861"/>
                  <a:pt x="826" y="3686"/>
                  <a:pt x="1844" y="3686"/>
                </a:cubicBezTo>
                <a:cubicBezTo>
                  <a:pt x="2861" y="3686"/>
                  <a:pt x="3686" y="2861"/>
                  <a:pt x="3686" y="1843"/>
                </a:cubicBezTo>
                <a:cubicBezTo>
                  <a:pt x="3686" y="825"/>
                  <a:pt x="2861" y="0"/>
                  <a:pt x="184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0" name="Google Shape;500;p21"/>
          <p:cNvSpPr/>
          <p:nvPr/>
        </p:nvSpPr>
        <p:spPr>
          <a:xfrm rot="10800000">
            <a:off x="575026" y="4208907"/>
            <a:ext cx="166263" cy="151410"/>
          </a:xfrm>
          <a:custGeom>
            <a:avLst/>
            <a:gdLst/>
            <a:ahLst/>
            <a:cxnLst/>
            <a:rect l="l" t="t" r="r" b="b"/>
            <a:pathLst>
              <a:path w="1041" h="948" extrusionOk="0">
                <a:moveTo>
                  <a:pt x="521" y="0"/>
                </a:moveTo>
                <a:cubicBezTo>
                  <a:pt x="399" y="0"/>
                  <a:pt x="278" y="47"/>
                  <a:pt x="186" y="139"/>
                </a:cubicBezTo>
                <a:cubicBezTo>
                  <a:pt x="1" y="324"/>
                  <a:pt x="1" y="624"/>
                  <a:pt x="186" y="809"/>
                </a:cubicBezTo>
                <a:cubicBezTo>
                  <a:pt x="278" y="901"/>
                  <a:pt x="399" y="948"/>
                  <a:pt x="521" y="948"/>
                </a:cubicBezTo>
                <a:cubicBezTo>
                  <a:pt x="642" y="948"/>
                  <a:pt x="763" y="901"/>
                  <a:pt x="856" y="809"/>
                </a:cubicBezTo>
                <a:cubicBezTo>
                  <a:pt x="1041" y="624"/>
                  <a:pt x="1041" y="324"/>
                  <a:pt x="856" y="139"/>
                </a:cubicBezTo>
                <a:cubicBezTo>
                  <a:pt x="763" y="47"/>
                  <a:pt x="642" y="0"/>
                  <a:pt x="52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1" name="Google Shape;501;p21"/>
          <p:cNvSpPr/>
          <p:nvPr/>
        </p:nvSpPr>
        <p:spPr>
          <a:xfrm rot="10800000">
            <a:off x="8230533" y="115263"/>
            <a:ext cx="179839" cy="151570"/>
          </a:xfrm>
          <a:custGeom>
            <a:avLst/>
            <a:gdLst/>
            <a:ahLst/>
            <a:cxnLst/>
            <a:rect l="l" t="t" r="r" b="b"/>
            <a:pathLst>
              <a:path w="1126" h="949" extrusionOk="0">
                <a:moveTo>
                  <a:pt x="598" y="0"/>
                </a:moveTo>
                <a:cubicBezTo>
                  <a:pt x="246" y="0"/>
                  <a:pt x="0" y="397"/>
                  <a:pt x="200" y="723"/>
                </a:cubicBezTo>
                <a:cubicBezTo>
                  <a:pt x="286" y="864"/>
                  <a:pt x="439" y="949"/>
                  <a:pt x="602" y="949"/>
                </a:cubicBezTo>
                <a:cubicBezTo>
                  <a:pt x="627" y="949"/>
                  <a:pt x="653" y="947"/>
                  <a:pt x="678" y="943"/>
                </a:cubicBezTo>
                <a:cubicBezTo>
                  <a:pt x="867" y="913"/>
                  <a:pt x="1020" y="772"/>
                  <a:pt x="1065" y="586"/>
                </a:cubicBezTo>
                <a:cubicBezTo>
                  <a:pt x="1126" y="331"/>
                  <a:pt x="969" y="75"/>
                  <a:pt x="715" y="14"/>
                </a:cubicBezTo>
                <a:cubicBezTo>
                  <a:pt x="675" y="5"/>
                  <a:pt x="636" y="0"/>
                  <a:pt x="59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2" name="Google Shape;502;p21"/>
          <p:cNvSpPr/>
          <p:nvPr/>
        </p:nvSpPr>
        <p:spPr>
          <a:xfrm rot="10800000">
            <a:off x="8942593" y="671478"/>
            <a:ext cx="179999" cy="151889"/>
          </a:xfrm>
          <a:custGeom>
            <a:avLst/>
            <a:gdLst/>
            <a:ahLst/>
            <a:cxnLst/>
            <a:rect l="l" t="t" r="r" b="b"/>
            <a:pathLst>
              <a:path w="1127" h="951" extrusionOk="0">
                <a:moveTo>
                  <a:pt x="600" y="1"/>
                </a:moveTo>
                <a:cubicBezTo>
                  <a:pt x="247" y="1"/>
                  <a:pt x="0" y="398"/>
                  <a:pt x="201" y="723"/>
                </a:cubicBezTo>
                <a:cubicBezTo>
                  <a:pt x="288" y="866"/>
                  <a:pt x="442" y="950"/>
                  <a:pt x="605" y="950"/>
                </a:cubicBezTo>
                <a:cubicBezTo>
                  <a:pt x="630" y="950"/>
                  <a:pt x="654" y="948"/>
                  <a:pt x="679" y="944"/>
                </a:cubicBezTo>
                <a:cubicBezTo>
                  <a:pt x="869" y="915"/>
                  <a:pt x="1022" y="772"/>
                  <a:pt x="1066" y="586"/>
                </a:cubicBezTo>
                <a:cubicBezTo>
                  <a:pt x="1126" y="331"/>
                  <a:pt x="970" y="75"/>
                  <a:pt x="715" y="14"/>
                </a:cubicBezTo>
                <a:cubicBezTo>
                  <a:pt x="676" y="5"/>
                  <a:pt x="638" y="1"/>
                  <a:pt x="600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3" name="Google Shape;503;p21"/>
          <p:cNvSpPr/>
          <p:nvPr/>
        </p:nvSpPr>
        <p:spPr>
          <a:xfrm rot="10800000">
            <a:off x="8735291" y="25042"/>
            <a:ext cx="207310" cy="191658"/>
          </a:xfrm>
          <a:custGeom>
            <a:avLst/>
            <a:gdLst/>
            <a:ahLst/>
            <a:cxnLst/>
            <a:rect l="l" t="t" r="r" b="b"/>
            <a:pathLst>
              <a:path w="1298" h="1200" extrusionOk="0">
                <a:moveTo>
                  <a:pt x="639" y="1"/>
                </a:moveTo>
                <a:cubicBezTo>
                  <a:pt x="449" y="1"/>
                  <a:pt x="267" y="90"/>
                  <a:pt x="153" y="248"/>
                </a:cubicBezTo>
                <a:cubicBezTo>
                  <a:pt x="11" y="444"/>
                  <a:pt x="0" y="707"/>
                  <a:pt x="127" y="913"/>
                </a:cubicBezTo>
                <a:cubicBezTo>
                  <a:pt x="237" y="1093"/>
                  <a:pt x="432" y="1200"/>
                  <a:pt x="639" y="1200"/>
                </a:cubicBezTo>
                <a:cubicBezTo>
                  <a:pt x="670" y="1200"/>
                  <a:pt x="701" y="1197"/>
                  <a:pt x="732" y="1192"/>
                </a:cubicBezTo>
                <a:cubicBezTo>
                  <a:pt x="971" y="1154"/>
                  <a:pt x="1164" y="975"/>
                  <a:pt x="1221" y="740"/>
                </a:cubicBezTo>
                <a:cubicBezTo>
                  <a:pt x="1297" y="418"/>
                  <a:pt x="1099" y="95"/>
                  <a:pt x="777" y="17"/>
                </a:cubicBezTo>
                <a:cubicBezTo>
                  <a:pt x="731" y="6"/>
                  <a:pt x="685" y="1"/>
                  <a:pt x="639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4" name="Google Shape;504;p21"/>
          <p:cNvSpPr/>
          <p:nvPr/>
        </p:nvSpPr>
        <p:spPr>
          <a:xfrm rot="10800000">
            <a:off x="969771" y="-334642"/>
            <a:ext cx="494957" cy="449917"/>
          </a:xfrm>
          <a:custGeom>
            <a:avLst/>
            <a:gdLst/>
            <a:ahLst/>
            <a:cxnLst/>
            <a:rect l="l" t="t" r="r" b="b"/>
            <a:pathLst>
              <a:path w="3099" h="2817" extrusionOk="0">
                <a:moveTo>
                  <a:pt x="1548" y="0"/>
                </a:moveTo>
                <a:cubicBezTo>
                  <a:pt x="910" y="0"/>
                  <a:pt x="332" y="437"/>
                  <a:pt x="179" y="1086"/>
                </a:cubicBezTo>
                <a:cubicBezTo>
                  <a:pt x="1" y="1842"/>
                  <a:pt x="469" y="2600"/>
                  <a:pt x="1226" y="2778"/>
                </a:cubicBezTo>
                <a:cubicBezTo>
                  <a:pt x="1335" y="2804"/>
                  <a:pt x="1444" y="2817"/>
                  <a:pt x="1552" y="2817"/>
                </a:cubicBezTo>
                <a:cubicBezTo>
                  <a:pt x="2190" y="2817"/>
                  <a:pt x="2767" y="2379"/>
                  <a:pt x="2920" y="1732"/>
                </a:cubicBezTo>
                <a:cubicBezTo>
                  <a:pt x="3098" y="976"/>
                  <a:pt x="2630" y="217"/>
                  <a:pt x="1873" y="38"/>
                </a:cubicBezTo>
                <a:cubicBezTo>
                  <a:pt x="1765" y="12"/>
                  <a:pt x="1656" y="0"/>
                  <a:pt x="1548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5" name="Google Shape;505;p21"/>
          <p:cNvSpPr/>
          <p:nvPr/>
        </p:nvSpPr>
        <p:spPr>
          <a:xfrm rot="10800000">
            <a:off x="-113203" y="3672265"/>
            <a:ext cx="495117" cy="449917"/>
          </a:xfrm>
          <a:custGeom>
            <a:avLst/>
            <a:gdLst/>
            <a:ahLst/>
            <a:cxnLst/>
            <a:rect l="l" t="t" r="r" b="b"/>
            <a:pathLst>
              <a:path w="3100" h="2817" extrusionOk="0">
                <a:moveTo>
                  <a:pt x="1549" y="0"/>
                </a:moveTo>
                <a:cubicBezTo>
                  <a:pt x="910" y="0"/>
                  <a:pt x="332" y="437"/>
                  <a:pt x="179" y="1085"/>
                </a:cubicBezTo>
                <a:cubicBezTo>
                  <a:pt x="1" y="1842"/>
                  <a:pt x="470" y="2600"/>
                  <a:pt x="1227" y="2778"/>
                </a:cubicBezTo>
                <a:cubicBezTo>
                  <a:pt x="1335" y="2804"/>
                  <a:pt x="1444" y="2816"/>
                  <a:pt x="1551" y="2816"/>
                </a:cubicBezTo>
                <a:cubicBezTo>
                  <a:pt x="2189" y="2816"/>
                  <a:pt x="2766" y="2380"/>
                  <a:pt x="2919" y="1732"/>
                </a:cubicBezTo>
                <a:cubicBezTo>
                  <a:pt x="3099" y="974"/>
                  <a:pt x="2630" y="216"/>
                  <a:pt x="1873" y="38"/>
                </a:cubicBezTo>
                <a:cubicBezTo>
                  <a:pt x="1764" y="12"/>
                  <a:pt x="1656" y="0"/>
                  <a:pt x="1549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6" name="Google Shape;506;p21"/>
          <p:cNvSpPr/>
          <p:nvPr/>
        </p:nvSpPr>
        <p:spPr>
          <a:xfrm rot="-1799986">
            <a:off x="7359024" y="-1142987"/>
            <a:ext cx="6269639" cy="691908"/>
          </a:xfrm>
          <a:custGeom>
            <a:avLst/>
            <a:gdLst/>
            <a:ahLst/>
            <a:cxnLst/>
            <a:rect l="l" t="t" r="r" b="b"/>
            <a:pathLst>
              <a:path w="52112" h="5751" extrusionOk="0">
                <a:moveTo>
                  <a:pt x="3269" y="1"/>
                </a:moveTo>
                <a:cubicBezTo>
                  <a:pt x="3210" y="1"/>
                  <a:pt x="3153" y="39"/>
                  <a:pt x="3155" y="117"/>
                </a:cubicBezTo>
                <a:cubicBezTo>
                  <a:pt x="3155" y="117"/>
                  <a:pt x="3155" y="117"/>
                  <a:pt x="3155" y="117"/>
                </a:cubicBezTo>
                <a:lnTo>
                  <a:pt x="3155" y="117"/>
                </a:lnTo>
                <a:cubicBezTo>
                  <a:pt x="3197" y="1798"/>
                  <a:pt x="2863" y="3465"/>
                  <a:pt x="2180" y="5000"/>
                </a:cubicBezTo>
                <a:lnTo>
                  <a:pt x="2180" y="5000"/>
                </a:lnTo>
                <a:cubicBezTo>
                  <a:pt x="1725" y="4827"/>
                  <a:pt x="1251" y="4743"/>
                  <a:pt x="770" y="4743"/>
                </a:cubicBezTo>
                <a:cubicBezTo>
                  <a:pt x="563" y="4743"/>
                  <a:pt x="355" y="4758"/>
                  <a:pt x="147" y="4790"/>
                </a:cubicBezTo>
                <a:cubicBezTo>
                  <a:pt x="1" y="4812"/>
                  <a:pt x="53" y="5025"/>
                  <a:pt x="191" y="5025"/>
                </a:cubicBezTo>
                <a:cubicBezTo>
                  <a:pt x="198" y="5025"/>
                  <a:pt x="205" y="5025"/>
                  <a:pt x="212" y="5024"/>
                </a:cubicBezTo>
                <a:cubicBezTo>
                  <a:pt x="396" y="4996"/>
                  <a:pt x="581" y="4982"/>
                  <a:pt x="765" y="4982"/>
                </a:cubicBezTo>
                <a:cubicBezTo>
                  <a:pt x="1259" y="4982"/>
                  <a:pt x="1747" y="5081"/>
                  <a:pt x="2212" y="5271"/>
                </a:cubicBezTo>
                <a:cubicBezTo>
                  <a:pt x="2222" y="5275"/>
                  <a:pt x="2232" y="5277"/>
                  <a:pt x="2243" y="5277"/>
                </a:cubicBezTo>
                <a:cubicBezTo>
                  <a:pt x="2285" y="5277"/>
                  <a:pt x="2333" y="5251"/>
                  <a:pt x="2348" y="5215"/>
                </a:cubicBezTo>
                <a:cubicBezTo>
                  <a:pt x="2835" y="4153"/>
                  <a:pt x="3157" y="3027"/>
                  <a:pt x="3306" y="1875"/>
                </a:cubicBezTo>
                <a:lnTo>
                  <a:pt x="3306" y="1875"/>
                </a:lnTo>
                <a:cubicBezTo>
                  <a:pt x="3419" y="3129"/>
                  <a:pt x="3546" y="4382"/>
                  <a:pt x="3686" y="5634"/>
                </a:cubicBezTo>
                <a:cubicBezTo>
                  <a:pt x="3695" y="5712"/>
                  <a:pt x="3752" y="5751"/>
                  <a:pt x="3808" y="5751"/>
                </a:cubicBezTo>
                <a:cubicBezTo>
                  <a:pt x="3865" y="5751"/>
                  <a:pt x="3921" y="5712"/>
                  <a:pt x="3928" y="5634"/>
                </a:cubicBezTo>
                <a:lnTo>
                  <a:pt x="3930" y="5634"/>
                </a:lnTo>
                <a:cubicBezTo>
                  <a:pt x="3929" y="5632"/>
                  <a:pt x="3929" y="5630"/>
                  <a:pt x="3929" y="5628"/>
                </a:cubicBezTo>
                <a:lnTo>
                  <a:pt x="3929" y="5628"/>
                </a:lnTo>
                <a:cubicBezTo>
                  <a:pt x="3977" y="5225"/>
                  <a:pt x="4433" y="5080"/>
                  <a:pt x="4766" y="4984"/>
                </a:cubicBezTo>
                <a:cubicBezTo>
                  <a:pt x="5141" y="4875"/>
                  <a:pt x="5514" y="4799"/>
                  <a:pt x="5864" y="4620"/>
                </a:cubicBezTo>
                <a:cubicBezTo>
                  <a:pt x="6547" y="4272"/>
                  <a:pt x="7079" y="3685"/>
                  <a:pt x="7375" y="2982"/>
                </a:cubicBezTo>
                <a:lnTo>
                  <a:pt x="7375" y="2982"/>
                </a:lnTo>
                <a:cubicBezTo>
                  <a:pt x="7832" y="3089"/>
                  <a:pt x="7959" y="3793"/>
                  <a:pt x="8128" y="4157"/>
                </a:cubicBezTo>
                <a:cubicBezTo>
                  <a:pt x="8329" y="4591"/>
                  <a:pt x="8679" y="4920"/>
                  <a:pt x="9107" y="5127"/>
                </a:cubicBezTo>
                <a:cubicBezTo>
                  <a:pt x="9798" y="5460"/>
                  <a:pt x="10572" y="5521"/>
                  <a:pt x="11338" y="5521"/>
                </a:cubicBezTo>
                <a:cubicBezTo>
                  <a:pt x="11671" y="5521"/>
                  <a:pt x="12003" y="5509"/>
                  <a:pt x="12326" y="5503"/>
                </a:cubicBezTo>
                <a:lnTo>
                  <a:pt x="16958" y="5417"/>
                </a:lnTo>
                <a:lnTo>
                  <a:pt x="19326" y="5373"/>
                </a:lnTo>
                <a:cubicBezTo>
                  <a:pt x="19697" y="5365"/>
                  <a:pt x="20073" y="5375"/>
                  <a:pt x="20444" y="5350"/>
                </a:cubicBezTo>
                <a:cubicBezTo>
                  <a:pt x="20703" y="5333"/>
                  <a:pt x="20901" y="5232"/>
                  <a:pt x="21008" y="4988"/>
                </a:cubicBezTo>
                <a:cubicBezTo>
                  <a:pt x="21126" y="4724"/>
                  <a:pt x="21118" y="4402"/>
                  <a:pt x="21143" y="4120"/>
                </a:cubicBezTo>
                <a:lnTo>
                  <a:pt x="21262" y="2799"/>
                </a:lnTo>
                <a:lnTo>
                  <a:pt x="21404" y="1224"/>
                </a:lnTo>
                <a:lnTo>
                  <a:pt x="21957" y="5260"/>
                </a:lnTo>
                <a:cubicBezTo>
                  <a:pt x="21967" y="5321"/>
                  <a:pt x="22030" y="5346"/>
                  <a:pt x="22085" y="5346"/>
                </a:cubicBezTo>
                <a:cubicBezTo>
                  <a:pt x="22092" y="5346"/>
                  <a:pt x="22100" y="5345"/>
                  <a:pt x="22107" y="5344"/>
                </a:cubicBezTo>
                <a:cubicBezTo>
                  <a:pt x="23314" y="5179"/>
                  <a:pt x="24434" y="4624"/>
                  <a:pt x="25298" y="3767"/>
                </a:cubicBezTo>
                <a:cubicBezTo>
                  <a:pt x="25431" y="3635"/>
                  <a:pt x="25546" y="3487"/>
                  <a:pt x="25673" y="3352"/>
                </a:cubicBezTo>
                <a:cubicBezTo>
                  <a:pt x="25764" y="3255"/>
                  <a:pt x="25849" y="3205"/>
                  <a:pt x="25929" y="3205"/>
                </a:cubicBezTo>
                <a:cubicBezTo>
                  <a:pt x="26016" y="3205"/>
                  <a:pt x="26097" y="3264"/>
                  <a:pt x="26174" y="3388"/>
                </a:cubicBezTo>
                <a:cubicBezTo>
                  <a:pt x="26344" y="3659"/>
                  <a:pt x="26388" y="3989"/>
                  <a:pt x="26546" y="4267"/>
                </a:cubicBezTo>
                <a:cubicBezTo>
                  <a:pt x="26694" y="4525"/>
                  <a:pt x="26918" y="4730"/>
                  <a:pt x="27173" y="4879"/>
                </a:cubicBezTo>
                <a:cubicBezTo>
                  <a:pt x="27739" y="5213"/>
                  <a:pt x="28432" y="5297"/>
                  <a:pt x="29076" y="5324"/>
                </a:cubicBezTo>
                <a:cubicBezTo>
                  <a:pt x="29535" y="5343"/>
                  <a:pt x="29995" y="5347"/>
                  <a:pt x="30454" y="5347"/>
                </a:cubicBezTo>
                <a:cubicBezTo>
                  <a:pt x="30863" y="5347"/>
                  <a:pt x="31272" y="5344"/>
                  <a:pt x="31681" y="5344"/>
                </a:cubicBezTo>
                <a:cubicBezTo>
                  <a:pt x="31782" y="5344"/>
                  <a:pt x="31883" y="5344"/>
                  <a:pt x="31983" y="5344"/>
                </a:cubicBezTo>
                <a:lnTo>
                  <a:pt x="35123" y="5361"/>
                </a:lnTo>
                <a:cubicBezTo>
                  <a:pt x="36909" y="5370"/>
                  <a:pt x="38696" y="5396"/>
                  <a:pt x="40482" y="5396"/>
                </a:cubicBezTo>
                <a:cubicBezTo>
                  <a:pt x="40783" y="5396"/>
                  <a:pt x="41085" y="5395"/>
                  <a:pt x="41386" y="5394"/>
                </a:cubicBezTo>
                <a:cubicBezTo>
                  <a:pt x="41731" y="5391"/>
                  <a:pt x="42128" y="5353"/>
                  <a:pt x="42339" y="5041"/>
                </a:cubicBezTo>
                <a:cubicBezTo>
                  <a:pt x="42449" y="4879"/>
                  <a:pt x="42479" y="4684"/>
                  <a:pt x="42504" y="4494"/>
                </a:cubicBezTo>
                <a:cubicBezTo>
                  <a:pt x="42543" y="4208"/>
                  <a:pt x="42577" y="3921"/>
                  <a:pt x="42605" y="3634"/>
                </a:cubicBezTo>
                <a:cubicBezTo>
                  <a:pt x="42612" y="3568"/>
                  <a:pt x="42618" y="3502"/>
                  <a:pt x="42624" y="3436"/>
                </a:cubicBezTo>
                <a:lnTo>
                  <a:pt x="42624" y="3436"/>
                </a:lnTo>
                <a:cubicBezTo>
                  <a:pt x="42698" y="4175"/>
                  <a:pt x="42799" y="4912"/>
                  <a:pt x="42927" y="5644"/>
                </a:cubicBezTo>
                <a:cubicBezTo>
                  <a:pt x="42938" y="5704"/>
                  <a:pt x="42987" y="5731"/>
                  <a:pt x="43038" y="5731"/>
                </a:cubicBezTo>
                <a:cubicBezTo>
                  <a:pt x="43091" y="5731"/>
                  <a:pt x="43147" y="5701"/>
                  <a:pt x="43161" y="5644"/>
                </a:cubicBezTo>
                <a:cubicBezTo>
                  <a:pt x="43381" y="4804"/>
                  <a:pt x="44645" y="5119"/>
                  <a:pt x="45251" y="4852"/>
                </a:cubicBezTo>
                <a:cubicBezTo>
                  <a:pt x="45816" y="4602"/>
                  <a:pt x="46074" y="4009"/>
                  <a:pt x="46390" y="3520"/>
                </a:cubicBezTo>
                <a:cubicBezTo>
                  <a:pt x="46497" y="3355"/>
                  <a:pt x="46788" y="2903"/>
                  <a:pt x="47041" y="2903"/>
                </a:cubicBezTo>
                <a:cubicBezTo>
                  <a:pt x="47066" y="2903"/>
                  <a:pt x="47091" y="2907"/>
                  <a:pt x="47116" y="2917"/>
                </a:cubicBezTo>
                <a:cubicBezTo>
                  <a:pt x="47407" y="3036"/>
                  <a:pt x="47468" y="3581"/>
                  <a:pt x="47557" y="3838"/>
                </a:cubicBezTo>
                <a:cubicBezTo>
                  <a:pt x="47783" y="4499"/>
                  <a:pt x="48335" y="4969"/>
                  <a:pt x="48973" y="5223"/>
                </a:cubicBezTo>
                <a:cubicBezTo>
                  <a:pt x="49426" y="5405"/>
                  <a:pt x="49902" y="5466"/>
                  <a:pt x="50383" y="5466"/>
                </a:cubicBezTo>
                <a:cubicBezTo>
                  <a:pt x="50912" y="5466"/>
                  <a:pt x="51447" y="5392"/>
                  <a:pt x="51964" y="5320"/>
                </a:cubicBezTo>
                <a:cubicBezTo>
                  <a:pt x="52111" y="5300"/>
                  <a:pt x="52058" y="5084"/>
                  <a:pt x="51918" y="5084"/>
                </a:cubicBezTo>
                <a:cubicBezTo>
                  <a:pt x="51912" y="5084"/>
                  <a:pt x="51906" y="5085"/>
                  <a:pt x="51899" y="5086"/>
                </a:cubicBezTo>
                <a:cubicBezTo>
                  <a:pt x="51409" y="5154"/>
                  <a:pt x="50894" y="5226"/>
                  <a:pt x="50386" y="5226"/>
                </a:cubicBezTo>
                <a:cubicBezTo>
                  <a:pt x="49883" y="5226"/>
                  <a:pt x="49386" y="5155"/>
                  <a:pt x="48925" y="4941"/>
                </a:cubicBezTo>
                <a:cubicBezTo>
                  <a:pt x="48534" y="4759"/>
                  <a:pt x="48175" y="4484"/>
                  <a:pt x="47949" y="4113"/>
                </a:cubicBezTo>
                <a:cubicBezTo>
                  <a:pt x="47761" y="3804"/>
                  <a:pt x="47718" y="3443"/>
                  <a:pt x="47571" y="3119"/>
                </a:cubicBezTo>
                <a:cubicBezTo>
                  <a:pt x="47485" y="2930"/>
                  <a:pt x="47289" y="2636"/>
                  <a:pt x="47047" y="2636"/>
                </a:cubicBezTo>
                <a:cubicBezTo>
                  <a:pt x="47034" y="2636"/>
                  <a:pt x="47020" y="2637"/>
                  <a:pt x="47006" y="2639"/>
                </a:cubicBezTo>
                <a:cubicBezTo>
                  <a:pt x="46751" y="2675"/>
                  <a:pt x="46495" y="2970"/>
                  <a:pt x="46349" y="3159"/>
                </a:cubicBezTo>
                <a:cubicBezTo>
                  <a:pt x="45947" y="3679"/>
                  <a:pt x="45719" y="4446"/>
                  <a:pt x="45040" y="4673"/>
                </a:cubicBezTo>
                <a:cubicBezTo>
                  <a:pt x="44452" y="4869"/>
                  <a:pt x="43522" y="4702"/>
                  <a:pt x="43101" y="5225"/>
                </a:cubicBezTo>
                <a:lnTo>
                  <a:pt x="43101" y="5225"/>
                </a:lnTo>
                <a:cubicBezTo>
                  <a:pt x="42895" y="3953"/>
                  <a:pt x="42772" y="2670"/>
                  <a:pt x="42733" y="1382"/>
                </a:cubicBezTo>
                <a:lnTo>
                  <a:pt x="42733" y="1382"/>
                </a:lnTo>
                <a:cubicBezTo>
                  <a:pt x="42739" y="973"/>
                  <a:pt x="42735" y="564"/>
                  <a:pt x="42721" y="155"/>
                </a:cubicBezTo>
                <a:lnTo>
                  <a:pt x="42721" y="155"/>
                </a:lnTo>
                <a:cubicBezTo>
                  <a:pt x="42721" y="146"/>
                  <a:pt x="42722" y="137"/>
                  <a:pt x="42722" y="128"/>
                </a:cubicBezTo>
                <a:lnTo>
                  <a:pt x="42720" y="128"/>
                </a:lnTo>
                <a:cubicBezTo>
                  <a:pt x="42720" y="127"/>
                  <a:pt x="42720" y="127"/>
                  <a:pt x="42720" y="127"/>
                </a:cubicBezTo>
                <a:cubicBezTo>
                  <a:pt x="42718" y="48"/>
                  <a:pt x="42658" y="9"/>
                  <a:pt x="42598" y="9"/>
                </a:cubicBezTo>
                <a:cubicBezTo>
                  <a:pt x="42538" y="9"/>
                  <a:pt x="42479" y="48"/>
                  <a:pt x="42479" y="127"/>
                </a:cubicBezTo>
                <a:cubicBezTo>
                  <a:pt x="42474" y="547"/>
                  <a:pt x="42478" y="968"/>
                  <a:pt x="42491" y="1388"/>
                </a:cubicBezTo>
                <a:lnTo>
                  <a:pt x="42491" y="1388"/>
                </a:lnTo>
                <a:cubicBezTo>
                  <a:pt x="42483" y="1969"/>
                  <a:pt x="42456" y="2550"/>
                  <a:pt x="42410" y="3129"/>
                </a:cubicBezTo>
                <a:cubicBezTo>
                  <a:pt x="42370" y="3623"/>
                  <a:pt x="42340" y="4134"/>
                  <a:pt x="42242" y="4620"/>
                </a:cubicBezTo>
                <a:cubicBezTo>
                  <a:pt x="42144" y="5115"/>
                  <a:pt x="41735" y="5153"/>
                  <a:pt x="41323" y="5153"/>
                </a:cubicBezTo>
                <a:cubicBezTo>
                  <a:pt x="41263" y="5153"/>
                  <a:pt x="41203" y="5152"/>
                  <a:pt x="41144" y="5152"/>
                </a:cubicBezTo>
                <a:lnTo>
                  <a:pt x="35073" y="5119"/>
                </a:lnTo>
                <a:cubicBezTo>
                  <a:pt x="34771" y="5118"/>
                  <a:pt x="34469" y="5117"/>
                  <a:pt x="34166" y="5117"/>
                </a:cubicBezTo>
                <a:cubicBezTo>
                  <a:pt x="33486" y="5117"/>
                  <a:pt x="32806" y="5120"/>
                  <a:pt x="32125" y="5120"/>
                </a:cubicBezTo>
                <a:cubicBezTo>
                  <a:pt x="31142" y="5120"/>
                  <a:pt x="30159" y="5114"/>
                  <a:pt x="29178" y="5086"/>
                </a:cubicBezTo>
                <a:cubicBezTo>
                  <a:pt x="28519" y="5065"/>
                  <a:pt x="27783" y="4994"/>
                  <a:pt x="27217" y="4622"/>
                </a:cubicBezTo>
                <a:cubicBezTo>
                  <a:pt x="26919" y="4426"/>
                  <a:pt x="26740" y="4160"/>
                  <a:pt x="26622" y="3828"/>
                </a:cubicBezTo>
                <a:cubicBezTo>
                  <a:pt x="26533" y="3574"/>
                  <a:pt x="26445" y="3278"/>
                  <a:pt x="26246" y="3087"/>
                </a:cubicBezTo>
                <a:cubicBezTo>
                  <a:pt x="26151" y="2995"/>
                  <a:pt x="26043" y="2953"/>
                  <a:pt x="25934" y="2953"/>
                </a:cubicBezTo>
                <a:cubicBezTo>
                  <a:pt x="25798" y="2953"/>
                  <a:pt x="25663" y="3017"/>
                  <a:pt x="25552" y="3125"/>
                </a:cubicBezTo>
                <a:cubicBezTo>
                  <a:pt x="25223" y="3451"/>
                  <a:pt x="24945" y="3797"/>
                  <a:pt x="24571" y="4078"/>
                </a:cubicBezTo>
                <a:cubicBezTo>
                  <a:pt x="23868" y="4607"/>
                  <a:pt x="23044" y="4950"/>
                  <a:pt x="22179" y="5091"/>
                </a:cubicBezTo>
                <a:lnTo>
                  <a:pt x="22179" y="5091"/>
                </a:lnTo>
                <a:lnTo>
                  <a:pt x="21497" y="127"/>
                </a:lnTo>
                <a:cubicBezTo>
                  <a:pt x="21488" y="65"/>
                  <a:pt x="21446" y="39"/>
                  <a:pt x="21399" y="39"/>
                </a:cubicBezTo>
                <a:cubicBezTo>
                  <a:pt x="21336" y="39"/>
                  <a:pt x="21265" y="87"/>
                  <a:pt x="21258" y="159"/>
                </a:cubicBezTo>
                <a:cubicBezTo>
                  <a:pt x="21127" y="1614"/>
                  <a:pt x="21026" y="3075"/>
                  <a:pt x="20866" y="4526"/>
                </a:cubicBezTo>
                <a:cubicBezTo>
                  <a:pt x="20849" y="4672"/>
                  <a:pt x="20838" y="4844"/>
                  <a:pt x="20746" y="4966"/>
                </a:cubicBezTo>
                <a:cubicBezTo>
                  <a:pt x="20643" y="5102"/>
                  <a:pt x="20478" y="5116"/>
                  <a:pt x="20315" y="5116"/>
                </a:cubicBezTo>
                <a:cubicBezTo>
                  <a:pt x="20271" y="5116"/>
                  <a:pt x="20228" y="5115"/>
                  <a:pt x="20185" y="5115"/>
                </a:cubicBezTo>
                <a:cubicBezTo>
                  <a:pt x="20173" y="5115"/>
                  <a:pt x="20161" y="5115"/>
                  <a:pt x="20150" y="5116"/>
                </a:cubicBezTo>
                <a:lnTo>
                  <a:pt x="19018" y="5136"/>
                </a:lnTo>
                <a:lnTo>
                  <a:pt x="16856" y="5176"/>
                </a:lnTo>
                <a:lnTo>
                  <a:pt x="12431" y="5259"/>
                </a:lnTo>
                <a:cubicBezTo>
                  <a:pt x="12062" y="5266"/>
                  <a:pt x="11674" y="5285"/>
                  <a:pt x="11285" y="5285"/>
                </a:cubicBezTo>
                <a:cubicBezTo>
                  <a:pt x="10553" y="5285"/>
                  <a:pt x="9814" y="5219"/>
                  <a:pt x="9173" y="4889"/>
                </a:cubicBezTo>
                <a:cubicBezTo>
                  <a:pt x="8635" y="4611"/>
                  <a:pt x="8395" y="4182"/>
                  <a:pt x="8178" y="3639"/>
                </a:cubicBezTo>
                <a:cubicBezTo>
                  <a:pt x="8011" y="3221"/>
                  <a:pt x="7804" y="2767"/>
                  <a:pt x="7300" y="2728"/>
                </a:cubicBezTo>
                <a:cubicBezTo>
                  <a:pt x="7297" y="2728"/>
                  <a:pt x="7294" y="2728"/>
                  <a:pt x="7291" y="2728"/>
                </a:cubicBezTo>
                <a:cubicBezTo>
                  <a:pt x="7240" y="2728"/>
                  <a:pt x="7200" y="2772"/>
                  <a:pt x="7183" y="2816"/>
                </a:cubicBezTo>
                <a:cubicBezTo>
                  <a:pt x="6850" y="3684"/>
                  <a:pt x="6109" y="4365"/>
                  <a:pt x="5212" y="4616"/>
                </a:cubicBezTo>
                <a:cubicBezTo>
                  <a:pt x="4778" y="4737"/>
                  <a:pt x="4185" y="4833"/>
                  <a:pt x="3880" y="5183"/>
                </a:cubicBezTo>
                <a:lnTo>
                  <a:pt x="3880" y="5183"/>
                </a:lnTo>
                <a:cubicBezTo>
                  <a:pt x="3695" y="3497"/>
                  <a:pt x="3535" y="1808"/>
                  <a:pt x="3398" y="117"/>
                </a:cubicBezTo>
                <a:cubicBezTo>
                  <a:pt x="3392" y="40"/>
                  <a:pt x="3329" y="1"/>
                  <a:pt x="326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7" name="Google Shape;507;p21"/>
          <p:cNvSpPr/>
          <p:nvPr/>
        </p:nvSpPr>
        <p:spPr>
          <a:xfrm rot="-1799986">
            <a:off x="-1613526" y="-359887"/>
            <a:ext cx="6269639" cy="691908"/>
          </a:xfrm>
          <a:custGeom>
            <a:avLst/>
            <a:gdLst/>
            <a:ahLst/>
            <a:cxnLst/>
            <a:rect l="l" t="t" r="r" b="b"/>
            <a:pathLst>
              <a:path w="52112" h="5751" extrusionOk="0">
                <a:moveTo>
                  <a:pt x="3269" y="1"/>
                </a:moveTo>
                <a:cubicBezTo>
                  <a:pt x="3210" y="1"/>
                  <a:pt x="3153" y="39"/>
                  <a:pt x="3155" y="117"/>
                </a:cubicBezTo>
                <a:cubicBezTo>
                  <a:pt x="3155" y="117"/>
                  <a:pt x="3155" y="117"/>
                  <a:pt x="3155" y="117"/>
                </a:cubicBezTo>
                <a:lnTo>
                  <a:pt x="3155" y="117"/>
                </a:lnTo>
                <a:cubicBezTo>
                  <a:pt x="3197" y="1798"/>
                  <a:pt x="2863" y="3465"/>
                  <a:pt x="2180" y="5000"/>
                </a:cubicBezTo>
                <a:lnTo>
                  <a:pt x="2180" y="5000"/>
                </a:lnTo>
                <a:cubicBezTo>
                  <a:pt x="1725" y="4827"/>
                  <a:pt x="1251" y="4743"/>
                  <a:pt x="770" y="4743"/>
                </a:cubicBezTo>
                <a:cubicBezTo>
                  <a:pt x="563" y="4743"/>
                  <a:pt x="355" y="4758"/>
                  <a:pt x="147" y="4790"/>
                </a:cubicBezTo>
                <a:cubicBezTo>
                  <a:pt x="1" y="4812"/>
                  <a:pt x="53" y="5025"/>
                  <a:pt x="191" y="5025"/>
                </a:cubicBezTo>
                <a:cubicBezTo>
                  <a:pt x="198" y="5025"/>
                  <a:pt x="205" y="5025"/>
                  <a:pt x="212" y="5024"/>
                </a:cubicBezTo>
                <a:cubicBezTo>
                  <a:pt x="396" y="4996"/>
                  <a:pt x="581" y="4982"/>
                  <a:pt x="765" y="4982"/>
                </a:cubicBezTo>
                <a:cubicBezTo>
                  <a:pt x="1259" y="4982"/>
                  <a:pt x="1747" y="5081"/>
                  <a:pt x="2212" y="5271"/>
                </a:cubicBezTo>
                <a:cubicBezTo>
                  <a:pt x="2222" y="5275"/>
                  <a:pt x="2232" y="5277"/>
                  <a:pt x="2243" y="5277"/>
                </a:cubicBezTo>
                <a:cubicBezTo>
                  <a:pt x="2285" y="5277"/>
                  <a:pt x="2333" y="5251"/>
                  <a:pt x="2348" y="5215"/>
                </a:cubicBezTo>
                <a:cubicBezTo>
                  <a:pt x="2835" y="4153"/>
                  <a:pt x="3157" y="3027"/>
                  <a:pt x="3306" y="1875"/>
                </a:cubicBezTo>
                <a:lnTo>
                  <a:pt x="3306" y="1875"/>
                </a:lnTo>
                <a:cubicBezTo>
                  <a:pt x="3419" y="3129"/>
                  <a:pt x="3546" y="4382"/>
                  <a:pt x="3686" y="5634"/>
                </a:cubicBezTo>
                <a:cubicBezTo>
                  <a:pt x="3695" y="5712"/>
                  <a:pt x="3752" y="5751"/>
                  <a:pt x="3808" y="5751"/>
                </a:cubicBezTo>
                <a:cubicBezTo>
                  <a:pt x="3865" y="5751"/>
                  <a:pt x="3921" y="5712"/>
                  <a:pt x="3928" y="5634"/>
                </a:cubicBezTo>
                <a:lnTo>
                  <a:pt x="3930" y="5634"/>
                </a:lnTo>
                <a:cubicBezTo>
                  <a:pt x="3929" y="5632"/>
                  <a:pt x="3929" y="5630"/>
                  <a:pt x="3929" y="5628"/>
                </a:cubicBezTo>
                <a:lnTo>
                  <a:pt x="3929" y="5628"/>
                </a:lnTo>
                <a:cubicBezTo>
                  <a:pt x="3977" y="5225"/>
                  <a:pt x="4433" y="5080"/>
                  <a:pt x="4766" y="4984"/>
                </a:cubicBezTo>
                <a:cubicBezTo>
                  <a:pt x="5141" y="4875"/>
                  <a:pt x="5514" y="4799"/>
                  <a:pt x="5864" y="4620"/>
                </a:cubicBezTo>
                <a:cubicBezTo>
                  <a:pt x="6547" y="4272"/>
                  <a:pt x="7079" y="3685"/>
                  <a:pt x="7375" y="2982"/>
                </a:cubicBezTo>
                <a:lnTo>
                  <a:pt x="7375" y="2982"/>
                </a:lnTo>
                <a:cubicBezTo>
                  <a:pt x="7832" y="3089"/>
                  <a:pt x="7959" y="3793"/>
                  <a:pt x="8128" y="4157"/>
                </a:cubicBezTo>
                <a:cubicBezTo>
                  <a:pt x="8329" y="4591"/>
                  <a:pt x="8679" y="4920"/>
                  <a:pt x="9107" y="5127"/>
                </a:cubicBezTo>
                <a:cubicBezTo>
                  <a:pt x="9798" y="5460"/>
                  <a:pt x="10572" y="5521"/>
                  <a:pt x="11338" y="5521"/>
                </a:cubicBezTo>
                <a:cubicBezTo>
                  <a:pt x="11671" y="5521"/>
                  <a:pt x="12003" y="5509"/>
                  <a:pt x="12326" y="5503"/>
                </a:cubicBezTo>
                <a:lnTo>
                  <a:pt x="16958" y="5417"/>
                </a:lnTo>
                <a:lnTo>
                  <a:pt x="19326" y="5373"/>
                </a:lnTo>
                <a:cubicBezTo>
                  <a:pt x="19697" y="5365"/>
                  <a:pt x="20073" y="5375"/>
                  <a:pt x="20444" y="5350"/>
                </a:cubicBezTo>
                <a:cubicBezTo>
                  <a:pt x="20703" y="5333"/>
                  <a:pt x="20901" y="5232"/>
                  <a:pt x="21008" y="4988"/>
                </a:cubicBezTo>
                <a:cubicBezTo>
                  <a:pt x="21126" y="4724"/>
                  <a:pt x="21118" y="4402"/>
                  <a:pt x="21143" y="4120"/>
                </a:cubicBezTo>
                <a:lnTo>
                  <a:pt x="21262" y="2799"/>
                </a:lnTo>
                <a:lnTo>
                  <a:pt x="21404" y="1224"/>
                </a:lnTo>
                <a:lnTo>
                  <a:pt x="21957" y="5260"/>
                </a:lnTo>
                <a:cubicBezTo>
                  <a:pt x="21967" y="5321"/>
                  <a:pt x="22030" y="5346"/>
                  <a:pt x="22085" y="5346"/>
                </a:cubicBezTo>
                <a:cubicBezTo>
                  <a:pt x="22092" y="5346"/>
                  <a:pt x="22100" y="5345"/>
                  <a:pt x="22107" y="5344"/>
                </a:cubicBezTo>
                <a:cubicBezTo>
                  <a:pt x="23314" y="5179"/>
                  <a:pt x="24434" y="4624"/>
                  <a:pt x="25298" y="3767"/>
                </a:cubicBezTo>
                <a:cubicBezTo>
                  <a:pt x="25431" y="3635"/>
                  <a:pt x="25546" y="3487"/>
                  <a:pt x="25673" y="3352"/>
                </a:cubicBezTo>
                <a:cubicBezTo>
                  <a:pt x="25764" y="3255"/>
                  <a:pt x="25849" y="3205"/>
                  <a:pt x="25929" y="3205"/>
                </a:cubicBezTo>
                <a:cubicBezTo>
                  <a:pt x="26016" y="3205"/>
                  <a:pt x="26097" y="3264"/>
                  <a:pt x="26174" y="3388"/>
                </a:cubicBezTo>
                <a:cubicBezTo>
                  <a:pt x="26344" y="3659"/>
                  <a:pt x="26388" y="3989"/>
                  <a:pt x="26546" y="4267"/>
                </a:cubicBezTo>
                <a:cubicBezTo>
                  <a:pt x="26694" y="4525"/>
                  <a:pt x="26918" y="4730"/>
                  <a:pt x="27173" y="4879"/>
                </a:cubicBezTo>
                <a:cubicBezTo>
                  <a:pt x="27739" y="5213"/>
                  <a:pt x="28432" y="5297"/>
                  <a:pt x="29076" y="5324"/>
                </a:cubicBezTo>
                <a:cubicBezTo>
                  <a:pt x="29535" y="5343"/>
                  <a:pt x="29995" y="5347"/>
                  <a:pt x="30454" y="5347"/>
                </a:cubicBezTo>
                <a:cubicBezTo>
                  <a:pt x="30863" y="5347"/>
                  <a:pt x="31272" y="5344"/>
                  <a:pt x="31681" y="5344"/>
                </a:cubicBezTo>
                <a:cubicBezTo>
                  <a:pt x="31782" y="5344"/>
                  <a:pt x="31883" y="5344"/>
                  <a:pt x="31983" y="5344"/>
                </a:cubicBezTo>
                <a:lnTo>
                  <a:pt x="35123" y="5361"/>
                </a:lnTo>
                <a:cubicBezTo>
                  <a:pt x="36909" y="5370"/>
                  <a:pt x="38696" y="5396"/>
                  <a:pt x="40482" y="5396"/>
                </a:cubicBezTo>
                <a:cubicBezTo>
                  <a:pt x="40783" y="5396"/>
                  <a:pt x="41085" y="5395"/>
                  <a:pt x="41386" y="5394"/>
                </a:cubicBezTo>
                <a:cubicBezTo>
                  <a:pt x="41731" y="5391"/>
                  <a:pt x="42128" y="5353"/>
                  <a:pt x="42339" y="5041"/>
                </a:cubicBezTo>
                <a:cubicBezTo>
                  <a:pt x="42449" y="4879"/>
                  <a:pt x="42479" y="4684"/>
                  <a:pt x="42504" y="4494"/>
                </a:cubicBezTo>
                <a:cubicBezTo>
                  <a:pt x="42543" y="4208"/>
                  <a:pt x="42577" y="3921"/>
                  <a:pt x="42605" y="3634"/>
                </a:cubicBezTo>
                <a:cubicBezTo>
                  <a:pt x="42612" y="3568"/>
                  <a:pt x="42618" y="3502"/>
                  <a:pt x="42624" y="3436"/>
                </a:cubicBezTo>
                <a:lnTo>
                  <a:pt x="42624" y="3436"/>
                </a:lnTo>
                <a:cubicBezTo>
                  <a:pt x="42698" y="4175"/>
                  <a:pt x="42799" y="4912"/>
                  <a:pt x="42927" y="5644"/>
                </a:cubicBezTo>
                <a:cubicBezTo>
                  <a:pt x="42938" y="5704"/>
                  <a:pt x="42987" y="5731"/>
                  <a:pt x="43038" y="5731"/>
                </a:cubicBezTo>
                <a:cubicBezTo>
                  <a:pt x="43091" y="5731"/>
                  <a:pt x="43147" y="5701"/>
                  <a:pt x="43161" y="5644"/>
                </a:cubicBezTo>
                <a:cubicBezTo>
                  <a:pt x="43381" y="4804"/>
                  <a:pt x="44645" y="5119"/>
                  <a:pt x="45251" y="4852"/>
                </a:cubicBezTo>
                <a:cubicBezTo>
                  <a:pt x="45816" y="4602"/>
                  <a:pt x="46074" y="4009"/>
                  <a:pt x="46390" y="3520"/>
                </a:cubicBezTo>
                <a:cubicBezTo>
                  <a:pt x="46497" y="3355"/>
                  <a:pt x="46788" y="2903"/>
                  <a:pt x="47041" y="2903"/>
                </a:cubicBezTo>
                <a:cubicBezTo>
                  <a:pt x="47066" y="2903"/>
                  <a:pt x="47091" y="2907"/>
                  <a:pt x="47116" y="2917"/>
                </a:cubicBezTo>
                <a:cubicBezTo>
                  <a:pt x="47407" y="3036"/>
                  <a:pt x="47468" y="3581"/>
                  <a:pt x="47557" y="3838"/>
                </a:cubicBezTo>
                <a:cubicBezTo>
                  <a:pt x="47783" y="4499"/>
                  <a:pt x="48335" y="4969"/>
                  <a:pt x="48973" y="5223"/>
                </a:cubicBezTo>
                <a:cubicBezTo>
                  <a:pt x="49426" y="5405"/>
                  <a:pt x="49902" y="5466"/>
                  <a:pt x="50383" y="5466"/>
                </a:cubicBezTo>
                <a:cubicBezTo>
                  <a:pt x="50912" y="5466"/>
                  <a:pt x="51447" y="5392"/>
                  <a:pt x="51964" y="5320"/>
                </a:cubicBezTo>
                <a:cubicBezTo>
                  <a:pt x="52111" y="5300"/>
                  <a:pt x="52058" y="5084"/>
                  <a:pt x="51918" y="5084"/>
                </a:cubicBezTo>
                <a:cubicBezTo>
                  <a:pt x="51912" y="5084"/>
                  <a:pt x="51906" y="5085"/>
                  <a:pt x="51899" y="5086"/>
                </a:cubicBezTo>
                <a:cubicBezTo>
                  <a:pt x="51409" y="5154"/>
                  <a:pt x="50894" y="5226"/>
                  <a:pt x="50386" y="5226"/>
                </a:cubicBezTo>
                <a:cubicBezTo>
                  <a:pt x="49883" y="5226"/>
                  <a:pt x="49386" y="5155"/>
                  <a:pt x="48925" y="4941"/>
                </a:cubicBezTo>
                <a:cubicBezTo>
                  <a:pt x="48534" y="4759"/>
                  <a:pt x="48175" y="4484"/>
                  <a:pt x="47949" y="4113"/>
                </a:cubicBezTo>
                <a:cubicBezTo>
                  <a:pt x="47761" y="3804"/>
                  <a:pt x="47718" y="3443"/>
                  <a:pt x="47571" y="3119"/>
                </a:cubicBezTo>
                <a:cubicBezTo>
                  <a:pt x="47485" y="2930"/>
                  <a:pt x="47289" y="2636"/>
                  <a:pt x="47047" y="2636"/>
                </a:cubicBezTo>
                <a:cubicBezTo>
                  <a:pt x="47034" y="2636"/>
                  <a:pt x="47020" y="2637"/>
                  <a:pt x="47006" y="2639"/>
                </a:cubicBezTo>
                <a:cubicBezTo>
                  <a:pt x="46751" y="2675"/>
                  <a:pt x="46495" y="2970"/>
                  <a:pt x="46349" y="3159"/>
                </a:cubicBezTo>
                <a:cubicBezTo>
                  <a:pt x="45947" y="3679"/>
                  <a:pt x="45719" y="4446"/>
                  <a:pt x="45040" y="4673"/>
                </a:cubicBezTo>
                <a:cubicBezTo>
                  <a:pt x="44452" y="4869"/>
                  <a:pt x="43522" y="4702"/>
                  <a:pt x="43101" y="5225"/>
                </a:cubicBezTo>
                <a:lnTo>
                  <a:pt x="43101" y="5225"/>
                </a:lnTo>
                <a:cubicBezTo>
                  <a:pt x="42895" y="3953"/>
                  <a:pt x="42772" y="2670"/>
                  <a:pt x="42733" y="1382"/>
                </a:cubicBezTo>
                <a:lnTo>
                  <a:pt x="42733" y="1382"/>
                </a:lnTo>
                <a:cubicBezTo>
                  <a:pt x="42739" y="973"/>
                  <a:pt x="42735" y="564"/>
                  <a:pt x="42721" y="155"/>
                </a:cubicBezTo>
                <a:lnTo>
                  <a:pt x="42721" y="155"/>
                </a:lnTo>
                <a:cubicBezTo>
                  <a:pt x="42721" y="146"/>
                  <a:pt x="42722" y="137"/>
                  <a:pt x="42722" y="128"/>
                </a:cubicBezTo>
                <a:lnTo>
                  <a:pt x="42720" y="128"/>
                </a:lnTo>
                <a:cubicBezTo>
                  <a:pt x="42720" y="127"/>
                  <a:pt x="42720" y="127"/>
                  <a:pt x="42720" y="127"/>
                </a:cubicBezTo>
                <a:cubicBezTo>
                  <a:pt x="42718" y="48"/>
                  <a:pt x="42658" y="9"/>
                  <a:pt x="42598" y="9"/>
                </a:cubicBezTo>
                <a:cubicBezTo>
                  <a:pt x="42538" y="9"/>
                  <a:pt x="42479" y="48"/>
                  <a:pt x="42479" y="127"/>
                </a:cubicBezTo>
                <a:cubicBezTo>
                  <a:pt x="42474" y="547"/>
                  <a:pt x="42478" y="968"/>
                  <a:pt x="42491" y="1388"/>
                </a:cubicBezTo>
                <a:lnTo>
                  <a:pt x="42491" y="1388"/>
                </a:lnTo>
                <a:cubicBezTo>
                  <a:pt x="42483" y="1969"/>
                  <a:pt x="42456" y="2550"/>
                  <a:pt x="42410" y="3129"/>
                </a:cubicBezTo>
                <a:cubicBezTo>
                  <a:pt x="42370" y="3623"/>
                  <a:pt x="42340" y="4134"/>
                  <a:pt x="42242" y="4620"/>
                </a:cubicBezTo>
                <a:cubicBezTo>
                  <a:pt x="42144" y="5115"/>
                  <a:pt x="41735" y="5153"/>
                  <a:pt x="41323" y="5153"/>
                </a:cubicBezTo>
                <a:cubicBezTo>
                  <a:pt x="41263" y="5153"/>
                  <a:pt x="41203" y="5152"/>
                  <a:pt x="41144" y="5152"/>
                </a:cubicBezTo>
                <a:lnTo>
                  <a:pt x="35073" y="5119"/>
                </a:lnTo>
                <a:cubicBezTo>
                  <a:pt x="34771" y="5118"/>
                  <a:pt x="34469" y="5117"/>
                  <a:pt x="34166" y="5117"/>
                </a:cubicBezTo>
                <a:cubicBezTo>
                  <a:pt x="33486" y="5117"/>
                  <a:pt x="32806" y="5120"/>
                  <a:pt x="32125" y="5120"/>
                </a:cubicBezTo>
                <a:cubicBezTo>
                  <a:pt x="31142" y="5120"/>
                  <a:pt x="30159" y="5114"/>
                  <a:pt x="29178" y="5086"/>
                </a:cubicBezTo>
                <a:cubicBezTo>
                  <a:pt x="28519" y="5065"/>
                  <a:pt x="27783" y="4994"/>
                  <a:pt x="27217" y="4622"/>
                </a:cubicBezTo>
                <a:cubicBezTo>
                  <a:pt x="26919" y="4426"/>
                  <a:pt x="26740" y="4160"/>
                  <a:pt x="26622" y="3828"/>
                </a:cubicBezTo>
                <a:cubicBezTo>
                  <a:pt x="26533" y="3574"/>
                  <a:pt x="26445" y="3278"/>
                  <a:pt x="26246" y="3087"/>
                </a:cubicBezTo>
                <a:cubicBezTo>
                  <a:pt x="26151" y="2995"/>
                  <a:pt x="26043" y="2953"/>
                  <a:pt x="25934" y="2953"/>
                </a:cubicBezTo>
                <a:cubicBezTo>
                  <a:pt x="25798" y="2953"/>
                  <a:pt x="25663" y="3017"/>
                  <a:pt x="25552" y="3125"/>
                </a:cubicBezTo>
                <a:cubicBezTo>
                  <a:pt x="25223" y="3451"/>
                  <a:pt x="24945" y="3797"/>
                  <a:pt x="24571" y="4078"/>
                </a:cubicBezTo>
                <a:cubicBezTo>
                  <a:pt x="23868" y="4607"/>
                  <a:pt x="23044" y="4950"/>
                  <a:pt x="22179" y="5091"/>
                </a:cubicBezTo>
                <a:lnTo>
                  <a:pt x="22179" y="5091"/>
                </a:lnTo>
                <a:lnTo>
                  <a:pt x="21497" y="127"/>
                </a:lnTo>
                <a:cubicBezTo>
                  <a:pt x="21488" y="65"/>
                  <a:pt x="21446" y="39"/>
                  <a:pt x="21399" y="39"/>
                </a:cubicBezTo>
                <a:cubicBezTo>
                  <a:pt x="21336" y="39"/>
                  <a:pt x="21265" y="87"/>
                  <a:pt x="21258" y="159"/>
                </a:cubicBezTo>
                <a:cubicBezTo>
                  <a:pt x="21127" y="1614"/>
                  <a:pt x="21026" y="3075"/>
                  <a:pt x="20866" y="4526"/>
                </a:cubicBezTo>
                <a:cubicBezTo>
                  <a:pt x="20849" y="4672"/>
                  <a:pt x="20838" y="4844"/>
                  <a:pt x="20746" y="4966"/>
                </a:cubicBezTo>
                <a:cubicBezTo>
                  <a:pt x="20643" y="5102"/>
                  <a:pt x="20478" y="5116"/>
                  <a:pt x="20315" y="5116"/>
                </a:cubicBezTo>
                <a:cubicBezTo>
                  <a:pt x="20271" y="5116"/>
                  <a:pt x="20228" y="5115"/>
                  <a:pt x="20185" y="5115"/>
                </a:cubicBezTo>
                <a:cubicBezTo>
                  <a:pt x="20173" y="5115"/>
                  <a:pt x="20161" y="5115"/>
                  <a:pt x="20150" y="5116"/>
                </a:cubicBezTo>
                <a:lnTo>
                  <a:pt x="19018" y="5136"/>
                </a:lnTo>
                <a:lnTo>
                  <a:pt x="16856" y="5176"/>
                </a:lnTo>
                <a:lnTo>
                  <a:pt x="12431" y="5259"/>
                </a:lnTo>
                <a:cubicBezTo>
                  <a:pt x="12062" y="5266"/>
                  <a:pt x="11674" y="5285"/>
                  <a:pt x="11285" y="5285"/>
                </a:cubicBezTo>
                <a:cubicBezTo>
                  <a:pt x="10553" y="5285"/>
                  <a:pt x="9814" y="5219"/>
                  <a:pt x="9173" y="4889"/>
                </a:cubicBezTo>
                <a:cubicBezTo>
                  <a:pt x="8635" y="4611"/>
                  <a:pt x="8395" y="4182"/>
                  <a:pt x="8178" y="3639"/>
                </a:cubicBezTo>
                <a:cubicBezTo>
                  <a:pt x="8011" y="3221"/>
                  <a:pt x="7804" y="2767"/>
                  <a:pt x="7300" y="2728"/>
                </a:cubicBezTo>
                <a:cubicBezTo>
                  <a:pt x="7297" y="2728"/>
                  <a:pt x="7294" y="2728"/>
                  <a:pt x="7291" y="2728"/>
                </a:cubicBezTo>
                <a:cubicBezTo>
                  <a:pt x="7240" y="2728"/>
                  <a:pt x="7200" y="2772"/>
                  <a:pt x="7183" y="2816"/>
                </a:cubicBezTo>
                <a:cubicBezTo>
                  <a:pt x="6850" y="3684"/>
                  <a:pt x="6109" y="4365"/>
                  <a:pt x="5212" y="4616"/>
                </a:cubicBezTo>
                <a:cubicBezTo>
                  <a:pt x="4778" y="4737"/>
                  <a:pt x="4185" y="4833"/>
                  <a:pt x="3880" y="5183"/>
                </a:cubicBezTo>
                <a:lnTo>
                  <a:pt x="3880" y="5183"/>
                </a:lnTo>
                <a:cubicBezTo>
                  <a:pt x="3695" y="3497"/>
                  <a:pt x="3535" y="1808"/>
                  <a:pt x="3398" y="117"/>
                </a:cubicBezTo>
                <a:cubicBezTo>
                  <a:pt x="3392" y="40"/>
                  <a:pt x="3329" y="1"/>
                  <a:pt x="326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8" name="Google Shape;508;p21"/>
          <p:cNvSpPr/>
          <p:nvPr/>
        </p:nvSpPr>
        <p:spPr>
          <a:xfrm rot="-1799986">
            <a:off x="6058699" y="3819388"/>
            <a:ext cx="6269639" cy="691908"/>
          </a:xfrm>
          <a:custGeom>
            <a:avLst/>
            <a:gdLst/>
            <a:ahLst/>
            <a:cxnLst/>
            <a:rect l="l" t="t" r="r" b="b"/>
            <a:pathLst>
              <a:path w="52112" h="5751" extrusionOk="0">
                <a:moveTo>
                  <a:pt x="3269" y="1"/>
                </a:moveTo>
                <a:cubicBezTo>
                  <a:pt x="3210" y="1"/>
                  <a:pt x="3153" y="39"/>
                  <a:pt x="3155" y="117"/>
                </a:cubicBezTo>
                <a:cubicBezTo>
                  <a:pt x="3155" y="117"/>
                  <a:pt x="3155" y="117"/>
                  <a:pt x="3155" y="117"/>
                </a:cubicBezTo>
                <a:lnTo>
                  <a:pt x="3155" y="117"/>
                </a:lnTo>
                <a:cubicBezTo>
                  <a:pt x="3197" y="1798"/>
                  <a:pt x="2863" y="3465"/>
                  <a:pt x="2180" y="5000"/>
                </a:cubicBezTo>
                <a:lnTo>
                  <a:pt x="2180" y="5000"/>
                </a:lnTo>
                <a:cubicBezTo>
                  <a:pt x="1725" y="4827"/>
                  <a:pt x="1251" y="4743"/>
                  <a:pt x="770" y="4743"/>
                </a:cubicBezTo>
                <a:cubicBezTo>
                  <a:pt x="563" y="4743"/>
                  <a:pt x="355" y="4758"/>
                  <a:pt x="147" y="4790"/>
                </a:cubicBezTo>
                <a:cubicBezTo>
                  <a:pt x="1" y="4812"/>
                  <a:pt x="53" y="5025"/>
                  <a:pt x="191" y="5025"/>
                </a:cubicBezTo>
                <a:cubicBezTo>
                  <a:pt x="198" y="5025"/>
                  <a:pt x="205" y="5025"/>
                  <a:pt x="212" y="5024"/>
                </a:cubicBezTo>
                <a:cubicBezTo>
                  <a:pt x="396" y="4996"/>
                  <a:pt x="581" y="4982"/>
                  <a:pt x="765" y="4982"/>
                </a:cubicBezTo>
                <a:cubicBezTo>
                  <a:pt x="1259" y="4982"/>
                  <a:pt x="1747" y="5081"/>
                  <a:pt x="2212" y="5271"/>
                </a:cubicBezTo>
                <a:cubicBezTo>
                  <a:pt x="2222" y="5275"/>
                  <a:pt x="2232" y="5277"/>
                  <a:pt x="2243" y="5277"/>
                </a:cubicBezTo>
                <a:cubicBezTo>
                  <a:pt x="2285" y="5277"/>
                  <a:pt x="2333" y="5251"/>
                  <a:pt x="2348" y="5215"/>
                </a:cubicBezTo>
                <a:cubicBezTo>
                  <a:pt x="2835" y="4153"/>
                  <a:pt x="3157" y="3027"/>
                  <a:pt x="3306" y="1875"/>
                </a:cubicBezTo>
                <a:lnTo>
                  <a:pt x="3306" y="1875"/>
                </a:lnTo>
                <a:cubicBezTo>
                  <a:pt x="3419" y="3129"/>
                  <a:pt x="3546" y="4382"/>
                  <a:pt x="3686" y="5634"/>
                </a:cubicBezTo>
                <a:cubicBezTo>
                  <a:pt x="3695" y="5712"/>
                  <a:pt x="3752" y="5751"/>
                  <a:pt x="3808" y="5751"/>
                </a:cubicBezTo>
                <a:cubicBezTo>
                  <a:pt x="3865" y="5751"/>
                  <a:pt x="3921" y="5712"/>
                  <a:pt x="3928" y="5634"/>
                </a:cubicBezTo>
                <a:lnTo>
                  <a:pt x="3930" y="5634"/>
                </a:lnTo>
                <a:cubicBezTo>
                  <a:pt x="3929" y="5632"/>
                  <a:pt x="3929" y="5630"/>
                  <a:pt x="3929" y="5628"/>
                </a:cubicBezTo>
                <a:lnTo>
                  <a:pt x="3929" y="5628"/>
                </a:lnTo>
                <a:cubicBezTo>
                  <a:pt x="3977" y="5225"/>
                  <a:pt x="4433" y="5080"/>
                  <a:pt x="4766" y="4984"/>
                </a:cubicBezTo>
                <a:cubicBezTo>
                  <a:pt x="5141" y="4875"/>
                  <a:pt x="5514" y="4799"/>
                  <a:pt x="5864" y="4620"/>
                </a:cubicBezTo>
                <a:cubicBezTo>
                  <a:pt x="6547" y="4272"/>
                  <a:pt x="7079" y="3685"/>
                  <a:pt x="7375" y="2982"/>
                </a:cubicBezTo>
                <a:lnTo>
                  <a:pt x="7375" y="2982"/>
                </a:lnTo>
                <a:cubicBezTo>
                  <a:pt x="7832" y="3089"/>
                  <a:pt x="7959" y="3793"/>
                  <a:pt x="8128" y="4157"/>
                </a:cubicBezTo>
                <a:cubicBezTo>
                  <a:pt x="8329" y="4591"/>
                  <a:pt x="8679" y="4920"/>
                  <a:pt x="9107" y="5127"/>
                </a:cubicBezTo>
                <a:cubicBezTo>
                  <a:pt x="9798" y="5460"/>
                  <a:pt x="10572" y="5521"/>
                  <a:pt x="11338" y="5521"/>
                </a:cubicBezTo>
                <a:cubicBezTo>
                  <a:pt x="11671" y="5521"/>
                  <a:pt x="12003" y="5509"/>
                  <a:pt x="12326" y="5503"/>
                </a:cubicBezTo>
                <a:lnTo>
                  <a:pt x="16958" y="5417"/>
                </a:lnTo>
                <a:lnTo>
                  <a:pt x="19326" y="5373"/>
                </a:lnTo>
                <a:cubicBezTo>
                  <a:pt x="19697" y="5365"/>
                  <a:pt x="20073" y="5375"/>
                  <a:pt x="20444" y="5350"/>
                </a:cubicBezTo>
                <a:cubicBezTo>
                  <a:pt x="20703" y="5333"/>
                  <a:pt x="20901" y="5232"/>
                  <a:pt x="21008" y="4988"/>
                </a:cubicBezTo>
                <a:cubicBezTo>
                  <a:pt x="21126" y="4724"/>
                  <a:pt x="21118" y="4402"/>
                  <a:pt x="21143" y="4120"/>
                </a:cubicBezTo>
                <a:lnTo>
                  <a:pt x="21262" y="2799"/>
                </a:lnTo>
                <a:lnTo>
                  <a:pt x="21404" y="1224"/>
                </a:lnTo>
                <a:lnTo>
                  <a:pt x="21957" y="5260"/>
                </a:lnTo>
                <a:cubicBezTo>
                  <a:pt x="21967" y="5321"/>
                  <a:pt x="22030" y="5346"/>
                  <a:pt x="22085" y="5346"/>
                </a:cubicBezTo>
                <a:cubicBezTo>
                  <a:pt x="22092" y="5346"/>
                  <a:pt x="22100" y="5345"/>
                  <a:pt x="22107" y="5344"/>
                </a:cubicBezTo>
                <a:cubicBezTo>
                  <a:pt x="23314" y="5179"/>
                  <a:pt x="24434" y="4624"/>
                  <a:pt x="25298" y="3767"/>
                </a:cubicBezTo>
                <a:cubicBezTo>
                  <a:pt x="25431" y="3635"/>
                  <a:pt x="25546" y="3487"/>
                  <a:pt x="25673" y="3352"/>
                </a:cubicBezTo>
                <a:cubicBezTo>
                  <a:pt x="25764" y="3255"/>
                  <a:pt x="25849" y="3205"/>
                  <a:pt x="25929" y="3205"/>
                </a:cubicBezTo>
                <a:cubicBezTo>
                  <a:pt x="26016" y="3205"/>
                  <a:pt x="26097" y="3264"/>
                  <a:pt x="26174" y="3388"/>
                </a:cubicBezTo>
                <a:cubicBezTo>
                  <a:pt x="26344" y="3659"/>
                  <a:pt x="26388" y="3989"/>
                  <a:pt x="26546" y="4267"/>
                </a:cubicBezTo>
                <a:cubicBezTo>
                  <a:pt x="26694" y="4525"/>
                  <a:pt x="26918" y="4730"/>
                  <a:pt x="27173" y="4879"/>
                </a:cubicBezTo>
                <a:cubicBezTo>
                  <a:pt x="27739" y="5213"/>
                  <a:pt x="28432" y="5297"/>
                  <a:pt x="29076" y="5324"/>
                </a:cubicBezTo>
                <a:cubicBezTo>
                  <a:pt x="29535" y="5343"/>
                  <a:pt x="29995" y="5347"/>
                  <a:pt x="30454" y="5347"/>
                </a:cubicBezTo>
                <a:cubicBezTo>
                  <a:pt x="30863" y="5347"/>
                  <a:pt x="31272" y="5344"/>
                  <a:pt x="31681" y="5344"/>
                </a:cubicBezTo>
                <a:cubicBezTo>
                  <a:pt x="31782" y="5344"/>
                  <a:pt x="31883" y="5344"/>
                  <a:pt x="31983" y="5344"/>
                </a:cubicBezTo>
                <a:lnTo>
                  <a:pt x="35123" y="5361"/>
                </a:lnTo>
                <a:cubicBezTo>
                  <a:pt x="36909" y="5370"/>
                  <a:pt x="38696" y="5396"/>
                  <a:pt x="40482" y="5396"/>
                </a:cubicBezTo>
                <a:cubicBezTo>
                  <a:pt x="40783" y="5396"/>
                  <a:pt x="41085" y="5395"/>
                  <a:pt x="41386" y="5394"/>
                </a:cubicBezTo>
                <a:cubicBezTo>
                  <a:pt x="41731" y="5391"/>
                  <a:pt x="42128" y="5353"/>
                  <a:pt x="42339" y="5041"/>
                </a:cubicBezTo>
                <a:cubicBezTo>
                  <a:pt x="42449" y="4879"/>
                  <a:pt x="42479" y="4684"/>
                  <a:pt x="42504" y="4494"/>
                </a:cubicBezTo>
                <a:cubicBezTo>
                  <a:pt x="42543" y="4208"/>
                  <a:pt x="42577" y="3921"/>
                  <a:pt x="42605" y="3634"/>
                </a:cubicBezTo>
                <a:cubicBezTo>
                  <a:pt x="42612" y="3568"/>
                  <a:pt x="42618" y="3502"/>
                  <a:pt x="42624" y="3436"/>
                </a:cubicBezTo>
                <a:lnTo>
                  <a:pt x="42624" y="3436"/>
                </a:lnTo>
                <a:cubicBezTo>
                  <a:pt x="42698" y="4175"/>
                  <a:pt x="42799" y="4912"/>
                  <a:pt x="42927" y="5644"/>
                </a:cubicBezTo>
                <a:cubicBezTo>
                  <a:pt x="42938" y="5704"/>
                  <a:pt x="42987" y="5731"/>
                  <a:pt x="43038" y="5731"/>
                </a:cubicBezTo>
                <a:cubicBezTo>
                  <a:pt x="43091" y="5731"/>
                  <a:pt x="43147" y="5701"/>
                  <a:pt x="43161" y="5644"/>
                </a:cubicBezTo>
                <a:cubicBezTo>
                  <a:pt x="43381" y="4804"/>
                  <a:pt x="44645" y="5119"/>
                  <a:pt x="45251" y="4852"/>
                </a:cubicBezTo>
                <a:cubicBezTo>
                  <a:pt x="45816" y="4602"/>
                  <a:pt x="46074" y="4009"/>
                  <a:pt x="46390" y="3520"/>
                </a:cubicBezTo>
                <a:cubicBezTo>
                  <a:pt x="46497" y="3355"/>
                  <a:pt x="46788" y="2903"/>
                  <a:pt x="47041" y="2903"/>
                </a:cubicBezTo>
                <a:cubicBezTo>
                  <a:pt x="47066" y="2903"/>
                  <a:pt x="47091" y="2907"/>
                  <a:pt x="47116" y="2917"/>
                </a:cubicBezTo>
                <a:cubicBezTo>
                  <a:pt x="47407" y="3036"/>
                  <a:pt x="47468" y="3581"/>
                  <a:pt x="47557" y="3838"/>
                </a:cubicBezTo>
                <a:cubicBezTo>
                  <a:pt x="47783" y="4499"/>
                  <a:pt x="48335" y="4969"/>
                  <a:pt x="48973" y="5223"/>
                </a:cubicBezTo>
                <a:cubicBezTo>
                  <a:pt x="49426" y="5405"/>
                  <a:pt x="49902" y="5466"/>
                  <a:pt x="50383" y="5466"/>
                </a:cubicBezTo>
                <a:cubicBezTo>
                  <a:pt x="50912" y="5466"/>
                  <a:pt x="51447" y="5392"/>
                  <a:pt x="51964" y="5320"/>
                </a:cubicBezTo>
                <a:cubicBezTo>
                  <a:pt x="52111" y="5300"/>
                  <a:pt x="52058" y="5084"/>
                  <a:pt x="51918" y="5084"/>
                </a:cubicBezTo>
                <a:cubicBezTo>
                  <a:pt x="51912" y="5084"/>
                  <a:pt x="51906" y="5085"/>
                  <a:pt x="51899" y="5086"/>
                </a:cubicBezTo>
                <a:cubicBezTo>
                  <a:pt x="51409" y="5154"/>
                  <a:pt x="50894" y="5226"/>
                  <a:pt x="50386" y="5226"/>
                </a:cubicBezTo>
                <a:cubicBezTo>
                  <a:pt x="49883" y="5226"/>
                  <a:pt x="49386" y="5155"/>
                  <a:pt x="48925" y="4941"/>
                </a:cubicBezTo>
                <a:cubicBezTo>
                  <a:pt x="48534" y="4759"/>
                  <a:pt x="48175" y="4484"/>
                  <a:pt x="47949" y="4113"/>
                </a:cubicBezTo>
                <a:cubicBezTo>
                  <a:pt x="47761" y="3804"/>
                  <a:pt x="47718" y="3443"/>
                  <a:pt x="47571" y="3119"/>
                </a:cubicBezTo>
                <a:cubicBezTo>
                  <a:pt x="47485" y="2930"/>
                  <a:pt x="47289" y="2636"/>
                  <a:pt x="47047" y="2636"/>
                </a:cubicBezTo>
                <a:cubicBezTo>
                  <a:pt x="47034" y="2636"/>
                  <a:pt x="47020" y="2637"/>
                  <a:pt x="47006" y="2639"/>
                </a:cubicBezTo>
                <a:cubicBezTo>
                  <a:pt x="46751" y="2675"/>
                  <a:pt x="46495" y="2970"/>
                  <a:pt x="46349" y="3159"/>
                </a:cubicBezTo>
                <a:cubicBezTo>
                  <a:pt x="45947" y="3679"/>
                  <a:pt x="45719" y="4446"/>
                  <a:pt x="45040" y="4673"/>
                </a:cubicBezTo>
                <a:cubicBezTo>
                  <a:pt x="44452" y="4869"/>
                  <a:pt x="43522" y="4702"/>
                  <a:pt x="43101" y="5225"/>
                </a:cubicBezTo>
                <a:lnTo>
                  <a:pt x="43101" y="5225"/>
                </a:lnTo>
                <a:cubicBezTo>
                  <a:pt x="42895" y="3953"/>
                  <a:pt x="42772" y="2670"/>
                  <a:pt x="42733" y="1382"/>
                </a:cubicBezTo>
                <a:lnTo>
                  <a:pt x="42733" y="1382"/>
                </a:lnTo>
                <a:cubicBezTo>
                  <a:pt x="42739" y="973"/>
                  <a:pt x="42735" y="564"/>
                  <a:pt x="42721" y="155"/>
                </a:cubicBezTo>
                <a:lnTo>
                  <a:pt x="42721" y="155"/>
                </a:lnTo>
                <a:cubicBezTo>
                  <a:pt x="42721" y="146"/>
                  <a:pt x="42722" y="137"/>
                  <a:pt x="42722" y="128"/>
                </a:cubicBezTo>
                <a:lnTo>
                  <a:pt x="42720" y="128"/>
                </a:lnTo>
                <a:cubicBezTo>
                  <a:pt x="42720" y="127"/>
                  <a:pt x="42720" y="127"/>
                  <a:pt x="42720" y="127"/>
                </a:cubicBezTo>
                <a:cubicBezTo>
                  <a:pt x="42718" y="48"/>
                  <a:pt x="42658" y="9"/>
                  <a:pt x="42598" y="9"/>
                </a:cubicBezTo>
                <a:cubicBezTo>
                  <a:pt x="42538" y="9"/>
                  <a:pt x="42479" y="48"/>
                  <a:pt x="42479" y="127"/>
                </a:cubicBezTo>
                <a:cubicBezTo>
                  <a:pt x="42474" y="547"/>
                  <a:pt x="42478" y="968"/>
                  <a:pt x="42491" y="1388"/>
                </a:cubicBezTo>
                <a:lnTo>
                  <a:pt x="42491" y="1388"/>
                </a:lnTo>
                <a:cubicBezTo>
                  <a:pt x="42483" y="1969"/>
                  <a:pt x="42456" y="2550"/>
                  <a:pt x="42410" y="3129"/>
                </a:cubicBezTo>
                <a:cubicBezTo>
                  <a:pt x="42370" y="3623"/>
                  <a:pt x="42340" y="4134"/>
                  <a:pt x="42242" y="4620"/>
                </a:cubicBezTo>
                <a:cubicBezTo>
                  <a:pt x="42144" y="5115"/>
                  <a:pt x="41735" y="5153"/>
                  <a:pt x="41323" y="5153"/>
                </a:cubicBezTo>
                <a:cubicBezTo>
                  <a:pt x="41263" y="5153"/>
                  <a:pt x="41203" y="5152"/>
                  <a:pt x="41144" y="5152"/>
                </a:cubicBezTo>
                <a:lnTo>
                  <a:pt x="35073" y="5119"/>
                </a:lnTo>
                <a:cubicBezTo>
                  <a:pt x="34771" y="5118"/>
                  <a:pt x="34469" y="5117"/>
                  <a:pt x="34166" y="5117"/>
                </a:cubicBezTo>
                <a:cubicBezTo>
                  <a:pt x="33486" y="5117"/>
                  <a:pt x="32806" y="5120"/>
                  <a:pt x="32125" y="5120"/>
                </a:cubicBezTo>
                <a:cubicBezTo>
                  <a:pt x="31142" y="5120"/>
                  <a:pt x="30159" y="5114"/>
                  <a:pt x="29178" y="5086"/>
                </a:cubicBezTo>
                <a:cubicBezTo>
                  <a:pt x="28519" y="5065"/>
                  <a:pt x="27783" y="4994"/>
                  <a:pt x="27217" y="4622"/>
                </a:cubicBezTo>
                <a:cubicBezTo>
                  <a:pt x="26919" y="4426"/>
                  <a:pt x="26740" y="4160"/>
                  <a:pt x="26622" y="3828"/>
                </a:cubicBezTo>
                <a:cubicBezTo>
                  <a:pt x="26533" y="3574"/>
                  <a:pt x="26445" y="3278"/>
                  <a:pt x="26246" y="3087"/>
                </a:cubicBezTo>
                <a:cubicBezTo>
                  <a:pt x="26151" y="2995"/>
                  <a:pt x="26043" y="2953"/>
                  <a:pt x="25934" y="2953"/>
                </a:cubicBezTo>
                <a:cubicBezTo>
                  <a:pt x="25798" y="2953"/>
                  <a:pt x="25663" y="3017"/>
                  <a:pt x="25552" y="3125"/>
                </a:cubicBezTo>
                <a:cubicBezTo>
                  <a:pt x="25223" y="3451"/>
                  <a:pt x="24945" y="3797"/>
                  <a:pt x="24571" y="4078"/>
                </a:cubicBezTo>
                <a:cubicBezTo>
                  <a:pt x="23868" y="4607"/>
                  <a:pt x="23044" y="4950"/>
                  <a:pt x="22179" y="5091"/>
                </a:cubicBezTo>
                <a:lnTo>
                  <a:pt x="22179" y="5091"/>
                </a:lnTo>
                <a:lnTo>
                  <a:pt x="21497" y="127"/>
                </a:lnTo>
                <a:cubicBezTo>
                  <a:pt x="21488" y="65"/>
                  <a:pt x="21446" y="39"/>
                  <a:pt x="21399" y="39"/>
                </a:cubicBezTo>
                <a:cubicBezTo>
                  <a:pt x="21336" y="39"/>
                  <a:pt x="21265" y="87"/>
                  <a:pt x="21258" y="159"/>
                </a:cubicBezTo>
                <a:cubicBezTo>
                  <a:pt x="21127" y="1614"/>
                  <a:pt x="21026" y="3075"/>
                  <a:pt x="20866" y="4526"/>
                </a:cubicBezTo>
                <a:cubicBezTo>
                  <a:pt x="20849" y="4672"/>
                  <a:pt x="20838" y="4844"/>
                  <a:pt x="20746" y="4966"/>
                </a:cubicBezTo>
                <a:cubicBezTo>
                  <a:pt x="20643" y="5102"/>
                  <a:pt x="20478" y="5116"/>
                  <a:pt x="20315" y="5116"/>
                </a:cubicBezTo>
                <a:cubicBezTo>
                  <a:pt x="20271" y="5116"/>
                  <a:pt x="20228" y="5115"/>
                  <a:pt x="20185" y="5115"/>
                </a:cubicBezTo>
                <a:cubicBezTo>
                  <a:pt x="20173" y="5115"/>
                  <a:pt x="20161" y="5115"/>
                  <a:pt x="20150" y="5116"/>
                </a:cubicBezTo>
                <a:lnTo>
                  <a:pt x="19018" y="5136"/>
                </a:lnTo>
                <a:lnTo>
                  <a:pt x="16856" y="5176"/>
                </a:lnTo>
                <a:lnTo>
                  <a:pt x="12431" y="5259"/>
                </a:lnTo>
                <a:cubicBezTo>
                  <a:pt x="12062" y="5266"/>
                  <a:pt x="11674" y="5285"/>
                  <a:pt x="11285" y="5285"/>
                </a:cubicBezTo>
                <a:cubicBezTo>
                  <a:pt x="10553" y="5285"/>
                  <a:pt x="9814" y="5219"/>
                  <a:pt x="9173" y="4889"/>
                </a:cubicBezTo>
                <a:cubicBezTo>
                  <a:pt x="8635" y="4611"/>
                  <a:pt x="8395" y="4182"/>
                  <a:pt x="8178" y="3639"/>
                </a:cubicBezTo>
                <a:cubicBezTo>
                  <a:pt x="8011" y="3221"/>
                  <a:pt x="7804" y="2767"/>
                  <a:pt x="7300" y="2728"/>
                </a:cubicBezTo>
                <a:cubicBezTo>
                  <a:pt x="7297" y="2728"/>
                  <a:pt x="7294" y="2728"/>
                  <a:pt x="7291" y="2728"/>
                </a:cubicBezTo>
                <a:cubicBezTo>
                  <a:pt x="7240" y="2728"/>
                  <a:pt x="7200" y="2772"/>
                  <a:pt x="7183" y="2816"/>
                </a:cubicBezTo>
                <a:cubicBezTo>
                  <a:pt x="6850" y="3684"/>
                  <a:pt x="6109" y="4365"/>
                  <a:pt x="5212" y="4616"/>
                </a:cubicBezTo>
                <a:cubicBezTo>
                  <a:pt x="4778" y="4737"/>
                  <a:pt x="4185" y="4833"/>
                  <a:pt x="3880" y="5183"/>
                </a:cubicBezTo>
                <a:lnTo>
                  <a:pt x="3880" y="5183"/>
                </a:lnTo>
                <a:cubicBezTo>
                  <a:pt x="3695" y="3497"/>
                  <a:pt x="3535" y="1808"/>
                  <a:pt x="3398" y="117"/>
                </a:cubicBezTo>
                <a:cubicBezTo>
                  <a:pt x="3392" y="40"/>
                  <a:pt x="3329" y="1"/>
                  <a:pt x="326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p21"/>
          <p:cNvSpPr/>
          <p:nvPr/>
        </p:nvSpPr>
        <p:spPr>
          <a:xfrm rot="1799986" flipH="1">
            <a:off x="-2177501" y="4409688"/>
            <a:ext cx="6269639" cy="691908"/>
          </a:xfrm>
          <a:custGeom>
            <a:avLst/>
            <a:gdLst/>
            <a:ahLst/>
            <a:cxnLst/>
            <a:rect l="l" t="t" r="r" b="b"/>
            <a:pathLst>
              <a:path w="52112" h="5751" extrusionOk="0">
                <a:moveTo>
                  <a:pt x="3269" y="1"/>
                </a:moveTo>
                <a:cubicBezTo>
                  <a:pt x="3210" y="1"/>
                  <a:pt x="3153" y="39"/>
                  <a:pt x="3155" y="117"/>
                </a:cubicBezTo>
                <a:cubicBezTo>
                  <a:pt x="3155" y="117"/>
                  <a:pt x="3155" y="117"/>
                  <a:pt x="3155" y="117"/>
                </a:cubicBezTo>
                <a:lnTo>
                  <a:pt x="3155" y="117"/>
                </a:lnTo>
                <a:cubicBezTo>
                  <a:pt x="3197" y="1798"/>
                  <a:pt x="2863" y="3465"/>
                  <a:pt x="2180" y="5000"/>
                </a:cubicBezTo>
                <a:lnTo>
                  <a:pt x="2180" y="5000"/>
                </a:lnTo>
                <a:cubicBezTo>
                  <a:pt x="1725" y="4827"/>
                  <a:pt x="1251" y="4743"/>
                  <a:pt x="770" y="4743"/>
                </a:cubicBezTo>
                <a:cubicBezTo>
                  <a:pt x="563" y="4743"/>
                  <a:pt x="355" y="4758"/>
                  <a:pt x="147" y="4790"/>
                </a:cubicBezTo>
                <a:cubicBezTo>
                  <a:pt x="1" y="4812"/>
                  <a:pt x="53" y="5025"/>
                  <a:pt x="191" y="5025"/>
                </a:cubicBezTo>
                <a:cubicBezTo>
                  <a:pt x="198" y="5025"/>
                  <a:pt x="205" y="5025"/>
                  <a:pt x="212" y="5024"/>
                </a:cubicBezTo>
                <a:cubicBezTo>
                  <a:pt x="396" y="4996"/>
                  <a:pt x="581" y="4982"/>
                  <a:pt x="765" y="4982"/>
                </a:cubicBezTo>
                <a:cubicBezTo>
                  <a:pt x="1259" y="4982"/>
                  <a:pt x="1747" y="5081"/>
                  <a:pt x="2212" y="5271"/>
                </a:cubicBezTo>
                <a:cubicBezTo>
                  <a:pt x="2222" y="5275"/>
                  <a:pt x="2232" y="5277"/>
                  <a:pt x="2243" y="5277"/>
                </a:cubicBezTo>
                <a:cubicBezTo>
                  <a:pt x="2285" y="5277"/>
                  <a:pt x="2333" y="5251"/>
                  <a:pt x="2348" y="5215"/>
                </a:cubicBezTo>
                <a:cubicBezTo>
                  <a:pt x="2835" y="4153"/>
                  <a:pt x="3157" y="3027"/>
                  <a:pt x="3306" y="1875"/>
                </a:cubicBezTo>
                <a:lnTo>
                  <a:pt x="3306" y="1875"/>
                </a:lnTo>
                <a:cubicBezTo>
                  <a:pt x="3419" y="3129"/>
                  <a:pt x="3546" y="4382"/>
                  <a:pt x="3686" y="5634"/>
                </a:cubicBezTo>
                <a:cubicBezTo>
                  <a:pt x="3695" y="5712"/>
                  <a:pt x="3752" y="5751"/>
                  <a:pt x="3808" y="5751"/>
                </a:cubicBezTo>
                <a:cubicBezTo>
                  <a:pt x="3865" y="5751"/>
                  <a:pt x="3921" y="5712"/>
                  <a:pt x="3928" y="5634"/>
                </a:cubicBezTo>
                <a:lnTo>
                  <a:pt x="3930" y="5634"/>
                </a:lnTo>
                <a:cubicBezTo>
                  <a:pt x="3929" y="5632"/>
                  <a:pt x="3929" y="5630"/>
                  <a:pt x="3929" y="5628"/>
                </a:cubicBezTo>
                <a:lnTo>
                  <a:pt x="3929" y="5628"/>
                </a:lnTo>
                <a:cubicBezTo>
                  <a:pt x="3977" y="5225"/>
                  <a:pt x="4433" y="5080"/>
                  <a:pt x="4766" y="4984"/>
                </a:cubicBezTo>
                <a:cubicBezTo>
                  <a:pt x="5141" y="4875"/>
                  <a:pt x="5514" y="4799"/>
                  <a:pt x="5864" y="4620"/>
                </a:cubicBezTo>
                <a:cubicBezTo>
                  <a:pt x="6547" y="4272"/>
                  <a:pt x="7079" y="3685"/>
                  <a:pt x="7375" y="2982"/>
                </a:cubicBezTo>
                <a:lnTo>
                  <a:pt x="7375" y="2982"/>
                </a:lnTo>
                <a:cubicBezTo>
                  <a:pt x="7832" y="3089"/>
                  <a:pt x="7959" y="3793"/>
                  <a:pt x="8128" y="4157"/>
                </a:cubicBezTo>
                <a:cubicBezTo>
                  <a:pt x="8329" y="4591"/>
                  <a:pt x="8679" y="4920"/>
                  <a:pt x="9107" y="5127"/>
                </a:cubicBezTo>
                <a:cubicBezTo>
                  <a:pt x="9798" y="5460"/>
                  <a:pt x="10572" y="5521"/>
                  <a:pt x="11338" y="5521"/>
                </a:cubicBezTo>
                <a:cubicBezTo>
                  <a:pt x="11671" y="5521"/>
                  <a:pt x="12003" y="5509"/>
                  <a:pt x="12326" y="5503"/>
                </a:cubicBezTo>
                <a:lnTo>
                  <a:pt x="16958" y="5417"/>
                </a:lnTo>
                <a:lnTo>
                  <a:pt x="19326" y="5373"/>
                </a:lnTo>
                <a:cubicBezTo>
                  <a:pt x="19697" y="5365"/>
                  <a:pt x="20073" y="5375"/>
                  <a:pt x="20444" y="5350"/>
                </a:cubicBezTo>
                <a:cubicBezTo>
                  <a:pt x="20703" y="5333"/>
                  <a:pt x="20901" y="5232"/>
                  <a:pt x="21008" y="4988"/>
                </a:cubicBezTo>
                <a:cubicBezTo>
                  <a:pt x="21126" y="4724"/>
                  <a:pt x="21118" y="4402"/>
                  <a:pt x="21143" y="4120"/>
                </a:cubicBezTo>
                <a:lnTo>
                  <a:pt x="21262" y="2799"/>
                </a:lnTo>
                <a:lnTo>
                  <a:pt x="21404" y="1224"/>
                </a:lnTo>
                <a:lnTo>
                  <a:pt x="21957" y="5260"/>
                </a:lnTo>
                <a:cubicBezTo>
                  <a:pt x="21967" y="5321"/>
                  <a:pt x="22030" y="5346"/>
                  <a:pt x="22085" y="5346"/>
                </a:cubicBezTo>
                <a:cubicBezTo>
                  <a:pt x="22092" y="5346"/>
                  <a:pt x="22100" y="5345"/>
                  <a:pt x="22107" y="5344"/>
                </a:cubicBezTo>
                <a:cubicBezTo>
                  <a:pt x="23314" y="5179"/>
                  <a:pt x="24434" y="4624"/>
                  <a:pt x="25298" y="3767"/>
                </a:cubicBezTo>
                <a:cubicBezTo>
                  <a:pt x="25431" y="3635"/>
                  <a:pt x="25546" y="3487"/>
                  <a:pt x="25673" y="3352"/>
                </a:cubicBezTo>
                <a:cubicBezTo>
                  <a:pt x="25764" y="3255"/>
                  <a:pt x="25849" y="3205"/>
                  <a:pt x="25929" y="3205"/>
                </a:cubicBezTo>
                <a:cubicBezTo>
                  <a:pt x="26016" y="3205"/>
                  <a:pt x="26097" y="3264"/>
                  <a:pt x="26174" y="3388"/>
                </a:cubicBezTo>
                <a:cubicBezTo>
                  <a:pt x="26344" y="3659"/>
                  <a:pt x="26388" y="3989"/>
                  <a:pt x="26546" y="4267"/>
                </a:cubicBezTo>
                <a:cubicBezTo>
                  <a:pt x="26694" y="4525"/>
                  <a:pt x="26918" y="4730"/>
                  <a:pt x="27173" y="4879"/>
                </a:cubicBezTo>
                <a:cubicBezTo>
                  <a:pt x="27739" y="5213"/>
                  <a:pt x="28432" y="5297"/>
                  <a:pt x="29076" y="5324"/>
                </a:cubicBezTo>
                <a:cubicBezTo>
                  <a:pt x="29535" y="5343"/>
                  <a:pt x="29995" y="5347"/>
                  <a:pt x="30454" y="5347"/>
                </a:cubicBezTo>
                <a:cubicBezTo>
                  <a:pt x="30863" y="5347"/>
                  <a:pt x="31272" y="5344"/>
                  <a:pt x="31681" y="5344"/>
                </a:cubicBezTo>
                <a:cubicBezTo>
                  <a:pt x="31782" y="5344"/>
                  <a:pt x="31883" y="5344"/>
                  <a:pt x="31983" y="5344"/>
                </a:cubicBezTo>
                <a:lnTo>
                  <a:pt x="35123" y="5361"/>
                </a:lnTo>
                <a:cubicBezTo>
                  <a:pt x="36909" y="5370"/>
                  <a:pt x="38696" y="5396"/>
                  <a:pt x="40482" y="5396"/>
                </a:cubicBezTo>
                <a:cubicBezTo>
                  <a:pt x="40783" y="5396"/>
                  <a:pt x="41085" y="5395"/>
                  <a:pt x="41386" y="5394"/>
                </a:cubicBezTo>
                <a:cubicBezTo>
                  <a:pt x="41731" y="5391"/>
                  <a:pt x="42128" y="5353"/>
                  <a:pt x="42339" y="5041"/>
                </a:cubicBezTo>
                <a:cubicBezTo>
                  <a:pt x="42449" y="4879"/>
                  <a:pt x="42479" y="4684"/>
                  <a:pt x="42504" y="4494"/>
                </a:cubicBezTo>
                <a:cubicBezTo>
                  <a:pt x="42543" y="4208"/>
                  <a:pt x="42577" y="3921"/>
                  <a:pt x="42605" y="3634"/>
                </a:cubicBezTo>
                <a:cubicBezTo>
                  <a:pt x="42612" y="3568"/>
                  <a:pt x="42618" y="3502"/>
                  <a:pt x="42624" y="3436"/>
                </a:cubicBezTo>
                <a:lnTo>
                  <a:pt x="42624" y="3436"/>
                </a:lnTo>
                <a:cubicBezTo>
                  <a:pt x="42698" y="4175"/>
                  <a:pt x="42799" y="4912"/>
                  <a:pt x="42927" y="5644"/>
                </a:cubicBezTo>
                <a:cubicBezTo>
                  <a:pt x="42938" y="5704"/>
                  <a:pt x="42987" y="5731"/>
                  <a:pt x="43038" y="5731"/>
                </a:cubicBezTo>
                <a:cubicBezTo>
                  <a:pt x="43091" y="5731"/>
                  <a:pt x="43147" y="5701"/>
                  <a:pt x="43161" y="5644"/>
                </a:cubicBezTo>
                <a:cubicBezTo>
                  <a:pt x="43381" y="4804"/>
                  <a:pt x="44645" y="5119"/>
                  <a:pt x="45251" y="4852"/>
                </a:cubicBezTo>
                <a:cubicBezTo>
                  <a:pt x="45816" y="4602"/>
                  <a:pt x="46074" y="4009"/>
                  <a:pt x="46390" y="3520"/>
                </a:cubicBezTo>
                <a:cubicBezTo>
                  <a:pt x="46497" y="3355"/>
                  <a:pt x="46788" y="2903"/>
                  <a:pt x="47041" y="2903"/>
                </a:cubicBezTo>
                <a:cubicBezTo>
                  <a:pt x="47066" y="2903"/>
                  <a:pt x="47091" y="2907"/>
                  <a:pt x="47116" y="2917"/>
                </a:cubicBezTo>
                <a:cubicBezTo>
                  <a:pt x="47407" y="3036"/>
                  <a:pt x="47468" y="3581"/>
                  <a:pt x="47557" y="3838"/>
                </a:cubicBezTo>
                <a:cubicBezTo>
                  <a:pt x="47783" y="4499"/>
                  <a:pt x="48335" y="4969"/>
                  <a:pt x="48973" y="5223"/>
                </a:cubicBezTo>
                <a:cubicBezTo>
                  <a:pt x="49426" y="5405"/>
                  <a:pt x="49902" y="5466"/>
                  <a:pt x="50383" y="5466"/>
                </a:cubicBezTo>
                <a:cubicBezTo>
                  <a:pt x="50912" y="5466"/>
                  <a:pt x="51447" y="5392"/>
                  <a:pt x="51964" y="5320"/>
                </a:cubicBezTo>
                <a:cubicBezTo>
                  <a:pt x="52111" y="5300"/>
                  <a:pt x="52058" y="5084"/>
                  <a:pt x="51918" y="5084"/>
                </a:cubicBezTo>
                <a:cubicBezTo>
                  <a:pt x="51912" y="5084"/>
                  <a:pt x="51906" y="5085"/>
                  <a:pt x="51899" y="5086"/>
                </a:cubicBezTo>
                <a:cubicBezTo>
                  <a:pt x="51409" y="5154"/>
                  <a:pt x="50894" y="5226"/>
                  <a:pt x="50386" y="5226"/>
                </a:cubicBezTo>
                <a:cubicBezTo>
                  <a:pt x="49883" y="5226"/>
                  <a:pt x="49386" y="5155"/>
                  <a:pt x="48925" y="4941"/>
                </a:cubicBezTo>
                <a:cubicBezTo>
                  <a:pt x="48534" y="4759"/>
                  <a:pt x="48175" y="4484"/>
                  <a:pt x="47949" y="4113"/>
                </a:cubicBezTo>
                <a:cubicBezTo>
                  <a:pt x="47761" y="3804"/>
                  <a:pt x="47718" y="3443"/>
                  <a:pt x="47571" y="3119"/>
                </a:cubicBezTo>
                <a:cubicBezTo>
                  <a:pt x="47485" y="2930"/>
                  <a:pt x="47289" y="2636"/>
                  <a:pt x="47047" y="2636"/>
                </a:cubicBezTo>
                <a:cubicBezTo>
                  <a:pt x="47034" y="2636"/>
                  <a:pt x="47020" y="2637"/>
                  <a:pt x="47006" y="2639"/>
                </a:cubicBezTo>
                <a:cubicBezTo>
                  <a:pt x="46751" y="2675"/>
                  <a:pt x="46495" y="2970"/>
                  <a:pt x="46349" y="3159"/>
                </a:cubicBezTo>
                <a:cubicBezTo>
                  <a:pt x="45947" y="3679"/>
                  <a:pt x="45719" y="4446"/>
                  <a:pt x="45040" y="4673"/>
                </a:cubicBezTo>
                <a:cubicBezTo>
                  <a:pt x="44452" y="4869"/>
                  <a:pt x="43522" y="4702"/>
                  <a:pt x="43101" y="5225"/>
                </a:cubicBezTo>
                <a:lnTo>
                  <a:pt x="43101" y="5225"/>
                </a:lnTo>
                <a:cubicBezTo>
                  <a:pt x="42895" y="3953"/>
                  <a:pt x="42772" y="2670"/>
                  <a:pt x="42733" y="1382"/>
                </a:cubicBezTo>
                <a:lnTo>
                  <a:pt x="42733" y="1382"/>
                </a:lnTo>
                <a:cubicBezTo>
                  <a:pt x="42739" y="973"/>
                  <a:pt x="42735" y="564"/>
                  <a:pt x="42721" y="155"/>
                </a:cubicBezTo>
                <a:lnTo>
                  <a:pt x="42721" y="155"/>
                </a:lnTo>
                <a:cubicBezTo>
                  <a:pt x="42721" y="146"/>
                  <a:pt x="42722" y="137"/>
                  <a:pt x="42722" y="128"/>
                </a:cubicBezTo>
                <a:lnTo>
                  <a:pt x="42720" y="128"/>
                </a:lnTo>
                <a:cubicBezTo>
                  <a:pt x="42720" y="127"/>
                  <a:pt x="42720" y="127"/>
                  <a:pt x="42720" y="127"/>
                </a:cubicBezTo>
                <a:cubicBezTo>
                  <a:pt x="42718" y="48"/>
                  <a:pt x="42658" y="9"/>
                  <a:pt x="42598" y="9"/>
                </a:cubicBezTo>
                <a:cubicBezTo>
                  <a:pt x="42538" y="9"/>
                  <a:pt x="42479" y="48"/>
                  <a:pt x="42479" y="127"/>
                </a:cubicBezTo>
                <a:cubicBezTo>
                  <a:pt x="42474" y="547"/>
                  <a:pt x="42478" y="968"/>
                  <a:pt x="42491" y="1388"/>
                </a:cubicBezTo>
                <a:lnTo>
                  <a:pt x="42491" y="1388"/>
                </a:lnTo>
                <a:cubicBezTo>
                  <a:pt x="42483" y="1969"/>
                  <a:pt x="42456" y="2550"/>
                  <a:pt x="42410" y="3129"/>
                </a:cubicBezTo>
                <a:cubicBezTo>
                  <a:pt x="42370" y="3623"/>
                  <a:pt x="42340" y="4134"/>
                  <a:pt x="42242" y="4620"/>
                </a:cubicBezTo>
                <a:cubicBezTo>
                  <a:pt x="42144" y="5115"/>
                  <a:pt x="41735" y="5153"/>
                  <a:pt x="41323" y="5153"/>
                </a:cubicBezTo>
                <a:cubicBezTo>
                  <a:pt x="41263" y="5153"/>
                  <a:pt x="41203" y="5152"/>
                  <a:pt x="41144" y="5152"/>
                </a:cubicBezTo>
                <a:lnTo>
                  <a:pt x="35073" y="5119"/>
                </a:lnTo>
                <a:cubicBezTo>
                  <a:pt x="34771" y="5118"/>
                  <a:pt x="34469" y="5117"/>
                  <a:pt x="34166" y="5117"/>
                </a:cubicBezTo>
                <a:cubicBezTo>
                  <a:pt x="33486" y="5117"/>
                  <a:pt x="32806" y="5120"/>
                  <a:pt x="32125" y="5120"/>
                </a:cubicBezTo>
                <a:cubicBezTo>
                  <a:pt x="31142" y="5120"/>
                  <a:pt x="30159" y="5114"/>
                  <a:pt x="29178" y="5086"/>
                </a:cubicBezTo>
                <a:cubicBezTo>
                  <a:pt x="28519" y="5065"/>
                  <a:pt x="27783" y="4994"/>
                  <a:pt x="27217" y="4622"/>
                </a:cubicBezTo>
                <a:cubicBezTo>
                  <a:pt x="26919" y="4426"/>
                  <a:pt x="26740" y="4160"/>
                  <a:pt x="26622" y="3828"/>
                </a:cubicBezTo>
                <a:cubicBezTo>
                  <a:pt x="26533" y="3574"/>
                  <a:pt x="26445" y="3278"/>
                  <a:pt x="26246" y="3087"/>
                </a:cubicBezTo>
                <a:cubicBezTo>
                  <a:pt x="26151" y="2995"/>
                  <a:pt x="26043" y="2953"/>
                  <a:pt x="25934" y="2953"/>
                </a:cubicBezTo>
                <a:cubicBezTo>
                  <a:pt x="25798" y="2953"/>
                  <a:pt x="25663" y="3017"/>
                  <a:pt x="25552" y="3125"/>
                </a:cubicBezTo>
                <a:cubicBezTo>
                  <a:pt x="25223" y="3451"/>
                  <a:pt x="24945" y="3797"/>
                  <a:pt x="24571" y="4078"/>
                </a:cubicBezTo>
                <a:cubicBezTo>
                  <a:pt x="23868" y="4607"/>
                  <a:pt x="23044" y="4950"/>
                  <a:pt x="22179" y="5091"/>
                </a:cubicBezTo>
                <a:lnTo>
                  <a:pt x="22179" y="5091"/>
                </a:lnTo>
                <a:lnTo>
                  <a:pt x="21497" y="127"/>
                </a:lnTo>
                <a:cubicBezTo>
                  <a:pt x="21488" y="65"/>
                  <a:pt x="21446" y="39"/>
                  <a:pt x="21399" y="39"/>
                </a:cubicBezTo>
                <a:cubicBezTo>
                  <a:pt x="21336" y="39"/>
                  <a:pt x="21265" y="87"/>
                  <a:pt x="21258" y="159"/>
                </a:cubicBezTo>
                <a:cubicBezTo>
                  <a:pt x="21127" y="1614"/>
                  <a:pt x="21026" y="3075"/>
                  <a:pt x="20866" y="4526"/>
                </a:cubicBezTo>
                <a:cubicBezTo>
                  <a:pt x="20849" y="4672"/>
                  <a:pt x="20838" y="4844"/>
                  <a:pt x="20746" y="4966"/>
                </a:cubicBezTo>
                <a:cubicBezTo>
                  <a:pt x="20643" y="5102"/>
                  <a:pt x="20478" y="5116"/>
                  <a:pt x="20315" y="5116"/>
                </a:cubicBezTo>
                <a:cubicBezTo>
                  <a:pt x="20271" y="5116"/>
                  <a:pt x="20228" y="5115"/>
                  <a:pt x="20185" y="5115"/>
                </a:cubicBezTo>
                <a:cubicBezTo>
                  <a:pt x="20173" y="5115"/>
                  <a:pt x="20161" y="5115"/>
                  <a:pt x="20150" y="5116"/>
                </a:cubicBezTo>
                <a:lnTo>
                  <a:pt x="19018" y="5136"/>
                </a:lnTo>
                <a:lnTo>
                  <a:pt x="16856" y="5176"/>
                </a:lnTo>
                <a:lnTo>
                  <a:pt x="12431" y="5259"/>
                </a:lnTo>
                <a:cubicBezTo>
                  <a:pt x="12062" y="5266"/>
                  <a:pt x="11674" y="5285"/>
                  <a:pt x="11285" y="5285"/>
                </a:cubicBezTo>
                <a:cubicBezTo>
                  <a:pt x="10553" y="5285"/>
                  <a:pt x="9814" y="5219"/>
                  <a:pt x="9173" y="4889"/>
                </a:cubicBezTo>
                <a:cubicBezTo>
                  <a:pt x="8635" y="4611"/>
                  <a:pt x="8395" y="4182"/>
                  <a:pt x="8178" y="3639"/>
                </a:cubicBezTo>
                <a:cubicBezTo>
                  <a:pt x="8011" y="3221"/>
                  <a:pt x="7804" y="2767"/>
                  <a:pt x="7300" y="2728"/>
                </a:cubicBezTo>
                <a:cubicBezTo>
                  <a:pt x="7297" y="2728"/>
                  <a:pt x="7294" y="2728"/>
                  <a:pt x="7291" y="2728"/>
                </a:cubicBezTo>
                <a:cubicBezTo>
                  <a:pt x="7240" y="2728"/>
                  <a:pt x="7200" y="2772"/>
                  <a:pt x="7183" y="2816"/>
                </a:cubicBezTo>
                <a:cubicBezTo>
                  <a:pt x="6850" y="3684"/>
                  <a:pt x="6109" y="4365"/>
                  <a:pt x="5212" y="4616"/>
                </a:cubicBezTo>
                <a:cubicBezTo>
                  <a:pt x="4778" y="4737"/>
                  <a:pt x="4185" y="4833"/>
                  <a:pt x="3880" y="5183"/>
                </a:cubicBezTo>
                <a:lnTo>
                  <a:pt x="3880" y="5183"/>
                </a:lnTo>
                <a:cubicBezTo>
                  <a:pt x="3695" y="3497"/>
                  <a:pt x="3535" y="1808"/>
                  <a:pt x="3398" y="117"/>
                </a:cubicBezTo>
                <a:cubicBezTo>
                  <a:pt x="3392" y="40"/>
                  <a:pt x="3329" y="1"/>
                  <a:pt x="326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4">
    <p:spTree>
      <p:nvGrpSpPr>
        <p:cNvPr id="1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2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75" name="Google Shape;575;p24"/>
          <p:cNvSpPr/>
          <p:nvPr/>
        </p:nvSpPr>
        <p:spPr>
          <a:xfrm flipH="1">
            <a:off x="1006469" y="5612131"/>
            <a:ext cx="25048" cy="22175"/>
          </a:xfrm>
          <a:custGeom>
            <a:avLst/>
            <a:gdLst/>
            <a:ahLst/>
            <a:cxnLst/>
            <a:rect l="l" t="t" r="r" b="b"/>
            <a:pathLst>
              <a:path w="497" h="440" extrusionOk="0">
                <a:moveTo>
                  <a:pt x="497" y="0"/>
                </a:moveTo>
                <a:lnTo>
                  <a:pt x="0" y="439"/>
                </a:lnTo>
                <a:lnTo>
                  <a:pt x="497" y="439"/>
                </a:lnTo>
                <a:lnTo>
                  <a:pt x="497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6" name="Google Shape;576;p24"/>
          <p:cNvSpPr/>
          <p:nvPr/>
        </p:nvSpPr>
        <p:spPr>
          <a:xfrm flipH="1">
            <a:off x="6123479" y="5618487"/>
            <a:ext cx="7720" cy="13521"/>
          </a:xfrm>
          <a:custGeom>
            <a:avLst/>
            <a:gdLst/>
            <a:ahLst/>
            <a:cxnLst/>
            <a:rect l="l" t="t" r="r" b="b"/>
            <a:pathLst>
              <a:path w="153" h="268" extrusionOk="0">
                <a:moveTo>
                  <a:pt x="153" y="0"/>
                </a:moveTo>
                <a:lnTo>
                  <a:pt x="0" y="153"/>
                </a:lnTo>
                <a:lnTo>
                  <a:pt x="115" y="268"/>
                </a:lnTo>
                <a:lnTo>
                  <a:pt x="153" y="268"/>
                </a:lnTo>
                <a:lnTo>
                  <a:pt x="153" y="0"/>
                </a:lnTo>
                <a:close/>
              </a:path>
            </a:pathLst>
          </a:custGeom>
          <a:solidFill>
            <a:srgbClr val="26202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7" name="Google Shape;577;p24"/>
          <p:cNvSpPr/>
          <p:nvPr/>
        </p:nvSpPr>
        <p:spPr>
          <a:xfrm rot="10800000">
            <a:off x="4703176" y="4858952"/>
            <a:ext cx="442899" cy="443149"/>
          </a:xfrm>
          <a:custGeom>
            <a:avLst/>
            <a:gdLst/>
            <a:ahLst/>
            <a:cxnLst/>
            <a:rect l="l" t="t" r="r" b="b"/>
            <a:pathLst>
              <a:path w="1833" h="1834" extrusionOk="0">
                <a:moveTo>
                  <a:pt x="916" y="1"/>
                </a:moveTo>
                <a:cubicBezTo>
                  <a:pt x="410" y="1"/>
                  <a:pt x="1" y="412"/>
                  <a:pt x="1" y="918"/>
                </a:cubicBezTo>
                <a:cubicBezTo>
                  <a:pt x="1" y="1423"/>
                  <a:pt x="410" y="1833"/>
                  <a:pt x="916" y="1833"/>
                </a:cubicBezTo>
                <a:cubicBezTo>
                  <a:pt x="1423" y="1833"/>
                  <a:pt x="1833" y="1423"/>
                  <a:pt x="1833" y="918"/>
                </a:cubicBezTo>
                <a:cubicBezTo>
                  <a:pt x="1833" y="412"/>
                  <a:pt x="1423" y="1"/>
                  <a:pt x="91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8" name="Google Shape;578;p24"/>
          <p:cNvSpPr/>
          <p:nvPr/>
        </p:nvSpPr>
        <p:spPr>
          <a:xfrm rot="10800000">
            <a:off x="1588262" y="4818190"/>
            <a:ext cx="600438" cy="600692"/>
          </a:xfrm>
          <a:custGeom>
            <a:avLst/>
            <a:gdLst/>
            <a:ahLst/>
            <a:cxnLst/>
            <a:rect l="l" t="t" r="r" b="b"/>
            <a:pathLst>
              <a:path w="2485" h="2486" extrusionOk="0">
                <a:moveTo>
                  <a:pt x="1242" y="1"/>
                </a:moveTo>
                <a:cubicBezTo>
                  <a:pt x="557" y="1"/>
                  <a:pt x="1" y="557"/>
                  <a:pt x="1" y="1242"/>
                </a:cubicBezTo>
                <a:cubicBezTo>
                  <a:pt x="1" y="1929"/>
                  <a:pt x="557" y="2485"/>
                  <a:pt x="1242" y="2485"/>
                </a:cubicBezTo>
                <a:cubicBezTo>
                  <a:pt x="1929" y="2485"/>
                  <a:pt x="2485" y="1929"/>
                  <a:pt x="2485" y="1242"/>
                </a:cubicBezTo>
                <a:cubicBezTo>
                  <a:pt x="2485" y="557"/>
                  <a:pt x="1929" y="1"/>
                  <a:pt x="1242" y="1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9" name="Google Shape;579;p24"/>
          <p:cNvSpPr/>
          <p:nvPr/>
        </p:nvSpPr>
        <p:spPr>
          <a:xfrm rot="10800000">
            <a:off x="2649889" y="4697388"/>
            <a:ext cx="345282" cy="345289"/>
          </a:xfrm>
          <a:custGeom>
            <a:avLst/>
            <a:gdLst/>
            <a:ahLst/>
            <a:cxnLst/>
            <a:rect l="l" t="t" r="r" b="b"/>
            <a:pathLst>
              <a:path w="1429" h="1429" extrusionOk="0">
                <a:moveTo>
                  <a:pt x="715" y="1"/>
                </a:moveTo>
                <a:cubicBezTo>
                  <a:pt x="320" y="1"/>
                  <a:pt x="1" y="320"/>
                  <a:pt x="1" y="715"/>
                </a:cubicBezTo>
                <a:cubicBezTo>
                  <a:pt x="1" y="1109"/>
                  <a:pt x="320" y="1428"/>
                  <a:pt x="715" y="1428"/>
                </a:cubicBezTo>
                <a:cubicBezTo>
                  <a:pt x="1108" y="1428"/>
                  <a:pt x="1429" y="1109"/>
                  <a:pt x="1429" y="715"/>
                </a:cubicBezTo>
                <a:cubicBezTo>
                  <a:pt x="1429" y="320"/>
                  <a:pt x="1108" y="1"/>
                  <a:pt x="71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0" name="Google Shape;580;p24"/>
          <p:cNvSpPr/>
          <p:nvPr/>
        </p:nvSpPr>
        <p:spPr>
          <a:xfrm rot="10800000">
            <a:off x="6685964" y="4778201"/>
            <a:ext cx="748796" cy="680672"/>
          </a:xfrm>
          <a:custGeom>
            <a:avLst/>
            <a:gdLst/>
            <a:ahLst/>
            <a:cxnLst/>
            <a:rect l="l" t="t" r="r" b="b"/>
            <a:pathLst>
              <a:path w="3099" h="2817" extrusionOk="0">
                <a:moveTo>
                  <a:pt x="1548" y="0"/>
                </a:moveTo>
                <a:cubicBezTo>
                  <a:pt x="910" y="0"/>
                  <a:pt x="332" y="437"/>
                  <a:pt x="179" y="1086"/>
                </a:cubicBezTo>
                <a:cubicBezTo>
                  <a:pt x="1" y="1842"/>
                  <a:pt x="469" y="2600"/>
                  <a:pt x="1226" y="2778"/>
                </a:cubicBezTo>
                <a:cubicBezTo>
                  <a:pt x="1335" y="2804"/>
                  <a:pt x="1444" y="2817"/>
                  <a:pt x="1552" y="2817"/>
                </a:cubicBezTo>
                <a:cubicBezTo>
                  <a:pt x="2190" y="2817"/>
                  <a:pt x="2767" y="2379"/>
                  <a:pt x="2920" y="1732"/>
                </a:cubicBezTo>
                <a:cubicBezTo>
                  <a:pt x="3098" y="976"/>
                  <a:pt x="2630" y="217"/>
                  <a:pt x="1873" y="38"/>
                </a:cubicBezTo>
                <a:cubicBezTo>
                  <a:pt x="1765" y="12"/>
                  <a:pt x="1656" y="0"/>
                  <a:pt x="1548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1" name="Google Shape;581;p24"/>
          <p:cNvSpPr/>
          <p:nvPr/>
        </p:nvSpPr>
        <p:spPr>
          <a:xfrm rot="10800000">
            <a:off x="-2282448" y="3800334"/>
            <a:ext cx="3649504" cy="3649821"/>
          </a:xfrm>
          <a:custGeom>
            <a:avLst/>
            <a:gdLst/>
            <a:ahLst/>
            <a:cxnLst/>
            <a:rect l="l" t="t" r="r" b="b"/>
            <a:pathLst>
              <a:path w="15104" h="15105" extrusionOk="0">
                <a:moveTo>
                  <a:pt x="7552" y="0"/>
                </a:moveTo>
                <a:cubicBezTo>
                  <a:pt x="5550" y="0"/>
                  <a:pt x="3628" y="797"/>
                  <a:pt x="2212" y="2213"/>
                </a:cubicBezTo>
                <a:cubicBezTo>
                  <a:pt x="796" y="3629"/>
                  <a:pt x="1" y="5549"/>
                  <a:pt x="1" y="7552"/>
                </a:cubicBezTo>
                <a:cubicBezTo>
                  <a:pt x="1" y="9555"/>
                  <a:pt x="796" y="11476"/>
                  <a:pt x="2212" y="12892"/>
                </a:cubicBezTo>
                <a:cubicBezTo>
                  <a:pt x="3628" y="14308"/>
                  <a:pt x="5550" y="15104"/>
                  <a:pt x="7552" y="15104"/>
                </a:cubicBezTo>
                <a:cubicBezTo>
                  <a:pt x="9555" y="15104"/>
                  <a:pt x="11475" y="14308"/>
                  <a:pt x="12892" y="12892"/>
                </a:cubicBezTo>
                <a:cubicBezTo>
                  <a:pt x="14308" y="11476"/>
                  <a:pt x="15104" y="9555"/>
                  <a:pt x="15104" y="7552"/>
                </a:cubicBezTo>
                <a:cubicBezTo>
                  <a:pt x="15104" y="5549"/>
                  <a:pt x="14308" y="3629"/>
                  <a:pt x="12892" y="2213"/>
                </a:cubicBezTo>
                <a:cubicBezTo>
                  <a:pt x="11475" y="797"/>
                  <a:pt x="9555" y="0"/>
                  <a:pt x="7552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2" name="Google Shape;582;p24"/>
          <p:cNvSpPr/>
          <p:nvPr/>
        </p:nvSpPr>
        <p:spPr>
          <a:xfrm rot="10800000">
            <a:off x="-1748220" y="4335066"/>
            <a:ext cx="2580797" cy="2580608"/>
          </a:xfrm>
          <a:custGeom>
            <a:avLst/>
            <a:gdLst/>
            <a:ahLst/>
            <a:cxnLst/>
            <a:rect l="l" t="t" r="r" b="b"/>
            <a:pathLst>
              <a:path w="10681" h="10680" extrusionOk="0">
                <a:moveTo>
                  <a:pt x="5340" y="1"/>
                </a:moveTo>
                <a:cubicBezTo>
                  <a:pt x="2391" y="1"/>
                  <a:pt x="0" y="2391"/>
                  <a:pt x="0" y="5340"/>
                </a:cubicBezTo>
                <a:cubicBezTo>
                  <a:pt x="0" y="8290"/>
                  <a:pt x="2391" y="10680"/>
                  <a:pt x="5340" y="10680"/>
                </a:cubicBezTo>
                <a:cubicBezTo>
                  <a:pt x="8289" y="10680"/>
                  <a:pt x="10680" y="8290"/>
                  <a:pt x="10680" y="5340"/>
                </a:cubicBezTo>
                <a:cubicBezTo>
                  <a:pt x="10680" y="2391"/>
                  <a:pt x="8289" y="1"/>
                  <a:pt x="5340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3" name="Google Shape;583;p24"/>
          <p:cNvSpPr/>
          <p:nvPr/>
        </p:nvSpPr>
        <p:spPr>
          <a:xfrm rot="10800000">
            <a:off x="8000462" y="4148461"/>
            <a:ext cx="1798415" cy="1638493"/>
          </a:xfrm>
          <a:custGeom>
            <a:avLst/>
            <a:gdLst/>
            <a:ahLst/>
            <a:cxnLst/>
            <a:rect l="l" t="t" r="r" b="b"/>
            <a:pathLst>
              <a:path w="7443" h="6781" extrusionOk="0">
                <a:moveTo>
                  <a:pt x="3721" y="1"/>
                </a:moveTo>
                <a:cubicBezTo>
                  <a:pt x="2854" y="1"/>
                  <a:pt x="1986" y="332"/>
                  <a:pt x="1325" y="993"/>
                </a:cubicBezTo>
                <a:cubicBezTo>
                  <a:pt x="1" y="2317"/>
                  <a:pt x="1" y="4464"/>
                  <a:pt x="1325" y="5788"/>
                </a:cubicBezTo>
                <a:cubicBezTo>
                  <a:pt x="1986" y="6449"/>
                  <a:pt x="2854" y="6780"/>
                  <a:pt x="3721" y="6780"/>
                </a:cubicBezTo>
                <a:cubicBezTo>
                  <a:pt x="4589" y="6780"/>
                  <a:pt x="5457" y="6449"/>
                  <a:pt x="6119" y="5788"/>
                </a:cubicBezTo>
                <a:cubicBezTo>
                  <a:pt x="7443" y="4464"/>
                  <a:pt x="7443" y="2317"/>
                  <a:pt x="6119" y="993"/>
                </a:cubicBezTo>
                <a:cubicBezTo>
                  <a:pt x="5457" y="332"/>
                  <a:pt x="4589" y="1"/>
                  <a:pt x="3721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4" name="Google Shape;584;p24"/>
          <p:cNvSpPr/>
          <p:nvPr/>
        </p:nvSpPr>
        <p:spPr>
          <a:xfrm rot="10800000">
            <a:off x="8546529" y="4646465"/>
            <a:ext cx="709894" cy="645394"/>
          </a:xfrm>
          <a:custGeom>
            <a:avLst/>
            <a:gdLst/>
            <a:ahLst/>
            <a:cxnLst/>
            <a:rect l="l" t="t" r="r" b="b"/>
            <a:pathLst>
              <a:path w="2938" h="2671" extrusionOk="0">
                <a:moveTo>
                  <a:pt x="1468" y="1"/>
                </a:moveTo>
                <a:cubicBezTo>
                  <a:pt x="863" y="1"/>
                  <a:pt x="315" y="415"/>
                  <a:pt x="170" y="1030"/>
                </a:cubicBezTo>
                <a:cubicBezTo>
                  <a:pt x="1" y="1746"/>
                  <a:pt x="446" y="2465"/>
                  <a:pt x="1163" y="2635"/>
                </a:cubicBezTo>
                <a:cubicBezTo>
                  <a:pt x="1266" y="2659"/>
                  <a:pt x="1370" y="2671"/>
                  <a:pt x="1472" y="2671"/>
                </a:cubicBezTo>
                <a:cubicBezTo>
                  <a:pt x="2076" y="2671"/>
                  <a:pt x="2624" y="2257"/>
                  <a:pt x="2769" y="1643"/>
                </a:cubicBezTo>
                <a:cubicBezTo>
                  <a:pt x="2937" y="925"/>
                  <a:pt x="2494" y="206"/>
                  <a:pt x="1776" y="37"/>
                </a:cubicBezTo>
                <a:cubicBezTo>
                  <a:pt x="1673" y="12"/>
                  <a:pt x="1570" y="1"/>
                  <a:pt x="146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585" name="Google Shape;585;p24"/>
          <p:cNvSpPr/>
          <p:nvPr/>
        </p:nvSpPr>
        <p:spPr>
          <a:xfrm rot="10800000">
            <a:off x="7807425" y="155056"/>
            <a:ext cx="437341" cy="406663"/>
          </a:xfrm>
          <a:custGeom>
            <a:avLst/>
            <a:gdLst/>
            <a:ahLst/>
            <a:cxnLst/>
            <a:rect l="l" t="t" r="r" b="b"/>
            <a:pathLst>
              <a:path w="1810" h="1683" extrusionOk="0">
                <a:moveTo>
                  <a:pt x="906" y="0"/>
                </a:moveTo>
                <a:cubicBezTo>
                  <a:pt x="501" y="0"/>
                  <a:pt x="142" y="294"/>
                  <a:pt x="76" y="707"/>
                </a:cubicBezTo>
                <a:cubicBezTo>
                  <a:pt x="1" y="1166"/>
                  <a:pt x="312" y="1598"/>
                  <a:pt x="771" y="1671"/>
                </a:cubicBezTo>
                <a:cubicBezTo>
                  <a:pt x="817" y="1679"/>
                  <a:pt x="863" y="1683"/>
                  <a:pt x="908" y="1683"/>
                </a:cubicBezTo>
                <a:cubicBezTo>
                  <a:pt x="1312" y="1683"/>
                  <a:pt x="1669" y="1389"/>
                  <a:pt x="1736" y="977"/>
                </a:cubicBezTo>
                <a:cubicBezTo>
                  <a:pt x="1810" y="518"/>
                  <a:pt x="1499" y="86"/>
                  <a:pt x="1040" y="11"/>
                </a:cubicBezTo>
                <a:cubicBezTo>
                  <a:pt x="995" y="4"/>
                  <a:pt x="950" y="0"/>
                  <a:pt x="906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6" name="Google Shape;586;p24"/>
          <p:cNvSpPr/>
          <p:nvPr/>
        </p:nvSpPr>
        <p:spPr>
          <a:xfrm rot="10800000">
            <a:off x="9292932" y="1123636"/>
            <a:ext cx="447490" cy="406905"/>
          </a:xfrm>
          <a:custGeom>
            <a:avLst/>
            <a:gdLst/>
            <a:ahLst/>
            <a:cxnLst/>
            <a:rect l="l" t="t" r="r" b="b"/>
            <a:pathLst>
              <a:path w="1852" h="1684" extrusionOk="0">
                <a:moveTo>
                  <a:pt x="925" y="1"/>
                </a:moveTo>
                <a:cubicBezTo>
                  <a:pt x="544" y="1"/>
                  <a:pt x="199" y="261"/>
                  <a:pt x="107" y="649"/>
                </a:cubicBezTo>
                <a:cubicBezTo>
                  <a:pt x="1" y="1101"/>
                  <a:pt x="280" y="1554"/>
                  <a:pt x="732" y="1660"/>
                </a:cubicBezTo>
                <a:cubicBezTo>
                  <a:pt x="798" y="1676"/>
                  <a:pt x="863" y="1683"/>
                  <a:pt x="927" y="1683"/>
                </a:cubicBezTo>
                <a:cubicBezTo>
                  <a:pt x="1307" y="1683"/>
                  <a:pt x="1653" y="1422"/>
                  <a:pt x="1744" y="1035"/>
                </a:cubicBezTo>
                <a:cubicBezTo>
                  <a:pt x="1851" y="583"/>
                  <a:pt x="1570" y="131"/>
                  <a:pt x="1118" y="23"/>
                </a:cubicBezTo>
                <a:cubicBezTo>
                  <a:pt x="1053" y="8"/>
                  <a:pt x="989" y="1"/>
                  <a:pt x="925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7" name="Google Shape;587;p24"/>
          <p:cNvSpPr/>
          <p:nvPr/>
        </p:nvSpPr>
        <p:spPr>
          <a:xfrm rot="10800000">
            <a:off x="7505802" y="-27869"/>
            <a:ext cx="213355" cy="182914"/>
          </a:xfrm>
          <a:custGeom>
            <a:avLst/>
            <a:gdLst/>
            <a:ahLst/>
            <a:cxnLst/>
            <a:rect l="l" t="t" r="r" b="b"/>
            <a:pathLst>
              <a:path w="883" h="757" extrusionOk="0">
                <a:moveTo>
                  <a:pt x="505" y="1"/>
                </a:moveTo>
                <a:cubicBezTo>
                  <a:pt x="169" y="1"/>
                  <a:pt x="1" y="407"/>
                  <a:pt x="239" y="645"/>
                </a:cubicBezTo>
                <a:cubicBezTo>
                  <a:pt x="316" y="722"/>
                  <a:pt x="410" y="756"/>
                  <a:pt x="503" y="756"/>
                </a:cubicBezTo>
                <a:cubicBezTo>
                  <a:pt x="697" y="756"/>
                  <a:pt x="883" y="606"/>
                  <a:pt x="883" y="378"/>
                </a:cubicBezTo>
                <a:cubicBezTo>
                  <a:pt x="883" y="169"/>
                  <a:pt x="715" y="1"/>
                  <a:pt x="50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8" name="Google Shape;588;p24"/>
          <p:cNvSpPr/>
          <p:nvPr/>
        </p:nvSpPr>
        <p:spPr>
          <a:xfrm rot="10800000">
            <a:off x="8712268" y="2968928"/>
            <a:ext cx="1962720" cy="1788304"/>
          </a:xfrm>
          <a:custGeom>
            <a:avLst/>
            <a:gdLst/>
            <a:ahLst/>
            <a:cxnLst/>
            <a:rect l="l" t="t" r="r" b="b"/>
            <a:pathLst>
              <a:path w="8123" h="7401" extrusionOk="0">
                <a:moveTo>
                  <a:pt x="4061" y="1"/>
                </a:moveTo>
                <a:cubicBezTo>
                  <a:pt x="3115" y="1"/>
                  <a:pt x="2168" y="362"/>
                  <a:pt x="1446" y="1085"/>
                </a:cubicBezTo>
                <a:cubicBezTo>
                  <a:pt x="0" y="2529"/>
                  <a:pt x="0" y="4871"/>
                  <a:pt x="1446" y="6317"/>
                </a:cubicBezTo>
                <a:cubicBezTo>
                  <a:pt x="2168" y="7039"/>
                  <a:pt x="3115" y="7400"/>
                  <a:pt x="4061" y="7400"/>
                </a:cubicBezTo>
                <a:cubicBezTo>
                  <a:pt x="5008" y="7400"/>
                  <a:pt x="5955" y="7039"/>
                  <a:pt x="6678" y="6317"/>
                </a:cubicBezTo>
                <a:cubicBezTo>
                  <a:pt x="8122" y="4871"/>
                  <a:pt x="8122" y="2529"/>
                  <a:pt x="6678" y="1085"/>
                </a:cubicBezTo>
                <a:cubicBezTo>
                  <a:pt x="5955" y="362"/>
                  <a:pt x="5008" y="1"/>
                  <a:pt x="406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9" name="Google Shape;589;p24"/>
          <p:cNvSpPr/>
          <p:nvPr/>
        </p:nvSpPr>
        <p:spPr>
          <a:xfrm rot="10800000">
            <a:off x="1367062" y="-488345"/>
            <a:ext cx="491465" cy="491475"/>
          </a:xfrm>
          <a:custGeom>
            <a:avLst/>
            <a:gdLst/>
            <a:ahLst/>
            <a:cxnLst/>
            <a:rect l="l" t="t" r="r" b="b"/>
            <a:pathLst>
              <a:path w="2034" h="2034" extrusionOk="0">
                <a:moveTo>
                  <a:pt x="1017" y="1"/>
                </a:moveTo>
                <a:cubicBezTo>
                  <a:pt x="456" y="1"/>
                  <a:pt x="1" y="456"/>
                  <a:pt x="1" y="1017"/>
                </a:cubicBezTo>
                <a:cubicBezTo>
                  <a:pt x="1" y="1578"/>
                  <a:pt x="456" y="2034"/>
                  <a:pt x="1017" y="2034"/>
                </a:cubicBezTo>
                <a:cubicBezTo>
                  <a:pt x="1578" y="2034"/>
                  <a:pt x="2033" y="1578"/>
                  <a:pt x="2033" y="1017"/>
                </a:cubicBezTo>
                <a:cubicBezTo>
                  <a:pt x="2033" y="456"/>
                  <a:pt x="1578" y="1"/>
                  <a:pt x="101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0" name="Google Shape;590;p24"/>
          <p:cNvSpPr/>
          <p:nvPr/>
        </p:nvSpPr>
        <p:spPr>
          <a:xfrm rot="10800000">
            <a:off x="-342713" y="-829538"/>
            <a:ext cx="1305500" cy="1305527"/>
          </a:xfrm>
          <a:custGeom>
            <a:avLst/>
            <a:gdLst/>
            <a:ahLst/>
            <a:cxnLst/>
            <a:rect l="l" t="t" r="r" b="b"/>
            <a:pathLst>
              <a:path w="5403" h="5403" extrusionOk="0">
                <a:moveTo>
                  <a:pt x="2701" y="1"/>
                </a:moveTo>
                <a:cubicBezTo>
                  <a:pt x="1210" y="1"/>
                  <a:pt x="1" y="1210"/>
                  <a:pt x="1" y="2701"/>
                </a:cubicBezTo>
                <a:cubicBezTo>
                  <a:pt x="1" y="4193"/>
                  <a:pt x="1210" y="5402"/>
                  <a:pt x="2701" y="5402"/>
                </a:cubicBezTo>
                <a:cubicBezTo>
                  <a:pt x="4193" y="5402"/>
                  <a:pt x="5402" y="4193"/>
                  <a:pt x="5402" y="2701"/>
                </a:cubicBezTo>
                <a:cubicBezTo>
                  <a:pt x="5402" y="1210"/>
                  <a:pt x="4193" y="1"/>
                  <a:pt x="2701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1" name="Google Shape;591;p24"/>
          <p:cNvSpPr/>
          <p:nvPr/>
        </p:nvSpPr>
        <p:spPr>
          <a:xfrm rot="10800000">
            <a:off x="-471146" y="3292440"/>
            <a:ext cx="1043095" cy="1042633"/>
          </a:xfrm>
          <a:custGeom>
            <a:avLst/>
            <a:gdLst/>
            <a:ahLst/>
            <a:cxnLst/>
            <a:rect l="l" t="t" r="r" b="b"/>
            <a:pathLst>
              <a:path w="4317" h="4315" extrusionOk="0">
                <a:moveTo>
                  <a:pt x="2159" y="0"/>
                </a:moveTo>
                <a:cubicBezTo>
                  <a:pt x="967" y="0"/>
                  <a:pt x="1" y="966"/>
                  <a:pt x="1" y="2157"/>
                </a:cubicBezTo>
                <a:cubicBezTo>
                  <a:pt x="1" y="3348"/>
                  <a:pt x="967" y="4314"/>
                  <a:pt x="2159" y="4314"/>
                </a:cubicBezTo>
                <a:cubicBezTo>
                  <a:pt x="3350" y="4314"/>
                  <a:pt x="4316" y="3348"/>
                  <a:pt x="4316" y="2157"/>
                </a:cubicBezTo>
                <a:cubicBezTo>
                  <a:pt x="4316" y="966"/>
                  <a:pt x="3350" y="0"/>
                  <a:pt x="215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2" name="Google Shape;592;p24"/>
          <p:cNvSpPr/>
          <p:nvPr/>
        </p:nvSpPr>
        <p:spPr>
          <a:xfrm rot="10800000">
            <a:off x="4652786" y="-410529"/>
            <a:ext cx="772717" cy="680913"/>
          </a:xfrm>
          <a:custGeom>
            <a:avLst/>
            <a:gdLst/>
            <a:ahLst/>
            <a:cxnLst/>
            <a:rect l="l" t="t" r="r" b="b"/>
            <a:pathLst>
              <a:path w="3198" h="2818" extrusionOk="0">
                <a:moveTo>
                  <a:pt x="1598" y="1"/>
                </a:moveTo>
                <a:cubicBezTo>
                  <a:pt x="1419" y="1"/>
                  <a:pt x="1236" y="35"/>
                  <a:pt x="1060" y="108"/>
                </a:cubicBezTo>
                <a:cubicBezTo>
                  <a:pt x="342" y="406"/>
                  <a:pt x="1" y="1229"/>
                  <a:pt x="298" y="1948"/>
                </a:cubicBezTo>
                <a:cubicBezTo>
                  <a:pt x="523" y="2490"/>
                  <a:pt x="1047" y="2817"/>
                  <a:pt x="1600" y="2817"/>
                </a:cubicBezTo>
                <a:cubicBezTo>
                  <a:pt x="1779" y="2817"/>
                  <a:pt x="1961" y="2783"/>
                  <a:pt x="2137" y="2710"/>
                </a:cubicBezTo>
                <a:cubicBezTo>
                  <a:pt x="2856" y="2413"/>
                  <a:pt x="3198" y="1589"/>
                  <a:pt x="2900" y="870"/>
                </a:cubicBezTo>
                <a:cubicBezTo>
                  <a:pt x="2676" y="328"/>
                  <a:pt x="2151" y="1"/>
                  <a:pt x="1598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3" name="Google Shape;593;p24"/>
          <p:cNvSpPr/>
          <p:nvPr/>
        </p:nvSpPr>
        <p:spPr>
          <a:xfrm rot="10800000">
            <a:off x="-324115" y="959124"/>
            <a:ext cx="749037" cy="680672"/>
          </a:xfrm>
          <a:custGeom>
            <a:avLst/>
            <a:gdLst/>
            <a:ahLst/>
            <a:cxnLst/>
            <a:rect l="l" t="t" r="r" b="b"/>
            <a:pathLst>
              <a:path w="3100" h="2817" extrusionOk="0">
                <a:moveTo>
                  <a:pt x="1549" y="0"/>
                </a:moveTo>
                <a:cubicBezTo>
                  <a:pt x="910" y="0"/>
                  <a:pt x="332" y="437"/>
                  <a:pt x="179" y="1085"/>
                </a:cubicBezTo>
                <a:cubicBezTo>
                  <a:pt x="1" y="1842"/>
                  <a:pt x="470" y="2600"/>
                  <a:pt x="1227" y="2778"/>
                </a:cubicBezTo>
                <a:cubicBezTo>
                  <a:pt x="1335" y="2804"/>
                  <a:pt x="1444" y="2816"/>
                  <a:pt x="1551" y="2816"/>
                </a:cubicBezTo>
                <a:cubicBezTo>
                  <a:pt x="2189" y="2816"/>
                  <a:pt x="2766" y="2380"/>
                  <a:pt x="2919" y="1732"/>
                </a:cubicBezTo>
                <a:cubicBezTo>
                  <a:pt x="3099" y="974"/>
                  <a:pt x="2630" y="216"/>
                  <a:pt x="1873" y="38"/>
                </a:cubicBezTo>
                <a:cubicBezTo>
                  <a:pt x="1764" y="12"/>
                  <a:pt x="1656" y="0"/>
                  <a:pt x="1549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4" name="Google Shape;594;p24"/>
          <p:cNvSpPr/>
          <p:nvPr/>
        </p:nvSpPr>
        <p:spPr>
          <a:xfrm>
            <a:off x="-4232500" y="226276"/>
            <a:ext cx="5518357" cy="680924"/>
          </a:xfrm>
          <a:custGeom>
            <a:avLst/>
            <a:gdLst/>
            <a:ahLst/>
            <a:cxnLst/>
            <a:rect l="l" t="t" r="r" b="b"/>
            <a:pathLst>
              <a:path w="52006" h="6417" extrusionOk="0">
                <a:moveTo>
                  <a:pt x="42454" y="0"/>
                </a:moveTo>
                <a:cubicBezTo>
                  <a:pt x="42391" y="0"/>
                  <a:pt x="42321" y="45"/>
                  <a:pt x="42319" y="120"/>
                </a:cubicBezTo>
                <a:cubicBezTo>
                  <a:pt x="42277" y="1651"/>
                  <a:pt x="42138" y="3177"/>
                  <a:pt x="41904" y="4690"/>
                </a:cubicBezTo>
                <a:cubicBezTo>
                  <a:pt x="41880" y="4844"/>
                  <a:pt x="41860" y="5002"/>
                  <a:pt x="41827" y="5154"/>
                </a:cubicBezTo>
                <a:cubicBezTo>
                  <a:pt x="41780" y="5374"/>
                  <a:pt x="41690" y="5467"/>
                  <a:pt x="41454" y="5494"/>
                </a:cubicBezTo>
                <a:cubicBezTo>
                  <a:pt x="41353" y="5505"/>
                  <a:pt x="41249" y="5510"/>
                  <a:pt x="41144" y="5510"/>
                </a:cubicBezTo>
                <a:cubicBezTo>
                  <a:pt x="40842" y="5510"/>
                  <a:pt x="40528" y="5475"/>
                  <a:pt x="40236" y="5468"/>
                </a:cubicBezTo>
                <a:cubicBezTo>
                  <a:pt x="39562" y="5455"/>
                  <a:pt x="38885" y="5461"/>
                  <a:pt x="38211" y="5421"/>
                </a:cubicBezTo>
                <a:cubicBezTo>
                  <a:pt x="37272" y="5364"/>
                  <a:pt x="35982" y="5155"/>
                  <a:pt x="35616" y="4138"/>
                </a:cubicBezTo>
                <a:cubicBezTo>
                  <a:pt x="35480" y="3758"/>
                  <a:pt x="35449" y="3192"/>
                  <a:pt x="34969" y="3077"/>
                </a:cubicBezTo>
                <a:cubicBezTo>
                  <a:pt x="34920" y="3065"/>
                  <a:pt x="34872" y="3060"/>
                  <a:pt x="34826" y="3060"/>
                </a:cubicBezTo>
                <a:cubicBezTo>
                  <a:pt x="34420" y="3060"/>
                  <a:pt x="34115" y="3486"/>
                  <a:pt x="33900" y="3785"/>
                </a:cubicBezTo>
                <a:cubicBezTo>
                  <a:pt x="33107" y="4883"/>
                  <a:pt x="31914" y="5624"/>
                  <a:pt x="30580" y="5847"/>
                </a:cubicBezTo>
                <a:lnTo>
                  <a:pt x="30580" y="5847"/>
                </a:lnTo>
                <a:cubicBezTo>
                  <a:pt x="30238" y="4003"/>
                  <a:pt x="30018" y="2139"/>
                  <a:pt x="29920" y="267"/>
                </a:cubicBezTo>
                <a:cubicBezTo>
                  <a:pt x="29916" y="194"/>
                  <a:pt x="29845" y="148"/>
                  <a:pt x="29782" y="148"/>
                </a:cubicBezTo>
                <a:cubicBezTo>
                  <a:pt x="29734" y="148"/>
                  <a:pt x="29690" y="174"/>
                  <a:pt x="29681" y="235"/>
                </a:cubicBezTo>
                <a:cubicBezTo>
                  <a:pt x="29447" y="1836"/>
                  <a:pt x="29218" y="3436"/>
                  <a:pt x="28980" y="5035"/>
                </a:cubicBezTo>
                <a:cubicBezTo>
                  <a:pt x="28945" y="5263"/>
                  <a:pt x="28949" y="5470"/>
                  <a:pt x="28664" y="5505"/>
                </a:cubicBezTo>
                <a:cubicBezTo>
                  <a:pt x="28629" y="5509"/>
                  <a:pt x="28594" y="5510"/>
                  <a:pt x="28558" y="5510"/>
                </a:cubicBezTo>
                <a:cubicBezTo>
                  <a:pt x="28430" y="5510"/>
                  <a:pt x="28293" y="5491"/>
                  <a:pt x="28172" y="5487"/>
                </a:cubicBezTo>
                <a:lnTo>
                  <a:pt x="26895" y="5435"/>
                </a:lnTo>
                <a:cubicBezTo>
                  <a:pt x="26173" y="5405"/>
                  <a:pt x="25432" y="5418"/>
                  <a:pt x="24716" y="5316"/>
                </a:cubicBezTo>
                <a:cubicBezTo>
                  <a:pt x="24122" y="5229"/>
                  <a:pt x="23557" y="5016"/>
                  <a:pt x="23222" y="4492"/>
                </a:cubicBezTo>
                <a:cubicBezTo>
                  <a:pt x="22970" y="4100"/>
                  <a:pt x="22818" y="3609"/>
                  <a:pt x="22456" y="3298"/>
                </a:cubicBezTo>
                <a:cubicBezTo>
                  <a:pt x="22284" y="3150"/>
                  <a:pt x="22083" y="3079"/>
                  <a:pt x="21880" y="3079"/>
                </a:cubicBezTo>
                <a:cubicBezTo>
                  <a:pt x="21671" y="3079"/>
                  <a:pt x="21461" y="3154"/>
                  <a:pt x="21281" y="3296"/>
                </a:cubicBezTo>
                <a:cubicBezTo>
                  <a:pt x="20822" y="3654"/>
                  <a:pt x="20691" y="4226"/>
                  <a:pt x="20426" y="4716"/>
                </a:cubicBezTo>
                <a:cubicBezTo>
                  <a:pt x="20258" y="5027"/>
                  <a:pt x="20027" y="5267"/>
                  <a:pt x="19679" y="5361"/>
                </a:cubicBezTo>
                <a:cubicBezTo>
                  <a:pt x="19392" y="5437"/>
                  <a:pt x="19090" y="5431"/>
                  <a:pt x="18797" y="5435"/>
                </a:cubicBezTo>
                <a:cubicBezTo>
                  <a:pt x="18366" y="5440"/>
                  <a:pt x="17925" y="5461"/>
                  <a:pt x="17596" y="5728"/>
                </a:cubicBezTo>
                <a:lnTo>
                  <a:pt x="17596" y="5728"/>
                </a:lnTo>
                <a:cubicBezTo>
                  <a:pt x="17258" y="4031"/>
                  <a:pt x="17058" y="2308"/>
                  <a:pt x="17001" y="578"/>
                </a:cubicBezTo>
                <a:cubicBezTo>
                  <a:pt x="16998" y="504"/>
                  <a:pt x="16929" y="459"/>
                  <a:pt x="16866" y="459"/>
                </a:cubicBezTo>
                <a:cubicBezTo>
                  <a:pt x="16817" y="459"/>
                  <a:pt x="16773" y="485"/>
                  <a:pt x="16763" y="545"/>
                </a:cubicBezTo>
                <a:lnTo>
                  <a:pt x="16757" y="578"/>
                </a:lnTo>
                <a:lnTo>
                  <a:pt x="16757" y="578"/>
                </a:lnTo>
                <a:lnTo>
                  <a:pt x="16756" y="578"/>
                </a:lnTo>
                <a:lnTo>
                  <a:pt x="16756" y="578"/>
                </a:lnTo>
                <a:cubicBezTo>
                  <a:pt x="16756" y="579"/>
                  <a:pt x="16756" y="581"/>
                  <a:pt x="16756" y="582"/>
                </a:cubicBezTo>
                <a:lnTo>
                  <a:pt x="16756" y="582"/>
                </a:lnTo>
                <a:lnTo>
                  <a:pt x="16331" y="3057"/>
                </a:lnTo>
                <a:lnTo>
                  <a:pt x="16141" y="4162"/>
                </a:lnTo>
                <a:lnTo>
                  <a:pt x="16037" y="4765"/>
                </a:lnTo>
                <a:cubicBezTo>
                  <a:pt x="16004" y="4963"/>
                  <a:pt x="15994" y="5190"/>
                  <a:pt x="15921" y="5378"/>
                </a:cubicBezTo>
                <a:cubicBezTo>
                  <a:pt x="15854" y="5550"/>
                  <a:pt x="15724" y="5605"/>
                  <a:pt x="15575" y="5605"/>
                </a:cubicBezTo>
                <a:cubicBezTo>
                  <a:pt x="15377" y="5605"/>
                  <a:pt x="15145" y="5509"/>
                  <a:pt x="14979" y="5465"/>
                </a:cubicBezTo>
                <a:cubicBezTo>
                  <a:pt x="14624" y="5370"/>
                  <a:pt x="14255" y="5339"/>
                  <a:pt x="13888" y="5339"/>
                </a:cubicBezTo>
                <a:cubicBezTo>
                  <a:pt x="13866" y="5339"/>
                  <a:pt x="13843" y="5339"/>
                  <a:pt x="13821" y="5339"/>
                </a:cubicBezTo>
                <a:cubicBezTo>
                  <a:pt x="13302" y="5343"/>
                  <a:pt x="12776" y="5411"/>
                  <a:pt x="12254" y="5411"/>
                </a:cubicBezTo>
                <a:cubicBezTo>
                  <a:pt x="12040" y="5411"/>
                  <a:pt x="11827" y="5399"/>
                  <a:pt x="11616" y="5368"/>
                </a:cubicBezTo>
                <a:cubicBezTo>
                  <a:pt x="11061" y="5285"/>
                  <a:pt x="10475" y="5069"/>
                  <a:pt x="10091" y="4643"/>
                </a:cubicBezTo>
                <a:cubicBezTo>
                  <a:pt x="9897" y="4427"/>
                  <a:pt x="9787" y="4173"/>
                  <a:pt x="9743" y="3888"/>
                </a:cubicBezTo>
                <a:cubicBezTo>
                  <a:pt x="9707" y="3654"/>
                  <a:pt x="9705" y="3394"/>
                  <a:pt x="9578" y="3185"/>
                </a:cubicBezTo>
                <a:cubicBezTo>
                  <a:pt x="9464" y="2998"/>
                  <a:pt x="9299" y="2929"/>
                  <a:pt x="9120" y="2929"/>
                </a:cubicBezTo>
                <a:cubicBezTo>
                  <a:pt x="8862" y="2929"/>
                  <a:pt x="8574" y="3073"/>
                  <a:pt x="8373" y="3214"/>
                </a:cubicBezTo>
                <a:cubicBezTo>
                  <a:pt x="7958" y="3505"/>
                  <a:pt x="7656" y="3918"/>
                  <a:pt x="7338" y="4305"/>
                </a:cubicBezTo>
                <a:cubicBezTo>
                  <a:pt x="6905" y="4830"/>
                  <a:pt x="6468" y="5230"/>
                  <a:pt x="5767" y="5318"/>
                </a:cubicBezTo>
                <a:cubicBezTo>
                  <a:pt x="5358" y="5369"/>
                  <a:pt x="4797" y="5459"/>
                  <a:pt x="4526" y="5787"/>
                </a:cubicBezTo>
                <a:lnTo>
                  <a:pt x="4526" y="5787"/>
                </a:lnTo>
                <a:cubicBezTo>
                  <a:pt x="4284" y="4322"/>
                  <a:pt x="4115" y="2847"/>
                  <a:pt x="4017" y="1366"/>
                </a:cubicBezTo>
                <a:lnTo>
                  <a:pt x="4017" y="1366"/>
                </a:lnTo>
                <a:cubicBezTo>
                  <a:pt x="4013" y="1145"/>
                  <a:pt x="4000" y="925"/>
                  <a:pt x="3979" y="705"/>
                </a:cubicBezTo>
                <a:lnTo>
                  <a:pt x="3979" y="705"/>
                </a:lnTo>
                <a:cubicBezTo>
                  <a:pt x="3978" y="695"/>
                  <a:pt x="3978" y="685"/>
                  <a:pt x="3977" y="675"/>
                </a:cubicBezTo>
                <a:lnTo>
                  <a:pt x="3976" y="675"/>
                </a:lnTo>
                <a:cubicBezTo>
                  <a:pt x="3968" y="599"/>
                  <a:pt x="3905" y="560"/>
                  <a:pt x="3845" y="560"/>
                </a:cubicBezTo>
                <a:cubicBezTo>
                  <a:pt x="3786" y="560"/>
                  <a:pt x="3730" y="598"/>
                  <a:pt x="3734" y="676"/>
                </a:cubicBezTo>
                <a:cubicBezTo>
                  <a:pt x="3747" y="925"/>
                  <a:pt x="3761" y="1173"/>
                  <a:pt x="3778" y="1421"/>
                </a:cubicBezTo>
                <a:lnTo>
                  <a:pt x="3778" y="1421"/>
                </a:lnTo>
                <a:cubicBezTo>
                  <a:pt x="3786" y="1975"/>
                  <a:pt x="3742" y="2529"/>
                  <a:pt x="3645" y="3076"/>
                </a:cubicBezTo>
                <a:cubicBezTo>
                  <a:pt x="3513" y="3816"/>
                  <a:pt x="3310" y="4663"/>
                  <a:pt x="2910" y="5307"/>
                </a:cubicBezTo>
                <a:cubicBezTo>
                  <a:pt x="2725" y="5605"/>
                  <a:pt x="2489" y="5702"/>
                  <a:pt x="2225" y="5702"/>
                </a:cubicBezTo>
                <a:cubicBezTo>
                  <a:pt x="1744" y="5702"/>
                  <a:pt x="1174" y="5382"/>
                  <a:pt x="661" y="5382"/>
                </a:cubicBezTo>
                <a:cubicBezTo>
                  <a:pt x="462" y="5382"/>
                  <a:pt x="271" y="5430"/>
                  <a:pt x="98" y="5565"/>
                </a:cubicBezTo>
                <a:cubicBezTo>
                  <a:pt x="0" y="5641"/>
                  <a:pt x="89" y="5765"/>
                  <a:pt x="191" y="5765"/>
                </a:cubicBezTo>
                <a:cubicBezTo>
                  <a:pt x="217" y="5765"/>
                  <a:pt x="245" y="5757"/>
                  <a:pt x="270" y="5737"/>
                </a:cubicBezTo>
                <a:lnTo>
                  <a:pt x="268" y="5737"/>
                </a:lnTo>
                <a:cubicBezTo>
                  <a:pt x="398" y="5636"/>
                  <a:pt x="547" y="5599"/>
                  <a:pt x="705" y="5599"/>
                </a:cubicBezTo>
                <a:cubicBezTo>
                  <a:pt x="1098" y="5599"/>
                  <a:pt x="1547" y="5831"/>
                  <a:pt x="1886" y="5904"/>
                </a:cubicBezTo>
                <a:cubicBezTo>
                  <a:pt x="1999" y="5928"/>
                  <a:pt x="2108" y="5940"/>
                  <a:pt x="2212" y="5940"/>
                </a:cubicBezTo>
                <a:cubicBezTo>
                  <a:pt x="2611" y="5940"/>
                  <a:pt x="2940" y="5761"/>
                  <a:pt x="3159" y="5360"/>
                </a:cubicBezTo>
                <a:cubicBezTo>
                  <a:pt x="3526" y="4685"/>
                  <a:pt x="3742" y="3893"/>
                  <a:pt x="3878" y="3141"/>
                </a:cubicBezTo>
                <a:cubicBezTo>
                  <a:pt x="3888" y="3083"/>
                  <a:pt x="3898" y="3024"/>
                  <a:pt x="3907" y="2966"/>
                </a:cubicBezTo>
                <a:lnTo>
                  <a:pt x="3907" y="2966"/>
                </a:lnTo>
                <a:cubicBezTo>
                  <a:pt x="4021" y="4092"/>
                  <a:pt x="4176" y="5214"/>
                  <a:pt x="4372" y="6330"/>
                </a:cubicBezTo>
                <a:cubicBezTo>
                  <a:pt x="4382" y="6389"/>
                  <a:pt x="4431" y="6416"/>
                  <a:pt x="4482" y="6416"/>
                </a:cubicBezTo>
                <a:cubicBezTo>
                  <a:pt x="4546" y="6416"/>
                  <a:pt x="4613" y="6373"/>
                  <a:pt x="4610" y="6297"/>
                </a:cubicBezTo>
                <a:cubicBezTo>
                  <a:pt x="4571" y="5468"/>
                  <a:pt x="5855" y="5629"/>
                  <a:pt x="6362" y="5431"/>
                </a:cubicBezTo>
                <a:cubicBezTo>
                  <a:pt x="6817" y="5255"/>
                  <a:pt x="7161" y="4894"/>
                  <a:pt x="7467" y="4526"/>
                </a:cubicBezTo>
                <a:cubicBezTo>
                  <a:pt x="7798" y="4129"/>
                  <a:pt x="8106" y="3679"/>
                  <a:pt x="8546" y="3390"/>
                </a:cubicBezTo>
                <a:cubicBezTo>
                  <a:pt x="8695" y="3292"/>
                  <a:pt x="8913" y="3174"/>
                  <a:pt x="9099" y="3174"/>
                </a:cubicBezTo>
                <a:cubicBezTo>
                  <a:pt x="9226" y="3174"/>
                  <a:pt x="9339" y="3229"/>
                  <a:pt x="9405" y="3384"/>
                </a:cubicBezTo>
                <a:cubicBezTo>
                  <a:pt x="9505" y="3622"/>
                  <a:pt x="9481" y="3899"/>
                  <a:pt x="9547" y="4146"/>
                </a:cubicBezTo>
                <a:cubicBezTo>
                  <a:pt x="9821" y="5180"/>
                  <a:pt x="11034" y="5608"/>
                  <a:pt x="11995" y="5644"/>
                </a:cubicBezTo>
                <a:cubicBezTo>
                  <a:pt x="12071" y="5647"/>
                  <a:pt x="12147" y="5649"/>
                  <a:pt x="12223" y="5649"/>
                </a:cubicBezTo>
                <a:cubicBezTo>
                  <a:pt x="12773" y="5649"/>
                  <a:pt x="13322" y="5581"/>
                  <a:pt x="13871" y="5581"/>
                </a:cubicBezTo>
                <a:cubicBezTo>
                  <a:pt x="14012" y="5581"/>
                  <a:pt x="14153" y="5585"/>
                  <a:pt x="14294" y="5596"/>
                </a:cubicBezTo>
                <a:cubicBezTo>
                  <a:pt x="14646" y="5624"/>
                  <a:pt x="14960" y="5734"/>
                  <a:pt x="15300" y="5809"/>
                </a:cubicBezTo>
                <a:cubicBezTo>
                  <a:pt x="15394" y="5830"/>
                  <a:pt x="15493" y="5845"/>
                  <a:pt x="15590" y="5845"/>
                </a:cubicBezTo>
                <a:cubicBezTo>
                  <a:pt x="15749" y="5845"/>
                  <a:pt x="15903" y="5804"/>
                  <a:pt x="16020" y="5679"/>
                </a:cubicBezTo>
                <a:cubicBezTo>
                  <a:pt x="16238" y="5450"/>
                  <a:pt x="16238" y="5021"/>
                  <a:pt x="16288" y="4729"/>
                </a:cubicBezTo>
                <a:lnTo>
                  <a:pt x="16529" y="3323"/>
                </a:lnTo>
                <a:lnTo>
                  <a:pt x="16812" y="1675"/>
                </a:lnTo>
                <a:lnTo>
                  <a:pt x="16812" y="1675"/>
                </a:lnTo>
                <a:cubicBezTo>
                  <a:pt x="16912" y="3130"/>
                  <a:pt x="17110" y="4577"/>
                  <a:pt x="17405" y="6006"/>
                </a:cubicBezTo>
                <a:cubicBezTo>
                  <a:pt x="17418" y="6066"/>
                  <a:pt x="17462" y="6091"/>
                  <a:pt x="17510" y="6091"/>
                </a:cubicBezTo>
                <a:cubicBezTo>
                  <a:pt x="17554" y="6091"/>
                  <a:pt x="17599" y="6070"/>
                  <a:pt x="17626" y="6035"/>
                </a:cubicBezTo>
                <a:cubicBezTo>
                  <a:pt x="17881" y="5699"/>
                  <a:pt x="18325" y="5673"/>
                  <a:pt x="18739" y="5673"/>
                </a:cubicBezTo>
                <a:cubicBezTo>
                  <a:pt x="18815" y="5673"/>
                  <a:pt x="18890" y="5674"/>
                  <a:pt x="18962" y="5674"/>
                </a:cubicBezTo>
                <a:cubicBezTo>
                  <a:pt x="19020" y="5674"/>
                  <a:pt x="19076" y="5673"/>
                  <a:pt x="19130" y="5671"/>
                </a:cubicBezTo>
                <a:cubicBezTo>
                  <a:pt x="19628" y="5653"/>
                  <a:pt x="20108" y="5552"/>
                  <a:pt x="20435" y="5144"/>
                </a:cubicBezTo>
                <a:cubicBezTo>
                  <a:pt x="20805" y="4681"/>
                  <a:pt x="20883" y="4049"/>
                  <a:pt x="21293" y="3611"/>
                </a:cubicBezTo>
                <a:cubicBezTo>
                  <a:pt x="21450" y="3445"/>
                  <a:pt x="21658" y="3316"/>
                  <a:pt x="21882" y="3316"/>
                </a:cubicBezTo>
                <a:cubicBezTo>
                  <a:pt x="21947" y="3316"/>
                  <a:pt x="22012" y="3327"/>
                  <a:pt x="22079" y="3350"/>
                </a:cubicBezTo>
                <a:cubicBezTo>
                  <a:pt x="22345" y="3443"/>
                  <a:pt x="22507" y="3706"/>
                  <a:pt x="22639" y="3939"/>
                </a:cubicBezTo>
                <a:cubicBezTo>
                  <a:pt x="22877" y="4360"/>
                  <a:pt x="23062" y="4811"/>
                  <a:pt x="23461" y="5110"/>
                </a:cubicBezTo>
                <a:cubicBezTo>
                  <a:pt x="23919" y="5452"/>
                  <a:pt x="24507" y="5550"/>
                  <a:pt x="25062" y="5595"/>
                </a:cubicBezTo>
                <a:cubicBezTo>
                  <a:pt x="25790" y="5653"/>
                  <a:pt x="26522" y="5661"/>
                  <a:pt x="27251" y="5691"/>
                </a:cubicBezTo>
                <a:lnTo>
                  <a:pt x="28427" y="5739"/>
                </a:lnTo>
                <a:cubicBezTo>
                  <a:pt x="28484" y="5741"/>
                  <a:pt x="28542" y="5743"/>
                  <a:pt x="28599" y="5743"/>
                </a:cubicBezTo>
                <a:cubicBezTo>
                  <a:pt x="28811" y="5743"/>
                  <a:pt x="29009" y="5708"/>
                  <a:pt x="29121" y="5487"/>
                </a:cubicBezTo>
                <a:cubicBezTo>
                  <a:pt x="29280" y="5172"/>
                  <a:pt x="29269" y="4725"/>
                  <a:pt x="29318" y="4383"/>
                </a:cubicBezTo>
                <a:lnTo>
                  <a:pt x="29512" y="3057"/>
                </a:lnTo>
                <a:lnTo>
                  <a:pt x="29753" y="1409"/>
                </a:lnTo>
                <a:lnTo>
                  <a:pt x="29753" y="1409"/>
                </a:lnTo>
                <a:cubicBezTo>
                  <a:pt x="29875" y="2954"/>
                  <a:pt x="30079" y="4491"/>
                  <a:pt x="30365" y="6015"/>
                </a:cubicBezTo>
                <a:cubicBezTo>
                  <a:pt x="30377" y="6076"/>
                  <a:pt x="30435" y="6101"/>
                  <a:pt x="30489" y="6101"/>
                </a:cubicBezTo>
                <a:cubicBezTo>
                  <a:pt x="30498" y="6101"/>
                  <a:pt x="30506" y="6101"/>
                  <a:pt x="30514" y="6099"/>
                </a:cubicBezTo>
                <a:cubicBezTo>
                  <a:pt x="31726" y="5930"/>
                  <a:pt x="32865" y="5334"/>
                  <a:pt x="33690" y="4430"/>
                </a:cubicBezTo>
                <a:cubicBezTo>
                  <a:pt x="33875" y="4227"/>
                  <a:pt x="34031" y="4006"/>
                  <a:pt x="34196" y="3787"/>
                </a:cubicBezTo>
                <a:cubicBezTo>
                  <a:pt x="34335" y="3602"/>
                  <a:pt x="34583" y="3302"/>
                  <a:pt x="34838" y="3302"/>
                </a:cubicBezTo>
                <a:cubicBezTo>
                  <a:pt x="34915" y="3302"/>
                  <a:pt x="34994" y="3330"/>
                  <a:pt x="35070" y="3398"/>
                </a:cubicBezTo>
                <a:cubicBezTo>
                  <a:pt x="35256" y="3566"/>
                  <a:pt x="35283" y="3884"/>
                  <a:pt x="35352" y="4109"/>
                </a:cubicBezTo>
                <a:cubicBezTo>
                  <a:pt x="35418" y="4330"/>
                  <a:pt x="35525" y="4536"/>
                  <a:pt x="35669" y="4716"/>
                </a:cubicBezTo>
                <a:cubicBezTo>
                  <a:pt x="36291" y="5480"/>
                  <a:pt x="37427" y="5627"/>
                  <a:pt x="38347" y="5670"/>
                </a:cubicBezTo>
                <a:cubicBezTo>
                  <a:pt x="39094" y="5704"/>
                  <a:pt x="39844" y="5704"/>
                  <a:pt x="40592" y="5718"/>
                </a:cubicBezTo>
                <a:cubicBezTo>
                  <a:pt x="40815" y="5723"/>
                  <a:pt x="41069" y="5756"/>
                  <a:pt x="41311" y="5756"/>
                </a:cubicBezTo>
                <a:cubicBezTo>
                  <a:pt x="41433" y="5756"/>
                  <a:pt x="41552" y="5748"/>
                  <a:pt x="41662" y="5723"/>
                </a:cubicBezTo>
                <a:cubicBezTo>
                  <a:pt x="41908" y="5668"/>
                  <a:pt x="42013" y="5446"/>
                  <a:pt x="42061" y="5219"/>
                </a:cubicBezTo>
                <a:cubicBezTo>
                  <a:pt x="42234" y="4405"/>
                  <a:pt x="42314" y="3555"/>
                  <a:pt x="42397" y="2728"/>
                </a:cubicBezTo>
                <a:cubicBezTo>
                  <a:pt x="42442" y="2267"/>
                  <a:pt x="42479" y="1806"/>
                  <a:pt x="42507" y="1345"/>
                </a:cubicBezTo>
                <a:lnTo>
                  <a:pt x="42507" y="1345"/>
                </a:lnTo>
                <a:cubicBezTo>
                  <a:pt x="42753" y="2930"/>
                  <a:pt x="42998" y="4516"/>
                  <a:pt x="43243" y="6101"/>
                </a:cubicBezTo>
                <a:cubicBezTo>
                  <a:pt x="43252" y="6157"/>
                  <a:pt x="43308" y="6188"/>
                  <a:pt x="43362" y="6188"/>
                </a:cubicBezTo>
                <a:cubicBezTo>
                  <a:pt x="43404" y="6188"/>
                  <a:pt x="43446" y="6169"/>
                  <a:pt x="43465" y="6129"/>
                </a:cubicBezTo>
                <a:cubicBezTo>
                  <a:pt x="43691" y="5642"/>
                  <a:pt x="44324" y="5690"/>
                  <a:pt x="44779" y="5649"/>
                </a:cubicBezTo>
                <a:cubicBezTo>
                  <a:pt x="45229" y="5612"/>
                  <a:pt x="45647" y="5521"/>
                  <a:pt x="45984" y="5203"/>
                </a:cubicBezTo>
                <a:cubicBezTo>
                  <a:pt x="46298" y="4907"/>
                  <a:pt x="46504" y="4514"/>
                  <a:pt x="46733" y="4153"/>
                </a:cubicBezTo>
                <a:cubicBezTo>
                  <a:pt x="46952" y="3808"/>
                  <a:pt x="47213" y="3437"/>
                  <a:pt x="47639" y="3389"/>
                </a:cubicBezTo>
                <a:lnTo>
                  <a:pt x="47639" y="3389"/>
                </a:lnTo>
                <a:cubicBezTo>
                  <a:pt x="48138" y="4753"/>
                  <a:pt x="49536" y="5669"/>
                  <a:pt x="50964" y="5669"/>
                </a:cubicBezTo>
                <a:cubicBezTo>
                  <a:pt x="51267" y="5669"/>
                  <a:pt x="51571" y="5628"/>
                  <a:pt x="51868" y="5541"/>
                </a:cubicBezTo>
                <a:cubicBezTo>
                  <a:pt x="52005" y="5501"/>
                  <a:pt x="51964" y="5301"/>
                  <a:pt x="51840" y="5301"/>
                </a:cubicBezTo>
                <a:cubicBezTo>
                  <a:pt x="51828" y="5301"/>
                  <a:pt x="51816" y="5303"/>
                  <a:pt x="51803" y="5307"/>
                </a:cubicBezTo>
                <a:cubicBezTo>
                  <a:pt x="51528" y="5387"/>
                  <a:pt x="51245" y="5425"/>
                  <a:pt x="50963" y="5425"/>
                </a:cubicBezTo>
                <a:cubicBezTo>
                  <a:pt x="49609" y="5425"/>
                  <a:pt x="48275" y="4544"/>
                  <a:pt x="47841" y="3231"/>
                </a:cubicBezTo>
                <a:cubicBezTo>
                  <a:pt x="47826" y="3180"/>
                  <a:pt x="47778" y="3143"/>
                  <a:pt x="47723" y="3142"/>
                </a:cubicBezTo>
                <a:cubicBezTo>
                  <a:pt x="46737" y="3152"/>
                  <a:pt x="46453" y="4355"/>
                  <a:pt x="45891" y="4954"/>
                </a:cubicBezTo>
                <a:cubicBezTo>
                  <a:pt x="45493" y="5377"/>
                  <a:pt x="44966" y="5390"/>
                  <a:pt x="44423" y="5433"/>
                </a:cubicBezTo>
                <a:cubicBezTo>
                  <a:pt x="44067" y="5463"/>
                  <a:pt x="43685" y="5516"/>
                  <a:pt x="43433" y="5757"/>
                </a:cubicBezTo>
                <a:lnTo>
                  <a:pt x="43433" y="5757"/>
                </a:lnTo>
                <a:cubicBezTo>
                  <a:pt x="43143" y="3878"/>
                  <a:pt x="42853" y="1999"/>
                  <a:pt x="42562" y="121"/>
                </a:cubicBezTo>
                <a:lnTo>
                  <a:pt x="42562" y="121"/>
                </a:lnTo>
                <a:cubicBezTo>
                  <a:pt x="42562" y="121"/>
                  <a:pt x="42562" y="120"/>
                  <a:pt x="42562" y="120"/>
                </a:cubicBezTo>
                <a:lnTo>
                  <a:pt x="42562" y="120"/>
                </a:lnTo>
                <a:lnTo>
                  <a:pt x="42562" y="120"/>
                </a:lnTo>
                <a:lnTo>
                  <a:pt x="42562" y="120"/>
                </a:lnTo>
                <a:cubicBezTo>
                  <a:pt x="42561" y="109"/>
                  <a:pt x="42559" y="98"/>
                  <a:pt x="42557" y="88"/>
                </a:cubicBezTo>
                <a:cubicBezTo>
                  <a:pt x="42548" y="27"/>
                  <a:pt x="42503" y="0"/>
                  <a:pt x="4245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5" name="Google Shape;595;p24"/>
          <p:cNvSpPr/>
          <p:nvPr/>
        </p:nvSpPr>
        <p:spPr>
          <a:xfrm>
            <a:off x="5860250" y="4361764"/>
            <a:ext cx="5518357" cy="680924"/>
          </a:xfrm>
          <a:custGeom>
            <a:avLst/>
            <a:gdLst/>
            <a:ahLst/>
            <a:cxnLst/>
            <a:rect l="l" t="t" r="r" b="b"/>
            <a:pathLst>
              <a:path w="52006" h="6417" extrusionOk="0">
                <a:moveTo>
                  <a:pt x="42454" y="0"/>
                </a:moveTo>
                <a:cubicBezTo>
                  <a:pt x="42391" y="0"/>
                  <a:pt x="42321" y="45"/>
                  <a:pt x="42319" y="120"/>
                </a:cubicBezTo>
                <a:cubicBezTo>
                  <a:pt x="42277" y="1651"/>
                  <a:pt x="42138" y="3177"/>
                  <a:pt x="41904" y="4690"/>
                </a:cubicBezTo>
                <a:cubicBezTo>
                  <a:pt x="41880" y="4844"/>
                  <a:pt x="41860" y="5002"/>
                  <a:pt x="41827" y="5154"/>
                </a:cubicBezTo>
                <a:cubicBezTo>
                  <a:pt x="41780" y="5374"/>
                  <a:pt x="41690" y="5467"/>
                  <a:pt x="41454" y="5494"/>
                </a:cubicBezTo>
                <a:cubicBezTo>
                  <a:pt x="41353" y="5505"/>
                  <a:pt x="41249" y="5510"/>
                  <a:pt x="41144" y="5510"/>
                </a:cubicBezTo>
                <a:cubicBezTo>
                  <a:pt x="40842" y="5510"/>
                  <a:pt x="40528" y="5475"/>
                  <a:pt x="40236" y="5468"/>
                </a:cubicBezTo>
                <a:cubicBezTo>
                  <a:pt x="39562" y="5455"/>
                  <a:pt x="38885" y="5461"/>
                  <a:pt x="38211" y="5421"/>
                </a:cubicBezTo>
                <a:cubicBezTo>
                  <a:pt x="37272" y="5364"/>
                  <a:pt x="35982" y="5155"/>
                  <a:pt x="35616" y="4138"/>
                </a:cubicBezTo>
                <a:cubicBezTo>
                  <a:pt x="35480" y="3758"/>
                  <a:pt x="35449" y="3192"/>
                  <a:pt x="34969" y="3077"/>
                </a:cubicBezTo>
                <a:cubicBezTo>
                  <a:pt x="34920" y="3065"/>
                  <a:pt x="34872" y="3060"/>
                  <a:pt x="34826" y="3060"/>
                </a:cubicBezTo>
                <a:cubicBezTo>
                  <a:pt x="34420" y="3060"/>
                  <a:pt x="34115" y="3486"/>
                  <a:pt x="33900" y="3785"/>
                </a:cubicBezTo>
                <a:cubicBezTo>
                  <a:pt x="33107" y="4883"/>
                  <a:pt x="31914" y="5624"/>
                  <a:pt x="30580" y="5847"/>
                </a:cubicBezTo>
                <a:lnTo>
                  <a:pt x="30580" y="5847"/>
                </a:lnTo>
                <a:cubicBezTo>
                  <a:pt x="30238" y="4003"/>
                  <a:pt x="30018" y="2139"/>
                  <a:pt x="29920" y="267"/>
                </a:cubicBezTo>
                <a:cubicBezTo>
                  <a:pt x="29916" y="194"/>
                  <a:pt x="29845" y="148"/>
                  <a:pt x="29782" y="148"/>
                </a:cubicBezTo>
                <a:cubicBezTo>
                  <a:pt x="29734" y="148"/>
                  <a:pt x="29690" y="174"/>
                  <a:pt x="29681" y="235"/>
                </a:cubicBezTo>
                <a:cubicBezTo>
                  <a:pt x="29447" y="1836"/>
                  <a:pt x="29218" y="3436"/>
                  <a:pt x="28980" y="5035"/>
                </a:cubicBezTo>
                <a:cubicBezTo>
                  <a:pt x="28945" y="5263"/>
                  <a:pt x="28949" y="5470"/>
                  <a:pt x="28664" y="5505"/>
                </a:cubicBezTo>
                <a:cubicBezTo>
                  <a:pt x="28629" y="5509"/>
                  <a:pt x="28594" y="5510"/>
                  <a:pt x="28558" y="5510"/>
                </a:cubicBezTo>
                <a:cubicBezTo>
                  <a:pt x="28430" y="5510"/>
                  <a:pt x="28293" y="5491"/>
                  <a:pt x="28172" y="5487"/>
                </a:cubicBezTo>
                <a:lnTo>
                  <a:pt x="26895" y="5435"/>
                </a:lnTo>
                <a:cubicBezTo>
                  <a:pt x="26173" y="5405"/>
                  <a:pt x="25432" y="5418"/>
                  <a:pt x="24716" y="5316"/>
                </a:cubicBezTo>
                <a:cubicBezTo>
                  <a:pt x="24122" y="5229"/>
                  <a:pt x="23557" y="5016"/>
                  <a:pt x="23222" y="4492"/>
                </a:cubicBezTo>
                <a:cubicBezTo>
                  <a:pt x="22970" y="4100"/>
                  <a:pt x="22818" y="3609"/>
                  <a:pt x="22456" y="3298"/>
                </a:cubicBezTo>
                <a:cubicBezTo>
                  <a:pt x="22284" y="3150"/>
                  <a:pt x="22083" y="3079"/>
                  <a:pt x="21880" y="3079"/>
                </a:cubicBezTo>
                <a:cubicBezTo>
                  <a:pt x="21671" y="3079"/>
                  <a:pt x="21461" y="3154"/>
                  <a:pt x="21281" y="3296"/>
                </a:cubicBezTo>
                <a:cubicBezTo>
                  <a:pt x="20822" y="3654"/>
                  <a:pt x="20691" y="4226"/>
                  <a:pt x="20426" y="4716"/>
                </a:cubicBezTo>
                <a:cubicBezTo>
                  <a:pt x="20258" y="5027"/>
                  <a:pt x="20027" y="5267"/>
                  <a:pt x="19679" y="5361"/>
                </a:cubicBezTo>
                <a:cubicBezTo>
                  <a:pt x="19392" y="5437"/>
                  <a:pt x="19090" y="5431"/>
                  <a:pt x="18797" y="5435"/>
                </a:cubicBezTo>
                <a:cubicBezTo>
                  <a:pt x="18366" y="5440"/>
                  <a:pt x="17925" y="5461"/>
                  <a:pt x="17596" y="5728"/>
                </a:cubicBezTo>
                <a:lnTo>
                  <a:pt x="17596" y="5728"/>
                </a:lnTo>
                <a:cubicBezTo>
                  <a:pt x="17258" y="4031"/>
                  <a:pt x="17058" y="2308"/>
                  <a:pt x="17001" y="578"/>
                </a:cubicBezTo>
                <a:cubicBezTo>
                  <a:pt x="16998" y="504"/>
                  <a:pt x="16929" y="459"/>
                  <a:pt x="16866" y="459"/>
                </a:cubicBezTo>
                <a:cubicBezTo>
                  <a:pt x="16817" y="459"/>
                  <a:pt x="16773" y="485"/>
                  <a:pt x="16763" y="545"/>
                </a:cubicBezTo>
                <a:lnTo>
                  <a:pt x="16757" y="578"/>
                </a:lnTo>
                <a:lnTo>
                  <a:pt x="16757" y="578"/>
                </a:lnTo>
                <a:lnTo>
                  <a:pt x="16756" y="578"/>
                </a:lnTo>
                <a:lnTo>
                  <a:pt x="16756" y="578"/>
                </a:lnTo>
                <a:cubicBezTo>
                  <a:pt x="16756" y="579"/>
                  <a:pt x="16756" y="581"/>
                  <a:pt x="16756" y="582"/>
                </a:cubicBezTo>
                <a:lnTo>
                  <a:pt x="16756" y="582"/>
                </a:lnTo>
                <a:lnTo>
                  <a:pt x="16331" y="3057"/>
                </a:lnTo>
                <a:lnTo>
                  <a:pt x="16141" y="4162"/>
                </a:lnTo>
                <a:lnTo>
                  <a:pt x="16037" y="4765"/>
                </a:lnTo>
                <a:cubicBezTo>
                  <a:pt x="16004" y="4963"/>
                  <a:pt x="15994" y="5190"/>
                  <a:pt x="15921" y="5378"/>
                </a:cubicBezTo>
                <a:cubicBezTo>
                  <a:pt x="15854" y="5550"/>
                  <a:pt x="15724" y="5605"/>
                  <a:pt x="15575" y="5605"/>
                </a:cubicBezTo>
                <a:cubicBezTo>
                  <a:pt x="15377" y="5605"/>
                  <a:pt x="15145" y="5509"/>
                  <a:pt x="14979" y="5465"/>
                </a:cubicBezTo>
                <a:cubicBezTo>
                  <a:pt x="14624" y="5370"/>
                  <a:pt x="14255" y="5339"/>
                  <a:pt x="13888" y="5339"/>
                </a:cubicBezTo>
                <a:cubicBezTo>
                  <a:pt x="13866" y="5339"/>
                  <a:pt x="13843" y="5339"/>
                  <a:pt x="13821" y="5339"/>
                </a:cubicBezTo>
                <a:cubicBezTo>
                  <a:pt x="13302" y="5343"/>
                  <a:pt x="12776" y="5411"/>
                  <a:pt x="12254" y="5411"/>
                </a:cubicBezTo>
                <a:cubicBezTo>
                  <a:pt x="12040" y="5411"/>
                  <a:pt x="11827" y="5399"/>
                  <a:pt x="11616" y="5368"/>
                </a:cubicBezTo>
                <a:cubicBezTo>
                  <a:pt x="11061" y="5285"/>
                  <a:pt x="10475" y="5069"/>
                  <a:pt x="10091" y="4643"/>
                </a:cubicBezTo>
                <a:cubicBezTo>
                  <a:pt x="9897" y="4427"/>
                  <a:pt x="9787" y="4173"/>
                  <a:pt x="9743" y="3888"/>
                </a:cubicBezTo>
                <a:cubicBezTo>
                  <a:pt x="9707" y="3654"/>
                  <a:pt x="9705" y="3394"/>
                  <a:pt x="9578" y="3185"/>
                </a:cubicBezTo>
                <a:cubicBezTo>
                  <a:pt x="9464" y="2998"/>
                  <a:pt x="9299" y="2929"/>
                  <a:pt x="9120" y="2929"/>
                </a:cubicBezTo>
                <a:cubicBezTo>
                  <a:pt x="8862" y="2929"/>
                  <a:pt x="8574" y="3073"/>
                  <a:pt x="8373" y="3214"/>
                </a:cubicBezTo>
                <a:cubicBezTo>
                  <a:pt x="7958" y="3505"/>
                  <a:pt x="7656" y="3918"/>
                  <a:pt x="7338" y="4305"/>
                </a:cubicBezTo>
                <a:cubicBezTo>
                  <a:pt x="6905" y="4830"/>
                  <a:pt x="6468" y="5230"/>
                  <a:pt x="5767" y="5318"/>
                </a:cubicBezTo>
                <a:cubicBezTo>
                  <a:pt x="5358" y="5369"/>
                  <a:pt x="4797" y="5459"/>
                  <a:pt x="4526" y="5787"/>
                </a:cubicBezTo>
                <a:lnTo>
                  <a:pt x="4526" y="5787"/>
                </a:lnTo>
                <a:cubicBezTo>
                  <a:pt x="4284" y="4322"/>
                  <a:pt x="4115" y="2847"/>
                  <a:pt x="4017" y="1366"/>
                </a:cubicBezTo>
                <a:lnTo>
                  <a:pt x="4017" y="1366"/>
                </a:lnTo>
                <a:cubicBezTo>
                  <a:pt x="4013" y="1145"/>
                  <a:pt x="4000" y="925"/>
                  <a:pt x="3979" y="705"/>
                </a:cubicBezTo>
                <a:lnTo>
                  <a:pt x="3979" y="705"/>
                </a:lnTo>
                <a:cubicBezTo>
                  <a:pt x="3978" y="695"/>
                  <a:pt x="3978" y="685"/>
                  <a:pt x="3977" y="675"/>
                </a:cubicBezTo>
                <a:lnTo>
                  <a:pt x="3976" y="675"/>
                </a:lnTo>
                <a:cubicBezTo>
                  <a:pt x="3968" y="599"/>
                  <a:pt x="3905" y="560"/>
                  <a:pt x="3845" y="560"/>
                </a:cubicBezTo>
                <a:cubicBezTo>
                  <a:pt x="3786" y="560"/>
                  <a:pt x="3730" y="598"/>
                  <a:pt x="3734" y="676"/>
                </a:cubicBezTo>
                <a:cubicBezTo>
                  <a:pt x="3747" y="925"/>
                  <a:pt x="3761" y="1173"/>
                  <a:pt x="3778" y="1421"/>
                </a:cubicBezTo>
                <a:lnTo>
                  <a:pt x="3778" y="1421"/>
                </a:lnTo>
                <a:cubicBezTo>
                  <a:pt x="3786" y="1975"/>
                  <a:pt x="3742" y="2529"/>
                  <a:pt x="3645" y="3076"/>
                </a:cubicBezTo>
                <a:cubicBezTo>
                  <a:pt x="3513" y="3816"/>
                  <a:pt x="3310" y="4663"/>
                  <a:pt x="2910" y="5307"/>
                </a:cubicBezTo>
                <a:cubicBezTo>
                  <a:pt x="2725" y="5605"/>
                  <a:pt x="2489" y="5702"/>
                  <a:pt x="2225" y="5702"/>
                </a:cubicBezTo>
                <a:cubicBezTo>
                  <a:pt x="1744" y="5702"/>
                  <a:pt x="1174" y="5382"/>
                  <a:pt x="661" y="5382"/>
                </a:cubicBezTo>
                <a:cubicBezTo>
                  <a:pt x="462" y="5382"/>
                  <a:pt x="271" y="5430"/>
                  <a:pt x="98" y="5565"/>
                </a:cubicBezTo>
                <a:cubicBezTo>
                  <a:pt x="0" y="5641"/>
                  <a:pt x="89" y="5765"/>
                  <a:pt x="191" y="5765"/>
                </a:cubicBezTo>
                <a:cubicBezTo>
                  <a:pt x="217" y="5765"/>
                  <a:pt x="245" y="5757"/>
                  <a:pt x="270" y="5737"/>
                </a:cubicBezTo>
                <a:lnTo>
                  <a:pt x="268" y="5737"/>
                </a:lnTo>
                <a:cubicBezTo>
                  <a:pt x="398" y="5636"/>
                  <a:pt x="547" y="5599"/>
                  <a:pt x="705" y="5599"/>
                </a:cubicBezTo>
                <a:cubicBezTo>
                  <a:pt x="1098" y="5599"/>
                  <a:pt x="1547" y="5831"/>
                  <a:pt x="1886" y="5904"/>
                </a:cubicBezTo>
                <a:cubicBezTo>
                  <a:pt x="1999" y="5928"/>
                  <a:pt x="2108" y="5940"/>
                  <a:pt x="2212" y="5940"/>
                </a:cubicBezTo>
                <a:cubicBezTo>
                  <a:pt x="2611" y="5940"/>
                  <a:pt x="2940" y="5761"/>
                  <a:pt x="3159" y="5360"/>
                </a:cubicBezTo>
                <a:cubicBezTo>
                  <a:pt x="3526" y="4685"/>
                  <a:pt x="3742" y="3893"/>
                  <a:pt x="3878" y="3141"/>
                </a:cubicBezTo>
                <a:cubicBezTo>
                  <a:pt x="3888" y="3083"/>
                  <a:pt x="3898" y="3024"/>
                  <a:pt x="3907" y="2966"/>
                </a:cubicBezTo>
                <a:lnTo>
                  <a:pt x="3907" y="2966"/>
                </a:lnTo>
                <a:cubicBezTo>
                  <a:pt x="4021" y="4092"/>
                  <a:pt x="4176" y="5214"/>
                  <a:pt x="4372" y="6330"/>
                </a:cubicBezTo>
                <a:cubicBezTo>
                  <a:pt x="4382" y="6389"/>
                  <a:pt x="4431" y="6416"/>
                  <a:pt x="4482" y="6416"/>
                </a:cubicBezTo>
                <a:cubicBezTo>
                  <a:pt x="4546" y="6416"/>
                  <a:pt x="4613" y="6373"/>
                  <a:pt x="4610" y="6297"/>
                </a:cubicBezTo>
                <a:cubicBezTo>
                  <a:pt x="4571" y="5468"/>
                  <a:pt x="5855" y="5629"/>
                  <a:pt x="6362" y="5431"/>
                </a:cubicBezTo>
                <a:cubicBezTo>
                  <a:pt x="6817" y="5255"/>
                  <a:pt x="7161" y="4894"/>
                  <a:pt x="7467" y="4526"/>
                </a:cubicBezTo>
                <a:cubicBezTo>
                  <a:pt x="7798" y="4129"/>
                  <a:pt x="8106" y="3679"/>
                  <a:pt x="8546" y="3390"/>
                </a:cubicBezTo>
                <a:cubicBezTo>
                  <a:pt x="8695" y="3292"/>
                  <a:pt x="8913" y="3174"/>
                  <a:pt x="9099" y="3174"/>
                </a:cubicBezTo>
                <a:cubicBezTo>
                  <a:pt x="9226" y="3174"/>
                  <a:pt x="9339" y="3229"/>
                  <a:pt x="9405" y="3384"/>
                </a:cubicBezTo>
                <a:cubicBezTo>
                  <a:pt x="9505" y="3622"/>
                  <a:pt x="9481" y="3899"/>
                  <a:pt x="9547" y="4146"/>
                </a:cubicBezTo>
                <a:cubicBezTo>
                  <a:pt x="9821" y="5180"/>
                  <a:pt x="11034" y="5608"/>
                  <a:pt x="11995" y="5644"/>
                </a:cubicBezTo>
                <a:cubicBezTo>
                  <a:pt x="12071" y="5647"/>
                  <a:pt x="12147" y="5649"/>
                  <a:pt x="12223" y="5649"/>
                </a:cubicBezTo>
                <a:cubicBezTo>
                  <a:pt x="12773" y="5649"/>
                  <a:pt x="13322" y="5581"/>
                  <a:pt x="13871" y="5581"/>
                </a:cubicBezTo>
                <a:cubicBezTo>
                  <a:pt x="14012" y="5581"/>
                  <a:pt x="14153" y="5585"/>
                  <a:pt x="14294" y="5596"/>
                </a:cubicBezTo>
                <a:cubicBezTo>
                  <a:pt x="14646" y="5624"/>
                  <a:pt x="14960" y="5734"/>
                  <a:pt x="15300" y="5809"/>
                </a:cubicBezTo>
                <a:cubicBezTo>
                  <a:pt x="15394" y="5830"/>
                  <a:pt x="15493" y="5845"/>
                  <a:pt x="15590" y="5845"/>
                </a:cubicBezTo>
                <a:cubicBezTo>
                  <a:pt x="15749" y="5845"/>
                  <a:pt x="15903" y="5804"/>
                  <a:pt x="16020" y="5679"/>
                </a:cubicBezTo>
                <a:cubicBezTo>
                  <a:pt x="16238" y="5450"/>
                  <a:pt x="16238" y="5021"/>
                  <a:pt x="16288" y="4729"/>
                </a:cubicBezTo>
                <a:lnTo>
                  <a:pt x="16529" y="3323"/>
                </a:lnTo>
                <a:lnTo>
                  <a:pt x="16812" y="1675"/>
                </a:lnTo>
                <a:lnTo>
                  <a:pt x="16812" y="1675"/>
                </a:lnTo>
                <a:cubicBezTo>
                  <a:pt x="16912" y="3130"/>
                  <a:pt x="17110" y="4577"/>
                  <a:pt x="17405" y="6006"/>
                </a:cubicBezTo>
                <a:cubicBezTo>
                  <a:pt x="17418" y="6066"/>
                  <a:pt x="17462" y="6091"/>
                  <a:pt x="17510" y="6091"/>
                </a:cubicBezTo>
                <a:cubicBezTo>
                  <a:pt x="17554" y="6091"/>
                  <a:pt x="17599" y="6070"/>
                  <a:pt x="17626" y="6035"/>
                </a:cubicBezTo>
                <a:cubicBezTo>
                  <a:pt x="17881" y="5699"/>
                  <a:pt x="18325" y="5673"/>
                  <a:pt x="18739" y="5673"/>
                </a:cubicBezTo>
                <a:cubicBezTo>
                  <a:pt x="18815" y="5673"/>
                  <a:pt x="18890" y="5674"/>
                  <a:pt x="18962" y="5674"/>
                </a:cubicBezTo>
                <a:cubicBezTo>
                  <a:pt x="19020" y="5674"/>
                  <a:pt x="19076" y="5673"/>
                  <a:pt x="19130" y="5671"/>
                </a:cubicBezTo>
                <a:cubicBezTo>
                  <a:pt x="19628" y="5653"/>
                  <a:pt x="20108" y="5552"/>
                  <a:pt x="20435" y="5144"/>
                </a:cubicBezTo>
                <a:cubicBezTo>
                  <a:pt x="20805" y="4681"/>
                  <a:pt x="20883" y="4049"/>
                  <a:pt x="21293" y="3611"/>
                </a:cubicBezTo>
                <a:cubicBezTo>
                  <a:pt x="21450" y="3445"/>
                  <a:pt x="21658" y="3316"/>
                  <a:pt x="21882" y="3316"/>
                </a:cubicBezTo>
                <a:cubicBezTo>
                  <a:pt x="21947" y="3316"/>
                  <a:pt x="22012" y="3327"/>
                  <a:pt x="22079" y="3350"/>
                </a:cubicBezTo>
                <a:cubicBezTo>
                  <a:pt x="22345" y="3443"/>
                  <a:pt x="22507" y="3706"/>
                  <a:pt x="22639" y="3939"/>
                </a:cubicBezTo>
                <a:cubicBezTo>
                  <a:pt x="22877" y="4360"/>
                  <a:pt x="23062" y="4811"/>
                  <a:pt x="23461" y="5110"/>
                </a:cubicBezTo>
                <a:cubicBezTo>
                  <a:pt x="23919" y="5452"/>
                  <a:pt x="24507" y="5550"/>
                  <a:pt x="25062" y="5595"/>
                </a:cubicBezTo>
                <a:cubicBezTo>
                  <a:pt x="25790" y="5653"/>
                  <a:pt x="26522" y="5661"/>
                  <a:pt x="27251" y="5691"/>
                </a:cubicBezTo>
                <a:lnTo>
                  <a:pt x="28427" y="5739"/>
                </a:lnTo>
                <a:cubicBezTo>
                  <a:pt x="28484" y="5741"/>
                  <a:pt x="28542" y="5743"/>
                  <a:pt x="28599" y="5743"/>
                </a:cubicBezTo>
                <a:cubicBezTo>
                  <a:pt x="28811" y="5743"/>
                  <a:pt x="29009" y="5708"/>
                  <a:pt x="29121" y="5487"/>
                </a:cubicBezTo>
                <a:cubicBezTo>
                  <a:pt x="29280" y="5172"/>
                  <a:pt x="29269" y="4725"/>
                  <a:pt x="29318" y="4383"/>
                </a:cubicBezTo>
                <a:lnTo>
                  <a:pt x="29512" y="3057"/>
                </a:lnTo>
                <a:lnTo>
                  <a:pt x="29753" y="1409"/>
                </a:lnTo>
                <a:lnTo>
                  <a:pt x="29753" y="1409"/>
                </a:lnTo>
                <a:cubicBezTo>
                  <a:pt x="29875" y="2954"/>
                  <a:pt x="30079" y="4491"/>
                  <a:pt x="30365" y="6015"/>
                </a:cubicBezTo>
                <a:cubicBezTo>
                  <a:pt x="30377" y="6076"/>
                  <a:pt x="30435" y="6101"/>
                  <a:pt x="30489" y="6101"/>
                </a:cubicBezTo>
                <a:cubicBezTo>
                  <a:pt x="30498" y="6101"/>
                  <a:pt x="30506" y="6101"/>
                  <a:pt x="30514" y="6099"/>
                </a:cubicBezTo>
                <a:cubicBezTo>
                  <a:pt x="31726" y="5930"/>
                  <a:pt x="32865" y="5334"/>
                  <a:pt x="33690" y="4430"/>
                </a:cubicBezTo>
                <a:cubicBezTo>
                  <a:pt x="33875" y="4227"/>
                  <a:pt x="34031" y="4006"/>
                  <a:pt x="34196" y="3787"/>
                </a:cubicBezTo>
                <a:cubicBezTo>
                  <a:pt x="34335" y="3602"/>
                  <a:pt x="34583" y="3302"/>
                  <a:pt x="34838" y="3302"/>
                </a:cubicBezTo>
                <a:cubicBezTo>
                  <a:pt x="34915" y="3302"/>
                  <a:pt x="34994" y="3330"/>
                  <a:pt x="35070" y="3398"/>
                </a:cubicBezTo>
                <a:cubicBezTo>
                  <a:pt x="35256" y="3566"/>
                  <a:pt x="35283" y="3884"/>
                  <a:pt x="35352" y="4109"/>
                </a:cubicBezTo>
                <a:cubicBezTo>
                  <a:pt x="35418" y="4330"/>
                  <a:pt x="35525" y="4536"/>
                  <a:pt x="35669" y="4716"/>
                </a:cubicBezTo>
                <a:cubicBezTo>
                  <a:pt x="36291" y="5480"/>
                  <a:pt x="37427" y="5627"/>
                  <a:pt x="38347" y="5670"/>
                </a:cubicBezTo>
                <a:cubicBezTo>
                  <a:pt x="39094" y="5704"/>
                  <a:pt x="39844" y="5704"/>
                  <a:pt x="40592" y="5718"/>
                </a:cubicBezTo>
                <a:cubicBezTo>
                  <a:pt x="40815" y="5723"/>
                  <a:pt x="41069" y="5756"/>
                  <a:pt x="41311" y="5756"/>
                </a:cubicBezTo>
                <a:cubicBezTo>
                  <a:pt x="41433" y="5756"/>
                  <a:pt x="41552" y="5748"/>
                  <a:pt x="41662" y="5723"/>
                </a:cubicBezTo>
                <a:cubicBezTo>
                  <a:pt x="41908" y="5668"/>
                  <a:pt x="42013" y="5446"/>
                  <a:pt x="42061" y="5219"/>
                </a:cubicBezTo>
                <a:cubicBezTo>
                  <a:pt x="42234" y="4405"/>
                  <a:pt x="42314" y="3555"/>
                  <a:pt x="42397" y="2728"/>
                </a:cubicBezTo>
                <a:cubicBezTo>
                  <a:pt x="42442" y="2267"/>
                  <a:pt x="42479" y="1806"/>
                  <a:pt x="42507" y="1345"/>
                </a:cubicBezTo>
                <a:lnTo>
                  <a:pt x="42507" y="1345"/>
                </a:lnTo>
                <a:cubicBezTo>
                  <a:pt x="42753" y="2930"/>
                  <a:pt x="42998" y="4516"/>
                  <a:pt x="43243" y="6101"/>
                </a:cubicBezTo>
                <a:cubicBezTo>
                  <a:pt x="43252" y="6157"/>
                  <a:pt x="43308" y="6188"/>
                  <a:pt x="43362" y="6188"/>
                </a:cubicBezTo>
                <a:cubicBezTo>
                  <a:pt x="43404" y="6188"/>
                  <a:pt x="43446" y="6169"/>
                  <a:pt x="43465" y="6129"/>
                </a:cubicBezTo>
                <a:cubicBezTo>
                  <a:pt x="43691" y="5642"/>
                  <a:pt x="44324" y="5690"/>
                  <a:pt x="44779" y="5649"/>
                </a:cubicBezTo>
                <a:cubicBezTo>
                  <a:pt x="45229" y="5612"/>
                  <a:pt x="45647" y="5521"/>
                  <a:pt x="45984" y="5203"/>
                </a:cubicBezTo>
                <a:cubicBezTo>
                  <a:pt x="46298" y="4907"/>
                  <a:pt x="46504" y="4514"/>
                  <a:pt x="46733" y="4153"/>
                </a:cubicBezTo>
                <a:cubicBezTo>
                  <a:pt x="46952" y="3808"/>
                  <a:pt x="47213" y="3437"/>
                  <a:pt x="47639" y="3389"/>
                </a:cubicBezTo>
                <a:lnTo>
                  <a:pt x="47639" y="3389"/>
                </a:lnTo>
                <a:cubicBezTo>
                  <a:pt x="48138" y="4753"/>
                  <a:pt x="49536" y="5669"/>
                  <a:pt x="50964" y="5669"/>
                </a:cubicBezTo>
                <a:cubicBezTo>
                  <a:pt x="51267" y="5669"/>
                  <a:pt x="51571" y="5628"/>
                  <a:pt x="51868" y="5541"/>
                </a:cubicBezTo>
                <a:cubicBezTo>
                  <a:pt x="52005" y="5501"/>
                  <a:pt x="51964" y="5301"/>
                  <a:pt x="51840" y="5301"/>
                </a:cubicBezTo>
                <a:cubicBezTo>
                  <a:pt x="51828" y="5301"/>
                  <a:pt x="51816" y="5303"/>
                  <a:pt x="51803" y="5307"/>
                </a:cubicBezTo>
                <a:cubicBezTo>
                  <a:pt x="51528" y="5387"/>
                  <a:pt x="51245" y="5425"/>
                  <a:pt x="50963" y="5425"/>
                </a:cubicBezTo>
                <a:cubicBezTo>
                  <a:pt x="49609" y="5425"/>
                  <a:pt x="48275" y="4544"/>
                  <a:pt x="47841" y="3231"/>
                </a:cubicBezTo>
                <a:cubicBezTo>
                  <a:pt x="47826" y="3180"/>
                  <a:pt x="47778" y="3143"/>
                  <a:pt x="47723" y="3142"/>
                </a:cubicBezTo>
                <a:cubicBezTo>
                  <a:pt x="46737" y="3152"/>
                  <a:pt x="46453" y="4355"/>
                  <a:pt x="45891" y="4954"/>
                </a:cubicBezTo>
                <a:cubicBezTo>
                  <a:pt x="45493" y="5377"/>
                  <a:pt x="44966" y="5390"/>
                  <a:pt x="44423" y="5433"/>
                </a:cubicBezTo>
                <a:cubicBezTo>
                  <a:pt x="44067" y="5463"/>
                  <a:pt x="43685" y="5516"/>
                  <a:pt x="43433" y="5757"/>
                </a:cubicBezTo>
                <a:lnTo>
                  <a:pt x="43433" y="5757"/>
                </a:lnTo>
                <a:cubicBezTo>
                  <a:pt x="43143" y="3878"/>
                  <a:pt x="42853" y="1999"/>
                  <a:pt x="42562" y="121"/>
                </a:cubicBezTo>
                <a:lnTo>
                  <a:pt x="42562" y="121"/>
                </a:lnTo>
                <a:cubicBezTo>
                  <a:pt x="42562" y="121"/>
                  <a:pt x="42562" y="120"/>
                  <a:pt x="42562" y="120"/>
                </a:cubicBezTo>
                <a:lnTo>
                  <a:pt x="42562" y="120"/>
                </a:lnTo>
                <a:lnTo>
                  <a:pt x="42562" y="120"/>
                </a:lnTo>
                <a:lnTo>
                  <a:pt x="42562" y="120"/>
                </a:lnTo>
                <a:cubicBezTo>
                  <a:pt x="42561" y="109"/>
                  <a:pt x="42559" y="98"/>
                  <a:pt x="42557" y="88"/>
                </a:cubicBezTo>
                <a:cubicBezTo>
                  <a:pt x="42548" y="27"/>
                  <a:pt x="42503" y="0"/>
                  <a:pt x="4245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6" name="Google Shape;596;p24"/>
          <p:cNvSpPr/>
          <p:nvPr/>
        </p:nvSpPr>
        <p:spPr>
          <a:xfrm rot="10800000">
            <a:off x="7933202" y="-2823141"/>
            <a:ext cx="3649504" cy="3649821"/>
          </a:xfrm>
          <a:custGeom>
            <a:avLst/>
            <a:gdLst/>
            <a:ahLst/>
            <a:cxnLst/>
            <a:rect l="l" t="t" r="r" b="b"/>
            <a:pathLst>
              <a:path w="15104" h="15105" extrusionOk="0">
                <a:moveTo>
                  <a:pt x="7552" y="0"/>
                </a:moveTo>
                <a:cubicBezTo>
                  <a:pt x="5550" y="0"/>
                  <a:pt x="3628" y="797"/>
                  <a:pt x="2212" y="2213"/>
                </a:cubicBezTo>
                <a:cubicBezTo>
                  <a:pt x="796" y="3629"/>
                  <a:pt x="1" y="5549"/>
                  <a:pt x="1" y="7552"/>
                </a:cubicBezTo>
                <a:cubicBezTo>
                  <a:pt x="1" y="9555"/>
                  <a:pt x="796" y="11476"/>
                  <a:pt x="2212" y="12892"/>
                </a:cubicBezTo>
                <a:cubicBezTo>
                  <a:pt x="3628" y="14308"/>
                  <a:pt x="5550" y="15104"/>
                  <a:pt x="7552" y="15104"/>
                </a:cubicBezTo>
                <a:cubicBezTo>
                  <a:pt x="9555" y="15104"/>
                  <a:pt x="11475" y="14308"/>
                  <a:pt x="12892" y="12892"/>
                </a:cubicBezTo>
                <a:cubicBezTo>
                  <a:pt x="14308" y="11476"/>
                  <a:pt x="15104" y="9555"/>
                  <a:pt x="15104" y="7552"/>
                </a:cubicBezTo>
                <a:cubicBezTo>
                  <a:pt x="15104" y="5549"/>
                  <a:pt x="14308" y="3629"/>
                  <a:pt x="12892" y="2213"/>
                </a:cubicBezTo>
                <a:cubicBezTo>
                  <a:pt x="11475" y="797"/>
                  <a:pt x="9555" y="0"/>
                  <a:pt x="7552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11"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2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99" name="Google Shape;599;p25"/>
          <p:cNvSpPr/>
          <p:nvPr/>
        </p:nvSpPr>
        <p:spPr>
          <a:xfrm rot="5400000" flipH="1">
            <a:off x="-302725" y="3079820"/>
            <a:ext cx="7720" cy="13521"/>
          </a:xfrm>
          <a:custGeom>
            <a:avLst/>
            <a:gdLst/>
            <a:ahLst/>
            <a:cxnLst/>
            <a:rect l="l" t="t" r="r" b="b"/>
            <a:pathLst>
              <a:path w="153" h="268" extrusionOk="0">
                <a:moveTo>
                  <a:pt x="153" y="0"/>
                </a:moveTo>
                <a:lnTo>
                  <a:pt x="0" y="153"/>
                </a:lnTo>
                <a:lnTo>
                  <a:pt x="115" y="268"/>
                </a:lnTo>
                <a:lnTo>
                  <a:pt x="153" y="268"/>
                </a:lnTo>
                <a:lnTo>
                  <a:pt x="153" y="0"/>
                </a:lnTo>
                <a:close/>
              </a:path>
            </a:pathLst>
          </a:custGeom>
          <a:solidFill>
            <a:srgbClr val="26202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0" name="Google Shape;600;p25"/>
          <p:cNvSpPr/>
          <p:nvPr/>
        </p:nvSpPr>
        <p:spPr>
          <a:xfrm rot="-5400000">
            <a:off x="-450793" y="3388518"/>
            <a:ext cx="50" cy="15452"/>
          </a:xfrm>
          <a:custGeom>
            <a:avLst/>
            <a:gdLst/>
            <a:ahLst/>
            <a:cxnLst/>
            <a:rect l="l" t="t" r="r" b="b"/>
            <a:pathLst>
              <a:path w="1" h="306" extrusionOk="0">
                <a:moveTo>
                  <a:pt x="0" y="0"/>
                </a:moveTo>
                <a:lnTo>
                  <a:pt x="0" y="306"/>
                </a:lnTo>
                <a:lnTo>
                  <a:pt x="0" y="306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1" name="Google Shape;601;p25"/>
          <p:cNvSpPr/>
          <p:nvPr/>
        </p:nvSpPr>
        <p:spPr>
          <a:xfrm>
            <a:off x="8094588" y="3851301"/>
            <a:ext cx="3549666" cy="3549666"/>
          </a:xfrm>
          <a:custGeom>
            <a:avLst/>
            <a:gdLst/>
            <a:ahLst/>
            <a:cxnLst/>
            <a:rect l="l" t="t" r="r" b="b"/>
            <a:pathLst>
              <a:path w="22225" h="22225" extrusionOk="0">
                <a:moveTo>
                  <a:pt x="11113" y="1"/>
                </a:moveTo>
                <a:cubicBezTo>
                  <a:pt x="8166" y="1"/>
                  <a:pt x="5339" y="1171"/>
                  <a:pt x="3255" y="3255"/>
                </a:cubicBezTo>
                <a:cubicBezTo>
                  <a:pt x="1171" y="5339"/>
                  <a:pt x="1" y="8166"/>
                  <a:pt x="1" y="11113"/>
                </a:cubicBezTo>
                <a:cubicBezTo>
                  <a:pt x="1" y="14060"/>
                  <a:pt x="1171" y="16885"/>
                  <a:pt x="3255" y="18970"/>
                </a:cubicBezTo>
                <a:cubicBezTo>
                  <a:pt x="5339" y="21053"/>
                  <a:pt x="8166" y="22225"/>
                  <a:pt x="11113" y="22225"/>
                </a:cubicBezTo>
                <a:cubicBezTo>
                  <a:pt x="14060" y="22225"/>
                  <a:pt x="16887" y="21053"/>
                  <a:pt x="18970" y="18970"/>
                </a:cubicBezTo>
                <a:cubicBezTo>
                  <a:pt x="21054" y="16885"/>
                  <a:pt x="22225" y="14060"/>
                  <a:pt x="22225" y="11113"/>
                </a:cubicBezTo>
                <a:cubicBezTo>
                  <a:pt x="22225" y="8166"/>
                  <a:pt x="21054" y="5339"/>
                  <a:pt x="18970" y="3255"/>
                </a:cubicBezTo>
                <a:cubicBezTo>
                  <a:pt x="16887" y="1171"/>
                  <a:pt x="14060" y="1"/>
                  <a:pt x="11113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2" name="Google Shape;602;p25"/>
          <p:cNvSpPr/>
          <p:nvPr/>
        </p:nvSpPr>
        <p:spPr>
          <a:xfrm>
            <a:off x="-315333" y="4604794"/>
            <a:ext cx="1649377" cy="1649377"/>
          </a:xfrm>
          <a:custGeom>
            <a:avLst/>
            <a:gdLst/>
            <a:ahLst/>
            <a:cxnLst/>
            <a:rect l="l" t="t" r="r" b="b"/>
            <a:pathLst>
              <a:path w="10327" h="10327" extrusionOk="0">
                <a:moveTo>
                  <a:pt x="5164" y="1"/>
                </a:moveTo>
                <a:cubicBezTo>
                  <a:pt x="2312" y="1"/>
                  <a:pt x="1" y="2312"/>
                  <a:pt x="1" y="5164"/>
                </a:cubicBezTo>
                <a:cubicBezTo>
                  <a:pt x="1" y="8016"/>
                  <a:pt x="2312" y="10327"/>
                  <a:pt x="5164" y="10327"/>
                </a:cubicBezTo>
                <a:cubicBezTo>
                  <a:pt x="8016" y="10327"/>
                  <a:pt x="10327" y="8016"/>
                  <a:pt x="10327" y="5164"/>
                </a:cubicBezTo>
                <a:cubicBezTo>
                  <a:pt x="10327" y="2312"/>
                  <a:pt x="8016" y="1"/>
                  <a:pt x="5164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3" name="Google Shape;603;p25"/>
          <p:cNvSpPr/>
          <p:nvPr/>
        </p:nvSpPr>
        <p:spPr>
          <a:xfrm>
            <a:off x="-73845" y="4846282"/>
            <a:ext cx="1166399" cy="1166558"/>
          </a:xfrm>
          <a:custGeom>
            <a:avLst/>
            <a:gdLst/>
            <a:ahLst/>
            <a:cxnLst/>
            <a:rect l="l" t="t" r="r" b="b"/>
            <a:pathLst>
              <a:path w="7303" h="7304" extrusionOk="0">
                <a:moveTo>
                  <a:pt x="3652" y="1"/>
                </a:moveTo>
                <a:cubicBezTo>
                  <a:pt x="1635" y="1"/>
                  <a:pt x="0" y="1635"/>
                  <a:pt x="0" y="3652"/>
                </a:cubicBezTo>
                <a:cubicBezTo>
                  <a:pt x="0" y="5669"/>
                  <a:pt x="1635" y="7303"/>
                  <a:pt x="3652" y="7303"/>
                </a:cubicBezTo>
                <a:cubicBezTo>
                  <a:pt x="5668" y="7303"/>
                  <a:pt x="7303" y="5669"/>
                  <a:pt x="7303" y="3652"/>
                </a:cubicBezTo>
                <a:cubicBezTo>
                  <a:pt x="7303" y="1635"/>
                  <a:pt x="5668" y="1"/>
                  <a:pt x="365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4" name="Google Shape;604;p25"/>
          <p:cNvSpPr/>
          <p:nvPr/>
        </p:nvSpPr>
        <p:spPr>
          <a:xfrm>
            <a:off x="7731144" y="-1227797"/>
            <a:ext cx="1435039" cy="1368119"/>
          </a:xfrm>
          <a:custGeom>
            <a:avLst/>
            <a:gdLst/>
            <a:ahLst/>
            <a:cxnLst/>
            <a:rect l="l" t="t" r="r" b="b"/>
            <a:pathLst>
              <a:path w="8985" h="8566" extrusionOk="0">
                <a:moveTo>
                  <a:pt x="4702" y="1"/>
                </a:moveTo>
                <a:cubicBezTo>
                  <a:pt x="3606" y="1"/>
                  <a:pt x="2510" y="419"/>
                  <a:pt x="1674" y="1256"/>
                </a:cubicBezTo>
                <a:cubicBezTo>
                  <a:pt x="1" y="2928"/>
                  <a:pt x="1" y="5639"/>
                  <a:pt x="1674" y="7311"/>
                </a:cubicBezTo>
                <a:cubicBezTo>
                  <a:pt x="2477" y="8114"/>
                  <a:pt x="3566" y="8566"/>
                  <a:pt x="4701" y="8566"/>
                </a:cubicBezTo>
                <a:cubicBezTo>
                  <a:pt x="5838" y="8566"/>
                  <a:pt x="6927" y="8114"/>
                  <a:pt x="7730" y="7311"/>
                </a:cubicBezTo>
                <a:cubicBezTo>
                  <a:pt x="8533" y="6508"/>
                  <a:pt x="8984" y="5419"/>
                  <a:pt x="8984" y="4283"/>
                </a:cubicBezTo>
                <a:cubicBezTo>
                  <a:pt x="8984" y="3147"/>
                  <a:pt x="8533" y="2059"/>
                  <a:pt x="7730" y="1256"/>
                </a:cubicBezTo>
                <a:cubicBezTo>
                  <a:pt x="6894" y="419"/>
                  <a:pt x="5798" y="1"/>
                  <a:pt x="470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5" name="Google Shape;605;p25"/>
          <p:cNvSpPr/>
          <p:nvPr/>
        </p:nvSpPr>
        <p:spPr>
          <a:xfrm>
            <a:off x="8249256" y="-776604"/>
            <a:ext cx="465889" cy="465889"/>
          </a:xfrm>
          <a:custGeom>
            <a:avLst/>
            <a:gdLst/>
            <a:ahLst/>
            <a:cxnLst/>
            <a:rect l="l" t="t" r="r" b="b"/>
            <a:pathLst>
              <a:path w="2917" h="2917" extrusionOk="0">
                <a:moveTo>
                  <a:pt x="1457" y="0"/>
                </a:moveTo>
                <a:cubicBezTo>
                  <a:pt x="652" y="0"/>
                  <a:pt x="0" y="653"/>
                  <a:pt x="0" y="1458"/>
                </a:cubicBezTo>
                <a:cubicBezTo>
                  <a:pt x="0" y="2263"/>
                  <a:pt x="652" y="2916"/>
                  <a:pt x="1457" y="2916"/>
                </a:cubicBezTo>
                <a:cubicBezTo>
                  <a:pt x="2263" y="2916"/>
                  <a:pt x="2916" y="2263"/>
                  <a:pt x="2916" y="1458"/>
                </a:cubicBezTo>
                <a:cubicBezTo>
                  <a:pt x="2916" y="653"/>
                  <a:pt x="2263" y="0"/>
                  <a:pt x="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6" name="Google Shape;606;p25"/>
          <p:cNvSpPr/>
          <p:nvPr/>
        </p:nvSpPr>
        <p:spPr>
          <a:xfrm>
            <a:off x="569088" y="-434580"/>
            <a:ext cx="454549" cy="413502"/>
          </a:xfrm>
          <a:custGeom>
            <a:avLst/>
            <a:gdLst/>
            <a:ahLst/>
            <a:cxnLst/>
            <a:rect l="l" t="t" r="r" b="b"/>
            <a:pathLst>
              <a:path w="2846" h="2589" extrusionOk="0">
                <a:moveTo>
                  <a:pt x="1422" y="1"/>
                </a:moveTo>
                <a:cubicBezTo>
                  <a:pt x="835" y="1"/>
                  <a:pt x="304" y="402"/>
                  <a:pt x="163" y="998"/>
                </a:cubicBezTo>
                <a:cubicBezTo>
                  <a:pt x="0" y="1694"/>
                  <a:pt x="431" y="2389"/>
                  <a:pt x="1125" y="2554"/>
                </a:cubicBezTo>
                <a:cubicBezTo>
                  <a:pt x="1225" y="2577"/>
                  <a:pt x="1326" y="2589"/>
                  <a:pt x="1424" y="2589"/>
                </a:cubicBezTo>
                <a:cubicBezTo>
                  <a:pt x="2011" y="2589"/>
                  <a:pt x="2542" y="2187"/>
                  <a:pt x="2681" y="1593"/>
                </a:cubicBezTo>
                <a:cubicBezTo>
                  <a:pt x="2845" y="897"/>
                  <a:pt x="2415" y="200"/>
                  <a:pt x="1720" y="36"/>
                </a:cubicBezTo>
                <a:cubicBezTo>
                  <a:pt x="1620" y="12"/>
                  <a:pt x="1520" y="1"/>
                  <a:pt x="142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7" name="Google Shape;607;p25"/>
          <p:cNvSpPr/>
          <p:nvPr/>
        </p:nvSpPr>
        <p:spPr>
          <a:xfrm>
            <a:off x="8784222" y="3983642"/>
            <a:ext cx="305215" cy="268960"/>
          </a:xfrm>
          <a:custGeom>
            <a:avLst/>
            <a:gdLst/>
            <a:ahLst/>
            <a:cxnLst/>
            <a:rect l="l" t="t" r="r" b="b"/>
            <a:pathLst>
              <a:path w="1911" h="1684" extrusionOk="0">
                <a:moveTo>
                  <a:pt x="956" y="1"/>
                </a:moveTo>
                <a:cubicBezTo>
                  <a:pt x="848" y="1"/>
                  <a:pt x="739" y="22"/>
                  <a:pt x="634" y="66"/>
                </a:cubicBezTo>
                <a:cubicBezTo>
                  <a:pt x="204" y="243"/>
                  <a:pt x="0" y="734"/>
                  <a:pt x="179" y="1163"/>
                </a:cubicBezTo>
                <a:cubicBezTo>
                  <a:pt x="312" y="1487"/>
                  <a:pt x="625" y="1683"/>
                  <a:pt x="956" y="1683"/>
                </a:cubicBezTo>
                <a:cubicBezTo>
                  <a:pt x="1063" y="1683"/>
                  <a:pt x="1172" y="1662"/>
                  <a:pt x="1278" y="1619"/>
                </a:cubicBezTo>
                <a:cubicBezTo>
                  <a:pt x="1706" y="1441"/>
                  <a:pt x="1910" y="949"/>
                  <a:pt x="1733" y="521"/>
                </a:cubicBezTo>
                <a:cubicBezTo>
                  <a:pt x="1598" y="197"/>
                  <a:pt x="1285" y="1"/>
                  <a:pt x="956" y="1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8" name="Google Shape;608;p25"/>
          <p:cNvSpPr/>
          <p:nvPr/>
        </p:nvSpPr>
        <p:spPr>
          <a:xfrm>
            <a:off x="132833" y="2517628"/>
            <a:ext cx="193894" cy="176645"/>
          </a:xfrm>
          <a:custGeom>
            <a:avLst/>
            <a:gdLst/>
            <a:ahLst/>
            <a:cxnLst/>
            <a:rect l="l" t="t" r="r" b="b"/>
            <a:pathLst>
              <a:path w="1214" h="1106" extrusionOk="0">
                <a:moveTo>
                  <a:pt x="607" y="0"/>
                </a:moveTo>
                <a:cubicBezTo>
                  <a:pt x="465" y="0"/>
                  <a:pt x="324" y="54"/>
                  <a:pt x="216" y="162"/>
                </a:cubicBezTo>
                <a:cubicBezTo>
                  <a:pt x="0" y="377"/>
                  <a:pt x="0" y="727"/>
                  <a:pt x="216" y="943"/>
                </a:cubicBezTo>
                <a:cubicBezTo>
                  <a:pt x="324" y="1051"/>
                  <a:pt x="465" y="1105"/>
                  <a:pt x="607" y="1105"/>
                </a:cubicBezTo>
                <a:cubicBezTo>
                  <a:pt x="748" y="1105"/>
                  <a:pt x="889" y="1051"/>
                  <a:pt x="997" y="943"/>
                </a:cubicBezTo>
                <a:cubicBezTo>
                  <a:pt x="1213" y="727"/>
                  <a:pt x="1213" y="377"/>
                  <a:pt x="997" y="162"/>
                </a:cubicBezTo>
                <a:cubicBezTo>
                  <a:pt x="889" y="54"/>
                  <a:pt x="748" y="0"/>
                  <a:pt x="607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9" name="Google Shape;609;p25"/>
          <p:cNvSpPr/>
          <p:nvPr/>
        </p:nvSpPr>
        <p:spPr>
          <a:xfrm>
            <a:off x="-832409" y="710383"/>
            <a:ext cx="1297365" cy="1182051"/>
          </a:xfrm>
          <a:custGeom>
            <a:avLst/>
            <a:gdLst/>
            <a:ahLst/>
            <a:cxnLst/>
            <a:rect l="l" t="t" r="r" b="b"/>
            <a:pathLst>
              <a:path w="8123" h="7401" extrusionOk="0">
                <a:moveTo>
                  <a:pt x="4061" y="1"/>
                </a:moveTo>
                <a:cubicBezTo>
                  <a:pt x="3115" y="1"/>
                  <a:pt x="2168" y="362"/>
                  <a:pt x="1446" y="1085"/>
                </a:cubicBezTo>
                <a:cubicBezTo>
                  <a:pt x="0" y="2529"/>
                  <a:pt x="0" y="4871"/>
                  <a:pt x="1446" y="6317"/>
                </a:cubicBezTo>
                <a:cubicBezTo>
                  <a:pt x="2168" y="7039"/>
                  <a:pt x="3115" y="7400"/>
                  <a:pt x="4061" y="7400"/>
                </a:cubicBezTo>
                <a:cubicBezTo>
                  <a:pt x="5008" y="7400"/>
                  <a:pt x="5955" y="7039"/>
                  <a:pt x="6678" y="6317"/>
                </a:cubicBezTo>
                <a:cubicBezTo>
                  <a:pt x="8122" y="4871"/>
                  <a:pt x="8122" y="2529"/>
                  <a:pt x="6678" y="1085"/>
                </a:cubicBezTo>
                <a:cubicBezTo>
                  <a:pt x="5955" y="362"/>
                  <a:pt x="5008" y="1"/>
                  <a:pt x="406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0" name="Google Shape;610;p25"/>
          <p:cNvSpPr/>
          <p:nvPr/>
        </p:nvSpPr>
        <p:spPr>
          <a:xfrm>
            <a:off x="185619" y="115050"/>
            <a:ext cx="324860" cy="324860"/>
          </a:xfrm>
          <a:custGeom>
            <a:avLst/>
            <a:gdLst/>
            <a:ahLst/>
            <a:cxnLst/>
            <a:rect l="l" t="t" r="r" b="b"/>
            <a:pathLst>
              <a:path w="2034" h="2034" extrusionOk="0">
                <a:moveTo>
                  <a:pt x="1017" y="1"/>
                </a:moveTo>
                <a:cubicBezTo>
                  <a:pt x="456" y="1"/>
                  <a:pt x="1" y="456"/>
                  <a:pt x="1" y="1017"/>
                </a:cubicBezTo>
                <a:cubicBezTo>
                  <a:pt x="1" y="1579"/>
                  <a:pt x="456" y="2034"/>
                  <a:pt x="1017" y="2034"/>
                </a:cubicBezTo>
                <a:cubicBezTo>
                  <a:pt x="1579" y="2034"/>
                  <a:pt x="2034" y="1579"/>
                  <a:pt x="2034" y="1017"/>
                </a:cubicBezTo>
                <a:cubicBezTo>
                  <a:pt x="2034" y="456"/>
                  <a:pt x="1579" y="1"/>
                  <a:pt x="1017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1" name="Google Shape;611;p25"/>
          <p:cNvSpPr/>
          <p:nvPr/>
        </p:nvSpPr>
        <p:spPr>
          <a:xfrm>
            <a:off x="8869419" y="-448389"/>
            <a:ext cx="588869" cy="588709"/>
          </a:xfrm>
          <a:custGeom>
            <a:avLst/>
            <a:gdLst/>
            <a:ahLst/>
            <a:cxnLst/>
            <a:rect l="l" t="t" r="r" b="b"/>
            <a:pathLst>
              <a:path w="3687" h="3686" extrusionOk="0">
                <a:moveTo>
                  <a:pt x="1844" y="0"/>
                </a:moveTo>
                <a:cubicBezTo>
                  <a:pt x="826" y="0"/>
                  <a:pt x="1" y="825"/>
                  <a:pt x="1" y="1843"/>
                </a:cubicBezTo>
                <a:cubicBezTo>
                  <a:pt x="1" y="2861"/>
                  <a:pt x="826" y="3686"/>
                  <a:pt x="1844" y="3686"/>
                </a:cubicBezTo>
                <a:cubicBezTo>
                  <a:pt x="2861" y="3686"/>
                  <a:pt x="3686" y="2861"/>
                  <a:pt x="3686" y="1843"/>
                </a:cubicBezTo>
                <a:cubicBezTo>
                  <a:pt x="3686" y="825"/>
                  <a:pt x="2861" y="0"/>
                  <a:pt x="1844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2" name="Google Shape;612;p25"/>
          <p:cNvSpPr/>
          <p:nvPr/>
        </p:nvSpPr>
        <p:spPr>
          <a:xfrm>
            <a:off x="8853697" y="201779"/>
            <a:ext cx="166263" cy="151410"/>
          </a:xfrm>
          <a:custGeom>
            <a:avLst/>
            <a:gdLst/>
            <a:ahLst/>
            <a:cxnLst/>
            <a:rect l="l" t="t" r="r" b="b"/>
            <a:pathLst>
              <a:path w="1041" h="948" extrusionOk="0">
                <a:moveTo>
                  <a:pt x="521" y="0"/>
                </a:moveTo>
                <a:cubicBezTo>
                  <a:pt x="399" y="0"/>
                  <a:pt x="278" y="47"/>
                  <a:pt x="186" y="139"/>
                </a:cubicBezTo>
                <a:cubicBezTo>
                  <a:pt x="1" y="324"/>
                  <a:pt x="1" y="624"/>
                  <a:pt x="186" y="809"/>
                </a:cubicBezTo>
                <a:cubicBezTo>
                  <a:pt x="278" y="901"/>
                  <a:pt x="399" y="948"/>
                  <a:pt x="521" y="948"/>
                </a:cubicBezTo>
                <a:cubicBezTo>
                  <a:pt x="642" y="948"/>
                  <a:pt x="763" y="901"/>
                  <a:pt x="856" y="809"/>
                </a:cubicBezTo>
                <a:cubicBezTo>
                  <a:pt x="1041" y="624"/>
                  <a:pt x="1041" y="324"/>
                  <a:pt x="856" y="139"/>
                </a:cubicBezTo>
                <a:cubicBezTo>
                  <a:pt x="763" y="47"/>
                  <a:pt x="642" y="0"/>
                  <a:pt x="52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3" name="Google Shape;613;p25"/>
          <p:cNvSpPr/>
          <p:nvPr/>
        </p:nvSpPr>
        <p:spPr>
          <a:xfrm>
            <a:off x="63854" y="4252589"/>
            <a:ext cx="256183" cy="224719"/>
          </a:xfrm>
          <a:custGeom>
            <a:avLst/>
            <a:gdLst/>
            <a:ahLst/>
            <a:cxnLst/>
            <a:rect l="l" t="t" r="r" b="b"/>
            <a:pathLst>
              <a:path w="1604" h="1407" extrusionOk="0">
                <a:moveTo>
                  <a:pt x="800" y="0"/>
                </a:moveTo>
                <a:cubicBezTo>
                  <a:pt x="676" y="0"/>
                  <a:pt x="549" y="34"/>
                  <a:pt x="435" y="104"/>
                </a:cubicBezTo>
                <a:cubicBezTo>
                  <a:pt x="104" y="307"/>
                  <a:pt x="0" y="740"/>
                  <a:pt x="203" y="1071"/>
                </a:cubicBezTo>
                <a:cubicBezTo>
                  <a:pt x="336" y="1288"/>
                  <a:pt x="566" y="1407"/>
                  <a:pt x="802" y="1407"/>
                </a:cubicBezTo>
                <a:cubicBezTo>
                  <a:pt x="927" y="1407"/>
                  <a:pt x="1054" y="1373"/>
                  <a:pt x="1169" y="1303"/>
                </a:cubicBezTo>
                <a:cubicBezTo>
                  <a:pt x="1500" y="1100"/>
                  <a:pt x="1604" y="667"/>
                  <a:pt x="1401" y="337"/>
                </a:cubicBezTo>
                <a:cubicBezTo>
                  <a:pt x="1268" y="120"/>
                  <a:pt x="1037" y="0"/>
                  <a:pt x="800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4" name="Google Shape;614;p25"/>
          <p:cNvSpPr/>
          <p:nvPr/>
        </p:nvSpPr>
        <p:spPr>
          <a:xfrm>
            <a:off x="7687648" y="4631110"/>
            <a:ext cx="197727" cy="182714"/>
          </a:xfrm>
          <a:custGeom>
            <a:avLst/>
            <a:gdLst/>
            <a:ahLst/>
            <a:cxnLst/>
            <a:rect l="l" t="t" r="r" b="b"/>
            <a:pathLst>
              <a:path w="1238" h="1144" extrusionOk="0">
                <a:moveTo>
                  <a:pt x="608" y="0"/>
                </a:moveTo>
                <a:cubicBezTo>
                  <a:pt x="428" y="0"/>
                  <a:pt x="255" y="86"/>
                  <a:pt x="146" y="236"/>
                </a:cubicBezTo>
                <a:cubicBezTo>
                  <a:pt x="11" y="424"/>
                  <a:pt x="0" y="673"/>
                  <a:pt x="122" y="871"/>
                </a:cubicBezTo>
                <a:cubicBezTo>
                  <a:pt x="226" y="1042"/>
                  <a:pt x="412" y="1143"/>
                  <a:pt x="609" y="1143"/>
                </a:cubicBezTo>
                <a:cubicBezTo>
                  <a:pt x="638" y="1143"/>
                  <a:pt x="669" y="1141"/>
                  <a:pt x="699" y="1136"/>
                </a:cubicBezTo>
                <a:cubicBezTo>
                  <a:pt x="926" y="1100"/>
                  <a:pt x="1111" y="929"/>
                  <a:pt x="1164" y="706"/>
                </a:cubicBezTo>
                <a:cubicBezTo>
                  <a:pt x="1238" y="398"/>
                  <a:pt x="1049" y="90"/>
                  <a:pt x="743" y="16"/>
                </a:cubicBezTo>
                <a:cubicBezTo>
                  <a:pt x="698" y="6"/>
                  <a:pt x="653" y="0"/>
                  <a:pt x="608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5" name="Google Shape;615;p25"/>
          <p:cNvSpPr/>
          <p:nvPr/>
        </p:nvSpPr>
        <p:spPr>
          <a:xfrm>
            <a:off x="8144034" y="4595833"/>
            <a:ext cx="494957" cy="449917"/>
          </a:xfrm>
          <a:custGeom>
            <a:avLst/>
            <a:gdLst/>
            <a:ahLst/>
            <a:cxnLst/>
            <a:rect l="l" t="t" r="r" b="b"/>
            <a:pathLst>
              <a:path w="3099" h="2817" extrusionOk="0">
                <a:moveTo>
                  <a:pt x="1548" y="0"/>
                </a:moveTo>
                <a:cubicBezTo>
                  <a:pt x="910" y="0"/>
                  <a:pt x="332" y="437"/>
                  <a:pt x="179" y="1086"/>
                </a:cubicBezTo>
                <a:cubicBezTo>
                  <a:pt x="1" y="1842"/>
                  <a:pt x="469" y="2600"/>
                  <a:pt x="1226" y="2778"/>
                </a:cubicBezTo>
                <a:cubicBezTo>
                  <a:pt x="1335" y="2804"/>
                  <a:pt x="1444" y="2817"/>
                  <a:pt x="1552" y="2817"/>
                </a:cubicBezTo>
                <a:cubicBezTo>
                  <a:pt x="2190" y="2817"/>
                  <a:pt x="2767" y="2379"/>
                  <a:pt x="2920" y="1732"/>
                </a:cubicBezTo>
                <a:cubicBezTo>
                  <a:pt x="3098" y="976"/>
                  <a:pt x="2630" y="217"/>
                  <a:pt x="1873" y="38"/>
                </a:cubicBezTo>
                <a:cubicBezTo>
                  <a:pt x="1765" y="12"/>
                  <a:pt x="1656" y="0"/>
                  <a:pt x="154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6" name="Google Shape;616;p25"/>
          <p:cNvSpPr/>
          <p:nvPr/>
        </p:nvSpPr>
        <p:spPr>
          <a:xfrm>
            <a:off x="8234635" y="299176"/>
            <a:ext cx="495116" cy="449917"/>
          </a:xfrm>
          <a:custGeom>
            <a:avLst/>
            <a:gdLst/>
            <a:ahLst/>
            <a:cxnLst/>
            <a:rect l="l" t="t" r="r" b="b"/>
            <a:pathLst>
              <a:path w="3100" h="2817" extrusionOk="0">
                <a:moveTo>
                  <a:pt x="1549" y="0"/>
                </a:moveTo>
                <a:cubicBezTo>
                  <a:pt x="910" y="0"/>
                  <a:pt x="332" y="437"/>
                  <a:pt x="179" y="1085"/>
                </a:cubicBezTo>
                <a:cubicBezTo>
                  <a:pt x="1" y="1842"/>
                  <a:pt x="470" y="2600"/>
                  <a:pt x="1227" y="2778"/>
                </a:cubicBezTo>
                <a:cubicBezTo>
                  <a:pt x="1335" y="2804"/>
                  <a:pt x="1444" y="2816"/>
                  <a:pt x="1551" y="2816"/>
                </a:cubicBezTo>
                <a:cubicBezTo>
                  <a:pt x="2189" y="2816"/>
                  <a:pt x="2766" y="2380"/>
                  <a:pt x="2919" y="1732"/>
                </a:cubicBezTo>
                <a:cubicBezTo>
                  <a:pt x="3099" y="974"/>
                  <a:pt x="2630" y="216"/>
                  <a:pt x="1873" y="38"/>
                </a:cubicBezTo>
                <a:cubicBezTo>
                  <a:pt x="1764" y="12"/>
                  <a:pt x="1656" y="0"/>
                  <a:pt x="1549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7" name="Google Shape;617;p25"/>
          <p:cNvSpPr/>
          <p:nvPr/>
        </p:nvSpPr>
        <p:spPr>
          <a:xfrm flipH="1">
            <a:off x="6240372" y="414654"/>
            <a:ext cx="5846984" cy="795307"/>
          </a:xfrm>
          <a:custGeom>
            <a:avLst/>
            <a:gdLst/>
            <a:ahLst/>
            <a:cxnLst/>
            <a:rect l="l" t="t" r="r" b="b"/>
            <a:pathLst>
              <a:path w="51588" h="7017" extrusionOk="0">
                <a:moveTo>
                  <a:pt x="40194" y="0"/>
                </a:moveTo>
                <a:cubicBezTo>
                  <a:pt x="40147" y="0"/>
                  <a:pt x="40101" y="26"/>
                  <a:pt x="40086" y="87"/>
                </a:cubicBezTo>
                <a:cubicBezTo>
                  <a:pt x="39609" y="1998"/>
                  <a:pt x="39290" y="3945"/>
                  <a:pt x="39132" y="5911"/>
                </a:cubicBezTo>
                <a:lnTo>
                  <a:pt x="39132" y="5911"/>
                </a:lnTo>
                <a:cubicBezTo>
                  <a:pt x="37627" y="5730"/>
                  <a:pt x="36112" y="5637"/>
                  <a:pt x="34595" y="5632"/>
                </a:cubicBezTo>
                <a:cubicBezTo>
                  <a:pt x="34552" y="5631"/>
                  <a:pt x="34509" y="5631"/>
                  <a:pt x="34466" y="5631"/>
                </a:cubicBezTo>
                <a:cubicBezTo>
                  <a:pt x="33733" y="5631"/>
                  <a:pt x="33000" y="5652"/>
                  <a:pt x="32268" y="5694"/>
                </a:cubicBezTo>
                <a:cubicBezTo>
                  <a:pt x="32063" y="5705"/>
                  <a:pt x="31847" y="5721"/>
                  <a:pt x="31632" y="5721"/>
                </a:cubicBezTo>
                <a:cubicBezTo>
                  <a:pt x="31203" y="5721"/>
                  <a:pt x="30776" y="5658"/>
                  <a:pt x="30444" y="5370"/>
                </a:cubicBezTo>
                <a:cubicBezTo>
                  <a:pt x="30421" y="5348"/>
                  <a:pt x="30390" y="5336"/>
                  <a:pt x="30358" y="5336"/>
                </a:cubicBezTo>
                <a:cubicBezTo>
                  <a:pt x="30338" y="5336"/>
                  <a:pt x="30317" y="5341"/>
                  <a:pt x="30298" y="5351"/>
                </a:cubicBezTo>
                <a:cubicBezTo>
                  <a:pt x="29530" y="5752"/>
                  <a:pt x="28691" y="6027"/>
                  <a:pt x="27824" y="6100"/>
                </a:cubicBezTo>
                <a:cubicBezTo>
                  <a:pt x="27667" y="6114"/>
                  <a:pt x="27509" y="6121"/>
                  <a:pt x="27352" y="6121"/>
                </a:cubicBezTo>
                <a:cubicBezTo>
                  <a:pt x="27081" y="6121"/>
                  <a:pt x="26809" y="6100"/>
                  <a:pt x="26540" y="6058"/>
                </a:cubicBezTo>
                <a:cubicBezTo>
                  <a:pt x="26145" y="5994"/>
                  <a:pt x="25771" y="5859"/>
                  <a:pt x="25384" y="5757"/>
                </a:cubicBezTo>
                <a:cubicBezTo>
                  <a:pt x="25163" y="5699"/>
                  <a:pt x="24931" y="5651"/>
                  <a:pt x="24701" y="5651"/>
                </a:cubicBezTo>
                <a:cubicBezTo>
                  <a:pt x="24569" y="5651"/>
                  <a:pt x="24439" y="5666"/>
                  <a:pt x="24311" y="5704"/>
                </a:cubicBezTo>
                <a:cubicBezTo>
                  <a:pt x="24066" y="5776"/>
                  <a:pt x="23773" y="6065"/>
                  <a:pt x="23508" y="6065"/>
                </a:cubicBezTo>
                <a:cubicBezTo>
                  <a:pt x="23423" y="6065"/>
                  <a:pt x="23340" y="6036"/>
                  <a:pt x="23263" y="5960"/>
                </a:cubicBezTo>
                <a:cubicBezTo>
                  <a:pt x="22985" y="5685"/>
                  <a:pt x="22901" y="5165"/>
                  <a:pt x="22794" y="4805"/>
                </a:cubicBezTo>
                <a:cubicBezTo>
                  <a:pt x="22665" y="4375"/>
                  <a:pt x="22548" y="3939"/>
                  <a:pt x="22445" y="3500"/>
                </a:cubicBezTo>
                <a:cubicBezTo>
                  <a:pt x="22208" y="2493"/>
                  <a:pt x="22040" y="1472"/>
                  <a:pt x="21943" y="441"/>
                </a:cubicBezTo>
                <a:cubicBezTo>
                  <a:pt x="21936" y="369"/>
                  <a:pt x="21865" y="321"/>
                  <a:pt x="21802" y="321"/>
                </a:cubicBezTo>
                <a:cubicBezTo>
                  <a:pt x="21755" y="321"/>
                  <a:pt x="21713" y="347"/>
                  <a:pt x="21705" y="409"/>
                </a:cubicBezTo>
                <a:cubicBezTo>
                  <a:pt x="21704" y="419"/>
                  <a:pt x="21702" y="430"/>
                  <a:pt x="21701" y="441"/>
                </a:cubicBezTo>
                <a:lnTo>
                  <a:pt x="21701" y="441"/>
                </a:lnTo>
                <a:lnTo>
                  <a:pt x="21700" y="441"/>
                </a:lnTo>
                <a:lnTo>
                  <a:pt x="21700" y="441"/>
                </a:lnTo>
                <a:cubicBezTo>
                  <a:pt x="21700" y="442"/>
                  <a:pt x="21700" y="443"/>
                  <a:pt x="21700" y="443"/>
                </a:cubicBezTo>
                <a:lnTo>
                  <a:pt x="21700" y="443"/>
                </a:lnTo>
                <a:cubicBezTo>
                  <a:pt x="21422" y="2412"/>
                  <a:pt x="21064" y="4367"/>
                  <a:pt x="20627" y="6308"/>
                </a:cubicBezTo>
                <a:lnTo>
                  <a:pt x="20627" y="6308"/>
                </a:lnTo>
                <a:cubicBezTo>
                  <a:pt x="20193" y="5809"/>
                  <a:pt x="19613" y="5656"/>
                  <a:pt x="18985" y="5656"/>
                </a:cubicBezTo>
                <a:cubicBezTo>
                  <a:pt x="18017" y="5656"/>
                  <a:pt x="16934" y="6019"/>
                  <a:pt x="16086" y="6040"/>
                </a:cubicBezTo>
                <a:cubicBezTo>
                  <a:pt x="16026" y="6042"/>
                  <a:pt x="15966" y="6042"/>
                  <a:pt x="15906" y="6042"/>
                </a:cubicBezTo>
                <a:cubicBezTo>
                  <a:pt x="15020" y="6042"/>
                  <a:pt x="14142" y="5892"/>
                  <a:pt x="13257" y="5882"/>
                </a:cubicBezTo>
                <a:cubicBezTo>
                  <a:pt x="13220" y="5882"/>
                  <a:pt x="13184" y="5882"/>
                  <a:pt x="13147" y="5882"/>
                </a:cubicBezTo>
                <a:cubicBezTo>
                  <a:pt x="12743" y="5882"/>
                  <a:pt x="12337" y="5916"/>
                  <a:pt x="11944" y="6009"/>
                </a:cubicBezTo>
                <a:cubicBezTo>
                  <a:pt x="11728" y="6062"/>
                  <a:pt x="11524" y="6140"/>
                  <a:pt x="11317" y="6220"/>
                </a:cubicBezTo>
                <a:cubicBezTo>
                  <a:pt x="11229" y="6253"/>
                  <a:pt x="11124" y="6294"/>
                  <a:pt x="11023" y="6294"/>
                </a:cubicBezTo>
                <a:cubicBezTo>
                  <a:pt x="10995" y="6294"/>
                  <a:pt x="10968" y="6291"/>
                  <a:pt x="10941" y="6283"/>
                </a:cubicBezTo>
                <a:cubicBezTo>
                  <a:pt x="10819" y="6250"/>
                  <a:pt x="10737" y="6144"/>
                  <a:pt x="10647" y="6064"/>
                </a:cubicBezTo>
                <a:cubicBezTo>
                  <a:pt x="10474" y="5905"/>
                  <a:pt x="10309" y="5839"/>
                  <a:pt x="10157" y="5839"/>
                </a:cubicBezTo>
                <a:cubicBezTo>
                  <a:pt x="9878" y="5839"/>
                  <a:pt x="9642" y="6062"/>
                  <a:pt x="9476" y="6349"/>
                </a:cubicBezTo>
                <a:lnTo>
                  <a:pt x="9476" y="6349"/>
                </a:lnTo>
                <a:cubicBezTo>
                  <a:pt x="9350" y="4334"/>
                  <a:pt x="9024" y="2335"/>
                  <a:pt x="8503" y="384"/>
                </a:cubicBezTo>
                <a:cubicBezTo>
                  <a:pt x="8488" y="328"/>
                  <a:pt x="8431" y="297"/>
                  <a:pt x="8377" y="297"/>
                </a:cubicBezTo>
                <a:cubicBezTo>
                  <a:pt x="8326" y="297"/>
                  <a:pt x="8278" y="324"/>
                  <a:pt x="8269" y="384"/>
                </a:cubicBezTo>
                <a:cubicBezTo>
                  <a:pt x="7971" y="2396"/>
                  <a:pt x="7391" y="4355"/>
                  <a:pt x="6547" y="6207"/>
                </a:cubicBezTo>
                <a:lnTo>
                  <a:pt x="6547" y="6207"/>
                </a:lnTo>
                <a:cubicBezTo>
                  <a:pt x="5592" y="6031"/>
                  <a:pt x="4624" y="5942"/>
                  <a:pt x="3654" y="5942"/>
                </a:cubicBezTo>
                <a:cubicBezTo>
                  <a:pt x="3490" y="5942"/>
                  <a:pt x="3326" y="5945"/>
                  <a:pt x="3163" y="5950"/>
                </a:cubicBezTo>
                <a:cubicBezTo>
                  <a:pt x="2632" y="5967"/>
                  <a:pt x="2110" y="6035"/>
                  <a:pt x="1582" y="6067"/>
                </a:cubicBezTo>
                <a:cubicBezTo>
                  <a:pt x="1496" y="6073"/>
                  <a:pt x="1406" y="6076"/>
                  <a:pt x="1316" y="6076"/>
                </a:cubicBezTo>
                <a:cubicBezTo>
                  <a:pt x="928" y="6076"/>
                  <a:pt x="522" y="6007"/>
                  <a:pt x="276" y="5683"/>
                </a:cubicBezTo>
                <a:cubicBezTo>
                  <a:pt x="249" y="5647"/>
                  <a:pt x="211" y="5632"/>
                  <a:pt x="174" y="5632"/>
                </a:cubicBezTo>
                <a:cubicBezTo>
                  <a:pt x="86" y="5632"/>
                  <a:pt x="0" y="5719"/>
                  <a:pt x="67" y="5806"/>
                </a:cubicBezTo>
                <a:lnTo>
                  <a:pt x="65" y="5806"/>
                </a:lnTo>
                <a:cubicBezTo>
                  <a:pt x="380" y="6221"/>
                  <a:pt x="854" y="6327"/>
                  <a:pt x="1354" y="6327"/>
                </a:cubicBezTo>
                <a:cubicBezTo>
                  <a:pt x="1802" y="6327"/>
                  <a:pt x="2272" y="6241"/>
                  <a:pt x="2666" y="6216"/>
                </a:cubicBezTo>
                <a:cubicBezTo>
                  <a:pt x="2996" y="6195"/>
                  <a:pt x="3327" y="6185"/>
                  <a:pt x="3658" y="6185"/>
                </a:cubicBezTo>
                <a:cubicBezTo>
                  <a:pt x="4639" y="6185"/>
                  <a:pt x="5619" y="6277"/>
                  <a:pt x="6586" y="6461"/>
                </a:cubicBezTo>
                <a:cubicBezTo>
                  <a:pt x="6594" y="6462"/>
                  <a:pt x="6604" y="6463"/>
                  <a:pt x="6613" y="6463"/>
                </a:cubicBezTo>
                <a:cubicBezTo>
                  <a:pt x="6656" y="6463"/>
                  <a:pt x="6703" y="6446"/>
                  <a:pt x="6723" y="6405"/>
                </a:cubicBezTo>
                <a:cubicBezTo>
                  <a:pt x="7516" y="4686"/>
                  <a:pt x="8085" y="2871"/>
                  <a:pt x="8412" y="1007"/>
                </a:cubicBezTo>
                <a:lnTo>
                  <a:pt x="8412" y="1007"/>
                </a:lnTo>
                <a:cubicBezTo>
                  <a:pt x="8889" y="2938"/>
                  <a:pt x="9173" y="4911"/>
                  <a:pt x="9262" y="6898"/>
                </a:cubicBezTo>
                <a:cubicBezTo>
                  <a:pt x="9265" y="6973"/>
                  <a:pt x="9329" y="7017"/>
                  <a:pt x="9391" y="7017"/>
                </a:cubicBezTo>
                <a:cubicBezTo>
                  <a:pt x="9439" y="7017"/>
                  <a:pt x="9485" y="6990"/>
                  <a:pt x="9500" y="6930"/>
                </a:cubicBezTo>
                <a:cubicBezTo>
                  <a:pt x="9573" y="6645"/>
                  <a:pt x="9736" y="6159"/>
                  <a:pt x="10064" y="6074"/>
                </a:cubicBezTo>
                <a:cubicBezTo>
                  <a:pt x="10093" y="6066"/>
                  <a:pt x="10121" y="6063"/>
                  <a:pt x="10148" y="6063"/>
                </a:cubicBezTo>
                <a:cubicBezTo>
                  <a:pt x="10421" y="6063"/>
                  <a:pt x="10593" y="6421"/>
                  <a:pt x="10845" y="6506"/>
                </a:cubicBezTo>
                <a:cubicBezTo>
                  <a:pt x="10907" y="6526"/>
                  <a:pt x="10969" y="6535"/>
                  <a:pt x="11032" y="6535"/>
                </a:cubicBezTo>
                <a:cubicBezTo>
                  <a:pt x="11319" y="6535"/>
                  <a:pt x="11614" y="6351"/>
                  <a:pt x="11880" y="6277"/>
                </a:cubicBezTo>
                <a:cubicBezTo>
                  <a:pt x="12292" y="6162"/>
                  <a:pt x="12719" y="6124"/>
                  <a:pt x="13145" y="6124"/>
                </a:cubicBezTo>
                <a:cubicBezTo>
                  <a:pt x="13152" y="6124"/>
                  <a:pt x="13159" y="6124"/>
                  <a:pt x="13166" y="6124"/>
                </a:cubicBezTo>
                <a:cubicBezTo>
                  <a:pt x="14006" y="6124"/>
                  <a:pt x="14837" y="6259"/>
                  <a:pt x="15676" y="6281"/>
                </a:cubicBezTo>
                <a:cubicBezTo>
                  <a:pt x="15722" y="6282"/>
                  <a:pt x="15768" y="6283"/>
                  <a:pt x="15814" y="6283"/>
                </a:cubicBezTo>
                <a:cubicBezTo>
                  <a:pt x="16620" y="6283"/>
                  <a:pt x="17375" y="6095"/>
                  <a:pt x="18170" y="5963"/>
                </a:cubicBezTo>
                <a:cubicBezTo>
                  <a:pt x="18399" y="5925"/>
                  <a:pt x="18644" y="5900"/>
                  <a:pt x="18889" y="5900"/>
                </a:cubicBezTo>
                <a:cubicBezTo>
                  <a:pt x="19544" y="5900"/>
                  <a:pt x="20204" y="6076"/>
                  <a:pt x="20584" y="6648"/>
                </a:cubicBezTo>
                <a:cubicBezTo>
                  <a:pt x="20609" y="6686"/>
                  <a:pt x="20652" y="6706"/>
                  <a:pt x="20694" y="6706"/>
                </a:cubicBezTo>
                <a:cubicBezTo>
                  <a:pt x="20744" y="6706"/>
                  <a:pt x="20792" y="6678"/>
                  <a:pt x="20805" y="6620"/>
                </a:cubicBezTo>
                <a:cubicBezTo>
                  <a:pt x="21202" y="4882"/>
                  <a:pt x="21536" y="3131"/>
                  <a:pt x="21806" y="1368"/>
                </a:cubicBezTo>
                <a:lnTo>
                  <a:pt x="21806" y="1368"/>
                </a:lnTo>
                <a:cubicBezTo>
                  <a:pt x="21895" y="2027"/>
                  <a:pt x="22012" y="2681"/>
                  <a:pt x="22156" y="3330"/>
                </a:cubicBezTo>
                <a:cubicBezTo>
                  <a:pt x="22266" y="3816"/>
                  <a:pt x="22392" y="4298"/>
                  <a:pt x="22533" y="4777"/>
                </a:cubicBezTo>
                <a:cubicBezTo>
                  <a:pt x="22649" y="5170"/>
                  <a:pt x="22741" y="5625"/>
                  <a:pt x="22967" y="5973"/>
                </a:cubicBezTo>
                <a:cubicBezTo>
                  <a:pt x="23099" y="6175"/>
                  <a:pt x="23293" y="6317"/>
                  <a:pt x="23520" y="6317"/>
                </a:cubicBezTo>
                <a:cubicBezTo>
                  <a:pt x="23577" y="6317"/>
                  <a:pt x="23636" y="6308"/>
                  <a:pt x="23697" y="6289"/>
                </a:cubicBezTo>
                <a:cubicBezTo>
                  <a:pt x="23862" y="6236"/>
                  <a:pt x="23995" y="6124"/>
                  <a:pt x="24144" y="6039"/>
                </a:cubicBezTo>
                <a:cubicBezTo>
                  <a:pt x="24324" y="5935"/>
                  <a:pt x="24517" y="5894"/>
                  <a:pt x="24718" y="5894"/>
                </a:cubicBezTo>
                <a:cubicBezTo>
                  <a:pt x="24772" y="5894"/>
                  <a:pt x="24825" y="5896"/>
                  <a:pt x="24880" y="5902"/>
                </a:cubicBezTo>
                <a:cubicBezTo>
                  <a:pt x="25352" y="5951"/>
                  <a:pt x="25797" y="6154"/>
                  <a:pt x="26260" y="6251"/>
                </a:cubicBezTo>
                <a:cubicBezTo>
                  <a:pt x="26616" y="6325"/>
                  <a:pt x="26978" y="6363"/>
                  <a:pt x="27342" y="6363"/>
                </a:cubicBezTo>
                <a:cubicBezTo>
                  <a:pt x="27415" y="6363"/>
                  <a:pt x="27488" y="6361"/>
                  <a:pt x="27561" y="6358"/>
                </a:cubicBezTo>
                <a:cubicBezTo>
                  <a:pt x="28533" y="6322"/>
                  <a:pt x="29480" y="6039"/>
                  <a:pt x="30344" y="5599"/>
                </a:cubicBezTo>
                <a:lnTo>
                  <a:pt x="30344" y="5599"/>
                </a:lnTo>
                <a:cubicBezTo>
                  <a:pt x="30725" y="5890"/>
                  <a:pt x="31192" y="5960"/>
                  <a:pt x="31663" y="5960"/>
                </a:cubicBezTo>
                <a:cubicBezTo>
                  <a:pt x="31741" y="5960"/>
                  <a:pt x="31819" y="5958"/>
                  <a:pt x="31897" y="5955"/>
                </a:cubicBezTo>
                <a:cubicBezTo>
                  <a:pt x="32694" y="5924"/>
                  <a:pt x="33491" y="5877"/>
                  <a:pt x="34290" y="5873"/>
                </a:cubicBezTo>
                <a:cubicBezTo>
                  <a:pt x="34342" y="5873"/>
                  <a:pt x="34394" y="5873"/>
                  <a:pt x="34445" y="5873"/>
                </a:cubicBezTo>
                <a:cubicBezTo>
                  <a:pt x="36049" y="5873"/>
                  <a:pt x="37649" y="5970"/>
                  <a:pt x="39242" y="6166"/>
                </a:cubicBezTo>
                <a:cubicBezTo>
                  <a:pt x="39246" y="6166"/>
                  <a:pt x="39250" y="6166"/>
                  <a:pt x="39253" y="6166"/>
                </a:cubicBezTo>
                <a:cubicBezTo>
                  <a:pt x="39316" y="6166"/>
                  <a:pt x="39358" y="6100"/>
                  <a:pt x="39362" y="6044"/>
                </a:cubicBezTo>
                <a:cubicBezTo>
                  <a:pt x="39496" y="4312"/>
                  <a:pt x="39757" y="2592"/>
                  <a:pt x="40142" y="898"/>
                </a:cubicBezTo>
                <a:lnTo>
                  <a:pt x="40142" y="898"/>
                </a:lnTo>
                <a:cubicBezTo>
                  <a:pt x="40298" y="2532"/>
                  <a:pt x="40648" y="4141"/>
                  <a:pt x="41185" y="5694"/>
                </a:cubicBezTo>
                <a:cubicBezTo>
                  <a:pt x="41201" y="5745"/>
                  <a:pt x="41249" y="5782"/>
                  <a:pt x="41303" y="5783"/>
                </a:cubicBezTo>
                <a:cubicBezTo>
                  <a:pt x="43109" y="5836"/>
                  <a:pt x="44916" y="5857"/>
                  <a:pt x="46722" y="5857"/>
                </a:cubicBezTo>
                <a:cubicBezTo>
                  <a:pt x="48292" y="5857"/>
                  <a:pt x="49861" y="5841"/>
                  <a:pt x="51431" y="5818"/>
                </a:cubicBezTo>
                <a:cubicBezTo>
                  <a:pt x="51585" y="5815"/>
                  <a:pt x="51587" y="5576"/>
                  <a:pt x="51433" y="5576"/>
                </a:cubicBezTo>
                <a:cubicBezTo>
                  <a:pt x="51433" y="5576"/>
                  <a:pt x="51432" y="5576"/>
                  <a:pt x="51431" y="5576"/>
                </a:cubicBezTo>
                <a:cubicBezTo>
                  <a:pt x="49855" y="5599"/>
                  <a:pt x="48279" y="5615"/>
                  <a:pt x="46703" y="5615"/>
                </a:cubicBezTo>
                <a:cubicBezTo>
                  <a:pt x="44931" y="5615"/>
                  <a:pt x="43160" y="5595"/>
                  <a:pt x="41389" y="5544"/>
                </a:cubicBezTo>
                <a:lnTo>
                  <a:pt x="41389" y="5544"/>
                </a:lnTo>
                <a:cubicBezTo>
                  <a:pt x="40791" y="3792"/>
                  <a:pt x="40432" y="1967"/>
                  <a:pt x="40324" y="119"/>
                </a:cubicBezTo>
                <a:cubicBezTo>
                  <a:pt x="40320" y="45"/>
                  <a:pt x="40255" y="0"/>
                  <a:pt x="4019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8" name="Google Shape;618;p25"/>
          <p:cNvSpPr/>
          <p:nvPr/>
        </p:nvSpPr>
        <p:spPr>
          <a:xfrm flipH="1">
            <a:off x="6892822" y="4085229"/>
            <a:ext cx="5846984" cy="795307"/>
          </a:xfrm>
          <a:custGeom>
            <a:avLst/>
            <a:gdLst/>
            <a:ahLst/>
            <a:cxnLst/>
            <a:rect l="l" t="t" r="r" b="b"/>
            <a:pathLst>
              <a:path w="51588" h="7017" extrusionOk="0">
                <a:moveTo>
                  <a:pt x="40194" y="0"/>
                </a:moveTo>
                <a:cubicBezTo>
                  <a:pt x="40147" y="0"/>
                  <a:pt x="40101" y="26"/>
                  <a:pt x="40086" y="87"/>
                </a:cubicBezTo>
                <a:cubicBezTo>
                  <a:pt x="39609" y="1998"/>
                  <a:pt x="39290" y="3945"/>
                  <a:pt x="39132" y="5911"/>
                </a:cubicBezTo>
                <a:lnTo>
                  <a:pt x="39132" y="5911"/>
                </a:lnTo>
                <a:cubicBezTo>
                  <a:pt x="37627" y="5730"/>
                  <a:pt x="36112" y="5637"/>
                  <a:pt x="34595" y="5632"/>
                </a:cubicBezTo>
                <a:cubicBezTo>
                  <a:pt x="34552" y="5631"/>
                  <a:pt x="34509" y="5631"/>
                  <a:pt x="34466" y="5631"/>
                </a:cubicBezTo>
                <a:cubicBezTo>
                  <a:pt x="33733" y="5631"/>
                  <a:pt x="33000" y="5652"/>
                  <a:pt x="32268" y="5694"/>
                </a:cubicBezTo>
                <a:cubicBezTo>
                  <a:pt x="32063" y="5705"/>
                  <a:pt x="31847" y="5721"/>
                  <a:pt x="31632" y="5721"/>
                </a:cubicBezTo>
                <a:cubicBezTo>
                  <a:pt x="31203" y="5721"/>
                  <a:pt x="30776" y="5658"/>
                  <a:pt x="30444" y="5370"/>
                </a:cubicBezTo>
                <a:cubicBezTo>
                  <a:pt x="30421" y="5348"/>
                  <a:pt x="30390" y="5336"/>
                  <a:pt x="30358" y="5336"/>
                </a:cubicBezTo>
                <a:cubicBezTo>
                  <a:pt x="30338" y="5336"/>
                  <a:pt x="30317" y="5341"/>
                  <a:pt x="30298" y="5351"/>
                </a:cubicBezTo>
                <a:cubicBezTo>
                  <a:pt x="29530" y="5752"/>
                  <a:pt x="28691" y="6027"/>
                  <a:pt x="27824" y="6100"/>
                </a:cubicBezTo>
                <a:cubicBezTo>
                  <a:pt x="27667" y="6114"/>
                  <a:pt x="27509" y="6121"/>
                  <a:pt x="27352" y="6121"/>
                </a:cubicBezTo>
                <a:cubicBezTo>
                  <a:pt x="27081" y="6121"/>
                  <a:pt x="26809" y="6100"/>
                  <a:pt x="26540" y="6058"/>
                </a:cubicBezTo>
                <a:cubicBezTo>
                  <a:pt x="26145" y="5994"/>
                  <a:pt x="25771" y="5859"/>
                  <a:pt x="25384" y="5757"/>
                </a:cubicBezTo>
                <a:cubicBezTo>
                  <a:pt x="25163" y="5699"/>
                  <a:pt x="24931" y="5651"/>
                  <a:pt x="24701" y="5651"/>
                </a:cubicBezTo>
                <a:cubicBezTo>
                  <a:pt x="24569" y="5651"/>
                  <a:pt x="24439" y="5666"/>
                  <a:pt x="24311" y="5704"/>
                </a:cubicBezTo>
                <a:cubicBezTo>
                  <a:pt x="24066" y="5776"/>
                  <a:pt x="23773" y="6065"/>
                  <a:pt x="23508" y="6065"/>
                </a:cubicBezTo>
                <a:cubicBezTo>
                  <a:pt x="23423" y="6065"/>
                  <a:pt x="23340" y="6036"/>
                  <a:pt x="23263" y="5960"/>
                </a:cubicBezTo>
                <a:cubicBezTo>
                  <a:pt x="22985" y="5685"/>
                  <a:pt x="22901" y="5165"/>
                  <a:pt x="22794" y="4805"/>
                </a:cubicBezTo>
                <a:cubicBezTo>
                  <a:pt x="22665" y="4375"/>
                  <a:pt x="22548" y="3939"/>
                  <a:pt x="22445" y="3500"/>
                </a:cubicBezTo>
                <a:cubicBezTo>
                  <a:pt x="22208" y="2493"/>
                  <a:pt x="22040" y="1472"/>
                  <a:pt x="21943" y="441"/>
                </a:cubicBezTo>
                <a:cubicBezTo>
                  <a:pt x="21936" y="369"/>
                  <a:pt x="21865" y="321"/>
                  <a:pt x="21802" y="321"/>
                </a:cubicBezTo>
                <a:cubicBezTo>
                  <a:pt x="21755" y="321"/>
                  <a:pt x="21713" y="347"/>
                  <a:pt x="21705" y="409"/>
                </a:cubicBezTo>
                <a:cubicBezTo>
                  <a:pt x="21704" y="419"/>
                  <a:pt x="21702" y="430"/>
                  <a:pt x="21701" y="441"/>
                </a:cubicBezTo>
                <a:lnTo>
                  <a:pt x="21701" y="441"/>
                </a:lnTo>
                <a:lnTo>
                  <a:pt x="21700" y="441"/>
                </a:lnTo>
                <a:lnTo>
                  <a:pt x="21700" y="441"/>
                </a:lnTo>
                <a:cubicBezTo>
                  <a:pt x="21700" y="442"/>
                  <a:pt x="21700" y="443"/>
                  <a:pt x="21700" y="443"/>
                </a:cubicBezTo>
                <a:lnTo>
                  <a:pt x="21700" y="443"/>
                </a:lnTo>
                <a:cubicBezTo>
                  <a:pt x="21422" y="2412"/>
                  <a:pt x="21064" y="4367"/>
                  <a:pt x="20627" y="6308"/>
                </a:cubicBezTo>
                <a:lnTo>
                  <a:pt x="20627" y="6308"/>
                </a:lnTo>
                <a:cubicBezTo>
                  <a:pt x="20193" y="5809"/>
                  <a:pt x="19613" y="5656"/>
                  <a:pt x="18985" y="5656"/>
                </a:cubicBezTo>
                <a:cubicBezTo>
                  <a:pt x="18017" y="5656"/>
                  <a:pt x="16934" y="6019"/>
                  <a:pt x="16086" y="6040"/>
                </a:cubicBezTo>
                <a:cubicBezTo>
                  <a:pt x="16026" y="6042"/>
                  <a:pt x="15966" y="6042"/>
                  <a:pt x="15906" y="6042"/>
                </a:cubicBezTo>
                <a:cubicBezTo>
                  <a:pt x="15020" y="6042"/>
                  <a:pt x="14142" y="5892"/>
                  <a:pt x="13257" y="5882"/>
                </a:cubicBezTo>
                <a:cubicBezTo>
                  <a:pt x="13220" y="5882"/>
                  <a:pt x="13184" y="5882"/>
                  <a:pt x="13147" y="5882"/>
                </a:cubicBezTo>
                <a:cubicBezTo>
                  <a:pt x="12743" y="5882"/>
                  <a:pt x="12337" y="5916"/>
                  <a:pt x="11944" y="6009"/>
                </a:cubicBezTo>
                <a:cubicBezTo>
                  <a:pt x="11728" y="6062"/>
                  <a:pt x="11524" y="6140"/>
                  <a:pt x="11317" y="6220"/>
                </a:cubicBezTo>
                <a:cubicBezTo>
                  <a:pt x="11229" y="6253"/>
                  <a:pt x="11124" y="6294"/>
                  <a:pt x="11023" y="6294"/>
                </a:cubicBezTo>
                <a:cubicBezTo>
                  <a:pt x="10995" y="6294"/>
                  <a:pt x="10968" y="6291"/>
                  <a:pt x="10941" y="6283"/>
                </a:cubicBezTo>
                <a:cubicBezTo>
                  <a:pt x="10819" y="6250"/>
                  <a:pt x="10737" y="6144"/>
                  <a:pt x="10647" y="6064"/>
                </a:cubicBezTo>
                <a:cubicBezTo>
                  <a:pt x="10474" y="5905"/>
                  <a:pt x="10309" y="5839"/>
                  <a:pt x="10157" y="5839"/>
                </a:cubicBezTo>
                <a:cubicBezTo>
                  <a:pt x="9878" y="5839"/>
                  <a:pt x="9642" y="6062"/>
                  <a:pt x="9476" y="6349"/>
                </a:cubicBezTo>
                <a:lnTo>
                  <a:pt x="9476" y="6349"/>
                </a:lnTo>
                <a:cubicBezTo>
                  <a:pt x="9350" y="4334"/>
                  <a:pt x="9024" y="2335"/>
                  <a:pt x="8503" y="384"/>
                </a:cubicBezTo>
                <a:cubicBezTo>
                  <a:pt x="8488" y="328"/>
                  <a:pt x="8431" y="297"/>
                  <a:pt x="8377" y="297"/>
                </a:cubicBezTo>
                <a:cubicBezTo>
                  <a:pt x="8326" y="297"/>
                  <a:pt x="8278" y="324"/>
                  <a:pt x="8269" y="384"/>
                </a:cubicBezTo>
                <a:cubicBezTo>
                  <a:pt x="7971" y="2396"/>
                  <a:pt x="7391" y="4355"/>
                  <a:pt x="6547" y="6207"/>
                </a:cubicBezTo>
                <a:lnTo>
                  <a:pt x="6547" y="6207"/>
                </a:lnTo>
                <a:cubicBezTo>
                  <a:pt x="5592" y="6031"/>
                  <a:pt x="4624" y="5942"/>
                  <a:pt x="3654" y="5942"/>
                </a:cubicBezTo>
                <a:cubicBezTo>
                  <a:pt x="3490" y="5942"/>
                  <a:pt x="3326" y="5945"/>
                  <a:pt x="3163" y="5950"/>
                </a:cubicBezTo>
                <a:cubicBezTo>
                  <a:pt x="2632" y="5967"/>
                  <a:pt x="2110" y="6035"/>
                  <a:pt x="1582" y="6067"/>
                </a:cubicBezTo>
                <a:cubicBezTo>
                  <a:pt x="1496" y="6073"/>
                  <a:pt x="1406" y="6076"/>
                  <a:pt x="1316" y="6076"/>
                </a:cubicBezTo>
                <a:cubicBezTo>
                  <a:pt x="928" y="6076"/>
                  <a:pt x="522" y="6007"/>
                  <a:pt x="276" y="5683"/>
                </a:cubicBezTo>
                <a:cubicBezTo>
                  <a:pt x="249" y="5647"/>
                  <a:pt x="211" y="5632"/>
                  <a:pt x="174" y="5632"/>
                </a:cubicBezTo>
                <a:cubicBezTo>
                  <a:pt x="86" y="5632"/>
                  <a:pt x="0" y="5719"/>
                  <a:pt x="67" y="5806"/>
                </a:cubicBezTo>
                <a:lnTo>
                  <a:pt x="65" y="5806"/>
                </a:lnTo>
                <a:cubicBezTo>
                  <a:pt x="380" y="6221"/>
                  <a:pt x="854" y="6327"/>
                  <a:pt x="1354" y="6327"/>
                </a:cubicBezTo>
                <a:cubicBezTo>
                  <a:pt x="1802" y="6327"/>
                  <a:pt x="2272" y="6241"/>
                  <a:pt x="2666" y="6216"/>
                </a:cubicBezTo>
                <a:cubicBezTo>
                  <a:pt x="2996" y="6195"/>
                  <a:pt x="3327" y="6185"/>
                  <a:pt x="3658" y="6185"/>
                </a:cubicBezTo>
                <a:cubicBezTo>
                  <a:pt x="4639" y="6185"/>
                  <a:pt x="5619" y="6277"/>
                  <a:pt x="6586" y="6461"/>
                </a:cubicBezTo>
                <a:cubicBezTo>
                  <a:pt x="6594" y="6462"/>
                  <a:pt x="6604" y="6463"/>
                  <a:pt x="6613" y="6463"/>
                </a:cubicBezTo>
                <a:cubicBezTo>
                  <a:pt x="6656" y="6463"/>
                  <a:pt x="6703" y="6446"/>
                  <a:pt x="6723" y="6405"/>
                </a:cubicBezTo>
                <a:cubicBezTo>
                  <a:pt x="7516" y="4686"/>
                  <a:pt x="8085" y="2871"/>
                  <a:pt x="8412" y="1007"/>
                </a:cubicBezTo>
                <a:lnTo>
                  <a:pt x="8412" y="1007"/>
                </a:lnTo>
                <a:cubicBezTo>
                  <a:pt x="8889" y="2938"/>
                  <a:pt x="9173" y="4911"/>
                  <a:pt x="9262" y="6898"/>
                </a:cubicBezTo>
                <a:cubicBezTo>
                  <a:pt x="9265" y="6973"/>
                  <a:pt x="9329" y="7017"/>
                  <a:pt x="9391" y="7017"/>
                </a:cubicBezTo>
                <a:cubicBezTo>
                  <a:pt x="9439" y="7017"/>
                  <a:pt x="9485" y="6990"/>
                  <a:pt x="9500" y="6930"/>
                </a:cubicBezTo>
                <a:cubicBezTo>
                  <a:pt x="9573" y="6645"/>
                  <a:pt x="9736" y="6159"/>
                  <a:pt x="10064" y="6074"/>
                </a:cubicBezTo>
                <a:cubicBezTo>
                  <a:pt x="10093" y="6066"/>
                  <a:pt x="10121" y="6063"/>
                  <a:pt x="10148" y="6063"/>
                </a:cubicBezTo>
                <a:cubicBezTo>
                  <a:pt x="10421" y="6063"/>
                  <a:pt x="10593" y="6421"/>
                  <a:pt x="10845" y="6506"/>
                </a:cubicBezTo>
                <a:cubicBezTo>
                  <a:pt x="10907" y="6526"/>
                  <a:pt x="10969" y="6535"/>
                  <a:pt x="11032" y="6535"/>
                </a:cubicBezTo>
                <a:cubicBezTo>
                  <a:pt x="11319" y="6535"/>
                  <a:pt x="11614" y="6351"/>
                  <a:pt x="11880" y="6277"/>
                </a:cubicBezTo>
                <a:cubicBezTo>
                  <a:pt x="12292" y="6162"/>
                  <a:pt x="12719" y="6124"/>
                  <a:pt x="13145" y="6124"/>
                </a:cubicBezTo>
                <a:cubicBezTo>
                  <a:pt x="13152" y="6124"/>
                  <a:pt x="13159" y="6124"/>
                  <a:pt x="13166" y="6124"/>
                </a:cubicBezTo>
                <a:cubicBezTo>
                  <a:pt x="14006" y="6124"/>
                  <a:pt x="14837" y="6259"/>
                  <a:pt x="15676" y="6281"/>
                </a:cubicBezTo>
                <a:cubicBezTo>
                  <a:pt x="15722" y="6282"/>
                  <a:pt x="15768" y="6283"/>
                  <a:pt x="15814" y="6283"/>
                </a:cubicBezTo>
                <a:cubicBezTo>
                  <a:pt x="16620" y="6283"/>
                  <a:pt x="17375" y="6095"/>
                  <a:pt x="18170" y="5963"/>
                </a:cubicBezTo>
                <a:cubicBezTo>
                  <a:pt x="18399" y="5925"/>
                  <a:pt x="18644" y="5900"/>
                  <a:pt x="18889" y="5900"/>
                </a:cubicBezTo>
                <a:cubicBezTo>
                  <a:pt x="19544" y="5900"/>
                  <a:pt x="20204" y="6076"/>
                  <a:pt x="20584" y="6648"/>
                </a:cubicBezTo>
                <a:cubicBezTo>
                  <a:pt x="20609" y="6686"/>
                  <a:pt x="20652" y="6706"/>
                  <a:pt x="20694" y="6706"/>
                </a:cubicBezTo>
                <a:cubicBezTo>
                  <a:pt x="20744" y="6706"/>
                  <a:pt x="20792" y="6678"/>
                  <a:pt x="20805" y="6620"/>
                </a:cubicBezTo>
                <a:cubicBezTo>
                  <a:pt x="21202" y="4882"/>
                  <a:pt x="21536" y="3131"/>
                  <a:pt x="21806" y="1368"/>
                </a:cubicBezTo>
                <a:lnTo>
                  <a:pt x="21806" y="1368"/>
                </a:lnTo>
                <a:cubicBezTo>
                  <a:pt x="21895" y="2027"/>
                  <a:pt x="22012" y="2681"/>
                  <a:pt x="22156" y="3330"/>
                </a:cubicBezTo>
                <a:cubicBezTo>
                  <a:pt x="22266" y="3816"/>
                  <a:pt x="22392" y="4298"/>
                  <a:pt x="22533" y="4777"/>
                </a:cubicBezTo>
                <a:cubicBezTo>
                  <a:pt x="22649" y="5170"/>
                  <a:pt x="22741" y="5625"/>
                  <a:pt x="22967" y="5973"/>
                </a:cubicBezTo>
                <a:cubicBezTo>
                  <a:pt x="23099" y="6175"/>
                  <a:pt x="23293" y="6317"/>
                  <a:pt x="23520" y="6317"/>
                </a:cubicBezTo>
                <a:cubicBezTo>
                  <a:pt x="23577" y="6317"/>
                  <a:pt x="23636" y="6308"/>
                  <a:pt x="23697" y="6289"/>
                </a:cubicBezTo>
                <a:cubicBezTo>
                  <a:pt x="23862" y="6236"/>
                  <a:pt x="23995" y="6124"/>
                  <a:pt x="24144" y="6039"/>
                </a:cubicBezTo>
                <a:cubicBezTo>
                  <a:pt x="24324" y="5935"/>
                  <a:pt x="24517" y="5894"/>
                  <a:pt x="24718" y="5894"/>
                </a:cubicBezTo>
                <a:cubicBezTo>
                  <a:pt x="24772" y="5894"/>
                  <a:pt x="24825" y="5896"/>
                  <a:pt x="24880" y="5902"/>
                </a:cubicBezTo>
                <a:cubicBezTo>
                  <a:pt x="25352" y="5951"/>
                  <a:pt x="25797" y="6154"/>
                  <a:pt x="26260" y="6251"/>
                </a:cubicBezTo>
                <a:cubicBezTo>
                  <a:pt x="26616" y="6325"/>
                  <a:pt x="26978" y="6363"/>
                  <a:pt x="27342" y="6363"/>
                </a:cubicBezTo>
                <a:cubicBezTo>
                  <a:pt x="27415" y="6363"/>
                  <a:pt x="27488" y="6361"/>
                  <a:pt x="27561" y="6358"/>
                </a:cubicBezTo>
                <a:cubicBezTo>
                  <a:pt x="28533" y="6322"/>
                  <a:pt x="29480" y="6039"/>
                  <a:pt x="30344" y="5599"/>
                </a:cubicBezTo>
                <a:lnTo>
                  <a:pt x="30344" y="5599"/>
                </a:lnTo>
                <a:cubicBezTo>
                  <a:pt x="30725" y="5890"/>
                  <a:pt x="31192" y="5960"/>
                  <a:pt x="31663" y="5960"/>
                </a:cubicBezTo>
                <a:cubicBezTo>
                  <a:pt x="31741" y="5960"/>
                  <a:pt x="31819" y="5958"/>
                  <a:pt x="31897" y="5955"/>
                </a:cubicBezTo>
                <a:cubicBezTo>
                  <a:pt x="32694" y="5924"/>
                  <a:pt x="33491" y="5877"/>
                  <a:pt x="34290" y="5873"/>
                </a:cubicBezTo>
                <a:cubicBezTo>
                  <a:pt x="34342" y="5873"/>
                  <a:pt x="34394" y="5873"/>
                  <a:pt x="34445" y="5873"/>
                </a:cubicBezTo>
                <a:cubicBezTo>
                  <a:pt x="36049" y="5873"/>
                  <a:pt x="37649" y="5970"/>
                  <a:pt x="39242" y="6166"/>
                </a:cubicBezTo>
                <a:cubicBezTo>
                  <a:pt x="39246" y="6166"/>
                  <a:pt x="39250" y="6166"/>
                  <a:pt x="39253" y="6166"/>
                </a:cubicBezTo>
                <a:cubicBezTo>
                  <a:pt x="39316" y="6166"/>
                  <a:pt x="39358" y="6100"/>
                  <a:pt x="39362" y="6044"/>
                </a:cubicBezTo>
                <a:cubicBezTo>
                  <a:pt x="39496" y="4312"/>
                  <a:pt x="39757" y="2592"/>
                  <a:pt x="40142" y="898"/>
                </a:cubicBezTo>
                <a:lnTo>
                  <a:pt x="40142" y="898"/>
                </a:lnTo>
                <a:cubicBezTo>
                  <a:pt x="40298" y="2532"/>
                  <a:pt x="40648" y="4141"/>
                  <a:pt x="41185" y="5694"/>
                </a:cubicBezTo>
                <a:cubicBezTo>
                  <a:pt x="41201" y="5745"/>
                  <a:pt x="41249" y="5782"/>
                  <a:pt x="41303" y="5783"/>
                </a:cubicBezTo>
                <a:cubicBezTo>
                  <a:pt x="43109" y="5836"/>
                  <a:pt x="44916" y="5857"/>
                  <a:pt x="46722" y="5857"/>
                </a:cubicBezTo>
                <a:cubicBezTo>
                  <a:pt x="48292" y="5857"/>
                  <a:pt x="49861" y="5841"/>
                  <a:pt x="51431" y="5818"/>
                </a:cubicBezTo>
                <a:cubicBezTo>
                  <a:pt x="51585" y="5815"/>
                  <a:pt x="51587" y="5576"/>
                  <a:pt x="51433" y="5576"/>
                </a:cubicBezTo>
                <a:cubicBezTo>
                  <a:pt x="51433" y="5576"/>
                  <a:pt x="51432" y="5576"/>
                  <a:pt x="51431" y="5576"/>
                </a:cubicBezTo>
                <a:cubicBezTo>
                  <a:pt x="49855" y="5599"/>
                  <a:pt x="48279" y="5615"/>
                  <a:pt x="46703" y="5615"/>
                </a:cubicBezTo>
                <a:cubicBezTo>
                  <a:pt x="44931" y="5615"/>
                  <a:pt x="43160" y="5595"/>
                  <a:pt x="41389" y="5544"/>
                </a:cubicBezTo>
                <a:lnTo>
                  <a:pt x="41389" y="5544"/>
                </a:lnTo>
                <a:cubicBezTo>
                  <a:pt x="40791" y="3792"/>
                  <a:pt x="40432" y="1967"/>
                  <a:pt x="40324" y="119"/>
                </a:cubicBezTo>
                <a:cubicBezTo>
                  <a:pt x="40320" y="45"/>
                  <a:pt x="40255" y="0"/>
                  <a:pt x="4019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18"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27"/>
          <p:cNvSpPr txBox="1">
            <a:spLocks noGrp="1"/>
          </p:cNvSpPr>
          <p:nvPr>
            <p:ph type="title"/>
          </p:nvPr>
        </p:nvSpPr>
        <p:spPr>
          <a:xfrm>
            <a:off x="5182550" y="1727625"/>
            <a:ext cx="2985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647" name="Google Shape;647;p27"/>
          <p:cNvSpPr txBox="1">
            <a:spLocks noGrp="1"/>
          </p:cNvSpPr>
          <p:nvPr>
            <p:ph type="subTitle" idx="1"/>
          </p:nvPr>
        </p:nvSpPr>
        <p:spPr>
          <a:xfrm>
            <a:off x="5182575" y="2300325"/>
            <a:ext cx="2985900" cy="120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8" name="Google Shape;648;p27"/>
          <p:cNvSpPr/>
          <p:nvPr/>
        </p:nvSpPr>
        <p:spPr>
          <a:xfrm rot="-5400000" flipH="1">
            <a:off x="-450793" y="1977275"/>
            <a:ext cx="50" cy="15452"/>
          </a:xfrm>
          <a:custGeom>
            <a:avLst/>
            <a:gdLst/>
            <a:ahLst/>
            <a:cxnLst/>
            <a:rect l="l" t="t" r="r" b="b"/>
            <a:pathLst>
              <a:path w="1" h="306" extrusionOk="0">
                <a:moveTo>
                  <a:pt x="0" y="0"/>
                </a:moveTo>
                <a:lnTo>
                  <a:pt x="0" y="306"/>
                </a:lnTo>
                <a:lnTo>
                  <a:pt x="0" y="306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9" name="Google Shape;649;p27"/>
          <p:cNvSpPr/>
          <p:nvPr/>
        </p:nvSpPr>
        <p:spPr>
          <a:xfrm rot="10800000" flipH="1">
            <a:off x="8094588" y="-2019722"/>
            <a:ext cx="3549666" cy="3549666"/>
          </a:xfrm>
          <a:custGeom>
            <a:avLst/>
            <a:gdLst/>
            <a:ahLst/>
            <a:cxnLst/>
            <a:rect l="l" t="t" r="r" b="b"/>
            <a:pathLst>
              <a:path w="22225" h="22225" extrusionOk="0">
                <a:moveTo>
                  <a:pt x="11113" y="1"/>
                </a:moveTo>
                <a:cubicBezTo>
                  <a:pt x="8166" y="1"/>
                  <a:pt x="5339" y="1171"/>
                  <a:pt x="3255" y="3255"/>
                </a:cubicBezTo>
                <a:cubicBezTo>
                  <a:pt x="1171" y="5339"/>
                  <a:pt x="1" y="8166"/>
                  <a:pt x="1" y="11113"/>
                </a:cubicBezTo>
                <a:cubicBezTo>
                  <a:pt x="1" y="14060"/>
                  <a:pt x="1171" y="16885"/>
                  <a:pt x="3255" y="18970"/>
                </a:cubicBezTo>
                <a:cubicBezTo>
                  <a:pt x="5339" y="21053"/>
                  <a:pt x="8166" y="22225"/>
                  <a:pt x="11113" y="22225"/>
                </a:cubicBezTo>
                <a:cubicBezTo>
                  <a:pt x="14060" y="22225"/>
                  <a:pt x="16887" y="21053"/>
                  <a:pt x="18970" y="18970"/>
                </a:cubicBezTo>
                <a:cubicBezTo>
                  <a:pt x="21054" y="16885"/>
                  <a:pt x="22225" y="14060"/>
                  <a:pt x="22225" y="11113"/>
                </a:cubicBezTo>
                <a:cubicBezTo>
                  <a:pt x="22225" y="8166"/>
                  <a:pt x="21054" y="5339"/>
                  <a:pt x="18970" y="3255"/>
                </a:cubicBezTo>
                <a:cubicBezTo>
                  <a:pt x="16887" y="1171"/>
                  <a:pt x="14060" y="1"/>
                  <a:pt x="11113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0" name="Google Shape;650;p27"/>
          <p:cNvSpPr/>
          <p:nvPr/>
        </p:nvSpPr>
        <p:spPr>
          <a:xfrm rot="10800000" flipH="1">
            <a:off x="-315333" y="-872925"/>
            <a:ext cx="1649377" cy="1649377"/>
          </a:xfrm>
          <a:custGeom>
            <a:avLst/>
            <a:gdLst/>
            <a:ahLst/>
            <a:cxnLst/>
            <a:rect l="l" t="t" r="r" b="b"/>
            <a:pathLst>
              <a:path w="10327" h="10327" extrusionOk="0">
                <a:moveTo>
                  <a:pt x="5164" y="1"/>
                </a:moveTo>
                <a:cubicBezTo>
                  <a:pt x="2312" y="1"/>
                  <a:pt x="1" y="2312"/>
                  <a:pt x="1" y="5164"/>
                </a:cubicBezTo>
                <a:cubicBezTo>
                  <a:pt x="1" y="8016"/>
                  <a:pt x="2312" y="10327"/>
                  <a:pt x="5164" y="10327"/>
                </a:cubicBezTo>
                <a:cubicBezTo>
                  <a:pt x="8016" y="10327"/>
                  <a:pt x="10327" y="8016"/>
                  <a:pt x="10327" y="5164"/>
                </a:cubicBezTo>
                <a:cubicBezTo>
                  <a:pt x="10327" y="2312"/>
                  <a:pt x="8016" y="1"/>
                  <a:pt x="5164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1" name="Google Shape;651;p27"/>
          <p:cNvSpPr/>
          <p:nvPr/>
        </p:nvSpPr>
        <p:spPr>
          <a:xfrm rot="10800000" flipH="1">
            <a:off x="-73845" y="-631594"/>
            <a:ext cx="1166399" cy="1166558"/>
          </a:xfrm>
          <a:custGeom>
            <a:avLst/>
            <a:gdLst/>
            <a:ahLst/>
            <a:cxnLst/>
            <a:rect l="l" t="t" r="r" b="b"/>
            <a:pathLst>
              <a:path w="7303" h="7304" extrusionOk="0">
                <a:moveTo>
                  <a:pt x="3652" y="1"/>
                </a:moveTo>
                <a:cubicBezTo>
                  <a:pt x="1635" y="1"/>
                  <a:pt x="0" y="1635"/>
                  <a:pt x="0" y="3652"/>
                </a:cubicBezTo>
                <a:cubicBezTo>
                  <a:pt x="0" y="5669"/>
                  <a:pt x="1635" y="7303"/>
                  <a:pt x="3652" y="7303"/>
                </a:cubicBezTo>
                <a:cubicBezTo>
                  <a:pt x="5668" y="7303"/>
                  <a:pt x="7303" y="5669"/>
                  <a:pt x="7303" y="3652"/>
                </a:cubicBezTo>
                <a:cubicBezTo>
                  <a:pt x="7303" y="1635"/>
                  <a:pt x="5668" y="1"/>
                  <a:pt x="365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2" name="Google Shape;652;p27"/>
          <p:cNvSpPr/>
          <p:nvPr/>
        </p:nvSpPr>
        <p:spPr>
          <a:xfrm rot="10800000" flipH="1">
            <a:off x="5457781" y="4643836"/>
            <a:ext cx="1435039" cy="1368119"/>
          </a:xfrm>
          <a:custGeom>
            <a:avLst/>
            <a:gdLst/>
            <a:ahLst/>
            <a:cxnLst/>
            <a:rect l="l" t="t" r="r" b="b"/>
            <a:pathLst>
              <a:path w="8985" h="8566" extrusionOk="0">
                <a:moveTo>
                  <a:pt x="4702" y="1"/>
                </a:moveTo>
                <a:cubicBezTo>
                  <a:pt x="3606" y="1"/>
                  <a:pt x="2510" y="419"/>
                  <a:pt x="1674" y="1256"/>
                </a:cubicBezTo>
                <a:cubicBezTo>
                  <a:pt x="1" y="2928"/>
                  <a:pt x="1" y="5639"/>
                  <a:pt x="1674" y="7311"/>
                </a:cubicBezTo>
                <a:cubicBezTo>
                  <a:pt x="2477" y="8114"/>
                  <a:pt x="3566" y="8566"/>
                  <a:pt x="4701" y="8566"/>
                </a:cubicBezTo>
                <a:cubicBezTo>
                  <a:pt x="5838" y="8566"/>
                  <a:pt x="6927" y="8114"/>
                  <a:pt x="7730" y="7311"/>
                </a:cubicBezTo>
                <a:cubicBezTo>
                  <a:pt x="8533" y="6508"/>
                  <a:pt x="8984" y="5419"/>
                  <a:pt x="8984" y="4283"/>
                </a:cubicBezTo>
                <a:cubicBezTo>
                  <a:pt x="8984" y="3147"/>
                  <a:pt x="8533" y="2059"/>
                  <a:pt x="7730" y="1256"/>
                </a:cubicBezTo>
                <a:cubicBezTo>
                  <a:pt x="6894" y="419"/>
                  <a:pt x="5798" y="1"/>
                  <a:pt x="470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3" name="Google Shape;653;p27"/>
          <p:cNvSpPr/>
          <p:nvPr/>
        </p:nvSpPr>
        <p:spPr>
          <a:xfrm rot="10800000" flipH="1">
            <a:off x="7553569" y="5005649"/>
            <a:ext cx="465889" cy="465889"/>
          </a:xfrm>
          <a:custGeom>
            <a:avLst/>
            <a:gdLst/>
            <a:ahLst/>
            <a:cxnLst/>
            <a:rect l="l" t="t" r="r" b="b"/>
            <a:pathLst>
              <a:path w="2917" h="2917" extrusionOk="0">
                <a:moveTo>
                  <a:pt x="1457" y="0"/>
                </a:moveTo>
                <a:cubicBezTo>
                  <a:pt x="652" y="0"/>
                  <a:pt x="0" y="653"/>
                  <a:pt x="0" y="1458"/>
                </a:cubicBezTo>
                <a:cubicBezTo>
                  <a:pt x="0" y="2263"/>
                  <a:pt x="652" y="2916"/>
                  <a:pt x="1457" y="2916"/>
                </a:cubicBezTo>
                <a:cubicBezTo>
                  <a:pt x="2263" y="2916"/>
                  <a:pt x="2916" y="2263"/>
                  <a:pt x="2916" y="1458"/>
                </a:cubicBezTo>
                <a:cubicBezTo>
                  <a:pt x="2916" y="653"/>
                  <a:pt x="2263" y="0"/>
                  <a:pt x="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4" name="Google Shape;654;p27"/>
          <p:cNvSpPr/>
          <p:nvPr/>
        </p:nvSpPr>
        <p:spPr>
          <a:xfrm rot="10800000" flipH="1">
            <a:off x="569088" y="5402324"/>
            <a:ext cx="454549" cy="413502"/>
          </a:xfrm>
          <a:custGeom>
            <a:avLst/>
            <a:gdLst/>
            <a:ahLst/>
            <a:cxnLst/>
            <a:rect l="l" t="t" r="r" b="b"/>
            <a:pathLst>
              <a:path w="2846" h="2589" extrusionOk="0">
                <a:moveTo>
                  <a:pt x="1422" y="1"/>
                </a:moveTo>
                <a:cubicBezTo>
                  <a:pt x="835" y="1"/>
                  <a:pt x="304" y="402"/>
                  <a:pt x="163" y="998"/>
                </a:cubicBezTo>
                <a:cubicBezTo>
                  <a:pt x="0" y="1694"/>
                  <a:pt x="431" y="2389"/>
                  <a:pt x="1125" y="2554"/>
                </a:cubicBezTo>
                <a:cubicBezTo>
                  <a:pt x="1225" y="2577"/>
                  <a:pt x="1326" y="2589"/>
                  <a:pt x="1424" y="2589"/>
                </a:cubicBezTo>
                <a:cubicBezTo>
                  <a:pt x="2011" y="2589"/>
                  <a:pt x="2542" y="2187"/>
                  <a:pt x="2681" y="1593"/>
                </a:cubicBezTo>
                <a:cubicBezTo>
                  <a:pt x="2845" y="897"/>
                  <a:pt x="2415" y="200"/>
                  <a:pt x="1720" y="36"/>
                </a:cubicBezTo>
                <a:cubicBezTo>
                  <a:pt x="1620" y="12"/>
                  <a:pt x="1520" y="1"/>
                  <a:pt x="142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5" name="Google Shape;655;p27"/>
          <p:cNvSpPr/>
          <p:nvPr/>
        </p:nvSpPr>
        <p:spPr>
          <a:xfrm rot="10800000" flipH="1">
            <a:off x="8784222" y="1128644"/>
            <a:ext cx="305215" cy="268960"/>
          </a:xfrm>
          <a:custGeom>
            <a:avLst/>
            <a:gdLst/>
            <a:ahLst/>
            <a:cxnLst/>
            <a:rect l="l" t="t" r="r" b="b"/>
            <a:pathLst>
              <a:path w="1911" h="1684" extrusionOk="0">
                <a:moveTo>
                  <a:pt x="956" y="1"/>
                </a:moveTo>
                <a:cubicBezTo>
                  <a:pt x="848" y="1"/>
                  <a:pt x="739" y="22"/>
                  <a:pt x="634" y="66"/>
                </a:cubicBezTo>
                <a:cubicBezTo>
                  <a:pt x="204" y="243"/>
                  <a:pt x="0" y="734"/>
                  <a:pt x="179" y="1163"/>
                </a:cubicBezTo>
                <a:cubicBezTo>
                  <a:pt x="312" y="1487"/>
                  <a:pt x="625" y="1683"/>
                  <a:pt x="956" y="1683"/>
                </a:cubicBezTo>
                <a:cubicBezTo>
                  <a:pt x="1063" y="1683"/>
                  <a:pt x="1172" y="1662"/>
                  <a:pt x="1278" y="1619"/>
                </a:cubicBezTo>
                <a:cubicBezTo>
                  <a:pt x="1706" y="1441"/>
                  <a:pt x="1910" y="949"/>
                  <a:pt x="1733" y="521"/>
                </a:cubicBezTo>
                <a:cubicBezTo>
                  <a:pt x="1598" y="197"/>
                  <a:pt x="1285" y="1"/>
                  <a:pt x="956" y="1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6" name="Google Shape;656;p27"/>
          <p:cNvSpPr/>
          <p:nvPr/>
        </p:nvSpPr>
        <p:spPr>
          <a:xfrm rot="10800000" flipH="1">
            <a:off x="251108" y="3924672"/>
            <a:ext cx="193894" cy="176645"/>
          </a:xfrm>
          <a:custGeom>
            <a:avLst/>
            <a:gdLst/>
            <a:ahLst/>
            <a:cxnLst/>
            <a:rect l="l" t="t" r="r" b="b"/>
            <a:pathLst>
              <a:path w="1214" h="1106" extrusionOk="0">
                <a:moveTo>
                  <a:pt x="607" y="0"/>
                </a:moveTo>
                <a:cubicBezTo>
                  <a:pt x="465" y="0"/>
                  <a:pt x="324" y="54"/>
                  <a:pt x="216" y="162"/>
                </a:cubicBezTo>
                <a:cubicBezTo>
                  <a:pt x="0" y="377"/>
                  <a:pt x="0" y="727"/>
                  <a:pt x="216" y="943"/>
                </a:cubicBezTo>
                <a:cubicBezTo>
                  <a:pt x="324" y="1051"/>
                  <a:pt x="465" y="1105"/>
                  <a:pt x="607" y="1105"/>
                </a:cubicBezTo>
                <a:cubicBezTo>
                  <a:pt x="748" y="1105"/>
                  <a:pt x="889" y="1051"/>
                  <a:pt x="997" y="943"/>
                </a:cubicBezTo>
                <a:cubicBezTo>
                  <a:pt x="1213" y="727"/>
                  <a:pt x="1213" y="377"/>
                  <a:pt x="997" y="162"/>
                </a:cubicBezTo>
                <a:cubicBezTo>
                  <a:pt x="889" y="54"/>
                  <a:pt x="748" y="0"/>
                  <a:pt x="607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7" name="Google Shape;657;p27"/>
          <p:cNvSpPr/>
          <p:nvPr/>
        </p:nvSpPr>
        <p:spPr>
          <a:xfrm rot="10800000" flipH="1">
            <a:off x="1271841" y="4647562"/>
            <a:ext cx="1297365" cy="1182051"/>
          </a:xfrm>
          <a:custGeom>
            <a:avLst/>
            <a:gdLst/>
            <a:ahLst/>
            <a:cxnLst/>
            <a:rect l="l" t="t" r="r" b="b"/>
            <a:pathLst>
              <a:path w="8123" h="7401" extrusionOk="0">
                <a:moveTo>
                  <a:pt x="4061" y="1"/>
                </a:moveTo>
                <a:cubicBezTo>
                  <a:pt x="3115" y="1"/>
                  <a:pt x="2168" y="362"/>
                  <a:pt x="1446" y="1085"/>
                </a:cubicBezTo>
                <a:cubicBezTo>
                  <a:pt x="0" y="2529"/>
                  <a:pt x="0" y="4871"/>
                  <a:pt x="1446" y="6317"/>
                </a:cubicBezTo>
                <a:cubicBezTo>
                  <a:pt x="2168" y="7039"/>
                  <a:pt x="3115" y="7400"/>
                  <a:pt x="4061" y="7400"/>
                </a:cubicBezTo>
                <a:cubicBezTo>
                  <a:pt x="5008" y="7400"/>
                  <a:pt x="5955" y="7039"/>
                  <a:pt x="6678" y="6317"/>
                </a:cubicBezTo>
                <a:cubicBezTo>
                  <a:pt x="8122" y="4871"/>
                  <a:pt x="8122" y="2529"/>
                  <a:pt x="6678" y="1085"/>
                </a:cubicBezTo>
                <a:cubicBezTo>
                  <a:pt x="5955" y="362"/>
                  <a:pt x="5008" y="1"/>
                  <a:pt x="406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8" name="Google Shape;658;p27"/>
          <p:cNvSpPr/>
          <p:nvPr/>
        </p:nvSpPr>
        <p:spPr>
          <a:xfrm rot="10800000" flipH="1">
            <a:off x="185619" y="4941336"/>
            <a:ext cx="324860" cy="324860"/>
          </a:xfrm>
          <a:custGeom>
            <a:avLst/>
            <a:gdLst/>
            <a:ahLst/>
            <a:cxnLst/>
            <a:rect l="l" t="t" r="r" b="b"/>
            <a:pathLst>
              <a:path w="2034" h="2034" extrusionOk="0">
                <a:moveTo>
                  <a:pt x="1017" y="1"/>
                </a:moveTo>
                <a:cubicBezTo>
                  <a:pt x="456" y="1"/>
                  <a:pt x="1" y="456"/>
                  <a:pt x="1" y="1017"/>
                </a:cubicBezTo>
                <a:cubicBezTo>
                  <a:pt x="1" y="1579"/>
                  <a:pt x="456" y="2034"/>
                  <a:pt x="1017" y="2034"/>
                </a:cubicBezTo>
                <a:cubicBezTo>
                  <a:pt x="1579" y="2034"/>
                  <a:pt x="2034" y="1579"/>
                  <a:pt x="2034" y="1017"/>
                </a:cubicBezTo>
                <a:cubicBezTo>
                  <a:pt x="2034" y="456"/>
                  <a:pt x="1579" y="1"/>
                  <a:pt x="1017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9" name="Google Shape;659;p27"/>
          <p:cNvSpPr/>
          <p:nvPr/>
        </p:nvSpPr>
        <p:spPr>
          <a:xfrm rot="10800000" flipH="1">
            <a:off x="8431069" y="4055125"/>
            <a:ext cx="588869" cy="588709"/>
          </a:xfrm>
          <a:custGeom>
            <a:avLst/>
            <a:gdLst/>
            <a:ahLst/>
            <a:cxnLst/>
            <a:rect l="l" t="t" r="r" b="b"/>
            <a:pathLst>
              <a:path w="3687" h="3686" extrusionOk="0">
                <a:moveTo>
                  <a:pt x="1844" y="0"/>
                </a:moveTo>
                <a:cubicBezTo>
                  <a:pt x="826" y="0"/>
                  <a:pt x="1" y="825"/>
                  <a:pt x="1" y="1843"/>
                </a:cubicBezTo>
                <a:cubicBezTo>
                  <a:pt x="1" y="2861"/>
                  <a:pt x="826" y="3686"/>
                  <a:pt x="1844" y="3686"/>
                </a:cubicBezTo>
                <a:cubicBezTo>
                  <a:pt x="2861" y="3686"/>
                  <a:pt x="3686" y="2861"/>
                  <a:pt x="3686" y="1843"/>
                </a:cubicBezTo>
                <a:cubicBezTo>
                  <a:pt x="3686" y="825"/>
                  <a:pt x="2861" y="0"/>
                  <a:pt x="1844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0" name="Google Shape;660;p27"/>
          <p:cNvSpPr/>
          <p:nvPr/>
        </p:nvSpPr>
        <p:spPr>
          <a:xfrm rot="10800000" flipH="1">
            <a:off x="8431072" y="4860582"/>
            <a:ext cx="166263" cy="151410"/>
          </a:xfrm>
          <a:custGeom>
            <a:avLst/>
            <a:gdLst/>
            <a:ahLst/>
            <a:cxnLst/>
            <a:rect l="l" t="t" r="r" b="b"/>
            <a:pathLst>
              <a:path w="1041" h="948" extrusionOk="0">
                <a:moveTo>
                  <a:pt x="521" y="0"/>
                </a:moveTo>
                <a:cubicBezTo>
                  <a:pt x="399" y="0"/>
                  <a:pt x="278" y="47"/>
                  <a:pt x="186" y="139"/>
                </a:cubicBezTo>
                <a:cubicBezTo>
                  <a:pt x="1" y="324"/>
                  <a:pt x="1" y="624"/>
                  <a:pt x="186" y="809"/>
                </a:cubicBezTo>
                <a:cubicBezTo>
                  <a:pt x="278" y="901"/>
                  <a:pt x="399" y="948"/>
                  <a:pt x="521" y="948"/>
                </a:cubicBezTo>
                <a:cubicBezTo>
                  <a:pt x="642" y="948"/>
                  <a:pt x="763" y="901"/>
                  <a:pt x="856" y="809"/>
                </a:cubicBezTo>
                <a:cubicBezTo>
                  <a:pt x="1041" y="624"/>
                  <a:pt x="1041" y="324"/>
                  <a:pt x="856" y="139"/>
                </a:cubicBezTo>
                <a:cubicBezTo>
                  <a:pt x="763" y="47"/>
                  <a:pt x="642" y="0"/>
                  <a:pt x="52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1" name="Google Shape;661;p27"/>
          <p:cNvSpPr/>
          <p:nvPr/>
        </p:nvSpPr>
        <p:spPr>
          <a:xfrm rot="10800000" flipH="1">
            <a:off x="1271854" y="335512"/>
            <a:ext cx="256183" cy="224719"/>
          </a:xfrm>
          <a:custGeom>
            <a:avLst/>
            <a:gdLst/>
            <a:ahLst/>
            <a:cxnLst/>
            <a:rect l="l" t="t" r="r" b="b"/>
            <a:pathLst>
              <a:path w="1604" h="1407" extrusionOk="0">
                <a:moveTo>
                  <a:pt x="800" y="0"/>
                </a:moveTo>
                <a:cubicBezTo>
                  <a:pt x="676" y="0"/>
                  <a:pt x="549" y="34"/>
                  <a:pt x="435" y="104"/>
                </a:cubicBezTo>
                <a:cubicBezTo>
                  <a:pt x="104" y="307"/>
                  <a:pt x="0" y="740"/>
                  <a:pt x="203" y="1071"/>
                </a:cubicBezTo>
                <a:cubicBezTo>
                  <a:pt x="336" y="1288"/>
                  <a:pt x="566" y="1407"/>
                  <a:pt x="802" y="1407"/>
                </a:cubicBezTo>
                <a:cubicBezTo>
                  <a:pt x="927" y="1407"/>
                  <a:pt x="1054" y="1373"/>
                  <a:pt x="1169" y="1303"/>
                </a:cubicBezTo>
                <a:cubicBezTo>
                  <a:pt x="1500" y="1100"/>
                  <a:pt x="1604" y="667"/>
                  <a:pt x="1401" y="337"/>
                </a:cubicBezTo>
                <a:cubicBezTo>
                  <a:pt x="1268" y="120"/>
                  <a:pt x="1037" y="0"/>
                  <a:pt x="800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2" name="Google Shape;662;p27"/>
          <p:cNvSpPr/>
          <p:nvPr/>
        </p:nvSpPr>
        <p:spPr>
          <a:xfrm rot="10800000" flipH="1">
            <a:off x="7687648" y="567421"/>
            <a:ext cx="197727" cy="182714"/>
          </a:xfrm>
          <a:custGeom>
            <a:avLst/>
            <a:gdLst/>
            <a:ahLst/>
            <a:cxnLst/>
            <a:rect l="l" t="t" r="r" b="b"/>
            <a:pathLst>
              <a:path w="1238" h="1144" extrusionOk="0">
                <a:moveTo>
                  <a:pt x="608" y="0"/>
                </a:moveTo>
                <a:cubicBezTo>
                  <a:pt x="428" y="0"/>
                  <a:pt x="255" y="86"/>
                  <a:pt x="146" y="236"/>
                </a:cubicBezTo>
                <a:cubicBezTo>
                  <a:pt x="11" y="424"/>
                  <a:pt x="0" y="673"/>
                  <a:pt x="122" y="871"/>
                </a:cubicBezTo>
                <a:cubicBezTo>
                  <a:pt x="226" y="1042"/>
                  <a:pt x="412" y="1143"/>
                  <a:pt x="609" y="1143"/>
                </a:cubicBezTo>
                <a:cubicBezTo>
                  <a:pt x="638" y="1143"/>
                  <a:pt x="669" y="1141"/>
                  <a:pt x="699" y="1136"/>
                </a:cubicBezTo>
                <a:cubicBezTo>
                  <a:pt x="926" y="1100"/>
                  <a:pt x="1111" y="929"/>
                  <a:pt x="1164" y="706"/>
                </a:cubicBezTo>
                <a:cubicBezTo>
                  <a:pt x="1238" y="398"/>
                  <a:pt x="1049" y="90"/>
                  <a:pt x="743" y="16"/>
                </a:cubicBezTo>
                <a:cubicBezTo>
                  <a:pt x="698" y="6"/>
                  <a:pt x="653" y="0"/>
                  <a:pt x="608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3" name="Google Shape;663;p27"/>
          <p:cNvSpPr/>
          <p:nvPr/>
        </p:nvSpPr>
        <p:spPr>
          <a:xfrm rot="10800000" flipH="1">
            <a:off x="8144034" y="335496"/>
            <a:ext cx="494957" cy="449917"/>
          </a:xfrm>
          <a:custGeom>
            <a:avLst/>
            <a:gdLst/>
            <a:ahLst/>
            <a:cxnLst/>
            <a:rect l="l" t="t" r="r" b="b"/>
            <a:pathLst>
              <a:path w="3099" h="2817" extrusionOk="0">
                <a:moveTo>
                  <a:pt x="1548" y="0"/>
                </a:moveTo>
                <a:cubicBezTo>
                  <a:pt x="910" y="0"/>
                  <a:pt x="332" y="437"/>
                  <a:pt x="179" y="1086"/>
                </a:cubicBezTo>
                <a:cubicBezTo>
                  <a:pt x="1" y="1842"/>
                  <a:pt x="469" y="2600"/>
                  <a:pt x="1226" y="2778"/>
                </a:cubicBezTo>
                <a:cubicBezTo>
                  <a:pt x="1335" y="2804"/>
                  <a:pt x="1444" y="2817"/>
                  <a:pt x="1552" y="2817"/>
                </a:cubicBezTo>
                <a:cubicBezTo>
                  <a:pt x="2190" y="2817"/>
                  <a:pt x="2767" y="2379"/>
                  <a:pt x="2920" y="1732"/>
                </a:cubicBezTo>
                <a:cubicBezTo>
                  <a:pt x="3098" y="976"/>
                  <a:pt x="2630" y="217"/>
                  <a:pt x="1873" y="38"/>
                </a:cubicBezTo>
                <a:cubicBezTo>
                  <a:pt x="1765" y="12"/>
                  <a:pt x="1656" y="0"/>
                  <a:pt x="154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4" name="Google Shape;664;p27"/>
          <p:cNvSpPr/>
          <p:nvPr/>
        </p:nvSpPr>
        <p:spPr>
          <a:xfrm rot="10800000" flipH="1">
            <a:off x="326723" y="4410652"/>
            <a:ext cx="495117" cy="449917"/>
          </a:xfrm>
          <a:custGeom>
            <a:avLst/>
            <a:gdLst/>
            <a:ahLst/>
            <a:cxnLst/>
            <a:rect l="l" t="t" r="r" b="b"/>
            <a:pathLst>
              <a:path w="3100" h="2817" extrusionOk="0">
                <a:moveTo>
                  <a:pt x="1549" y="0"/>
                </a:moveTo>
                <a:cubicBezTo>
                  <a:pt x="910" y="0"/>
                  <a:pt x="332" y="437"/>
                  <a:pt x="179" y="1085"/>
                </a:cubicBezTo>
                <a:cubicBezTo>
                  <a:pt x="1" y="1842"/>
                  <a:pt x="470" y="2600"/>
                  <a:pt x="1227" y="2778"/>
                </a:cubicBezTo>
                <a:cubicBezTo>
                  <a:pt x="1335" y="2804"/>
                  <a:pt x="1444" y="2816"/>
                  <a:pt x="1551" y="2816"/>
                </a:cubicBezTo>
                <a:cubicBezTo>
                  <a:pt x="2189" y="2816"/>
                  <a:pt x="2766" y="2380"/>
                  <a:pt x="2919" y="1732"/>
                </a:cubicBezTo>
                <a:cubicBezTo>
                  <a:pt x="3099" y="974"/>
                  <a:pt x="2630" y="216"/>
                  <a:pt x="1873" y="38"/>
                </a:cubicBezTo>
                <a:cubicBezTo>
                  <a:pt x="1764" y="12"/>
                  <a:pt x="1656" y="0"/>
                  <a:pt x="1549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5" name="Google Shape;665;p27"/>
          <p:cNvSpPr/>
          <p:nvPr/>
        </p:nvSpPr>
        <p:spPr>
          <a:xfrm flipH="1">
            <a:off x="6653097" y="3615347"/>
            <a:ext cx="5846984" cy="795307"/>
          </a:xfrm>
          <a:custGeom>
            <a:avLst/>
            <a:gdLst/>
            <a:ahLst/>
            <a:cxnLst/>
            <a:rect l="l" t="t" r="r" b="b"/>
            <a:pathLst>
              <a:path w="51588" h="7017" extrusionOk="0">
                <a:moveTo>
                  <a:pt x="40194" y="0"/>
                </a:moveTo>
                <a:cubicBezTo>
                  <a:pt x="40147" y="0"/>
                  <a:pt x="40101" y="26"/>
                  <a:pt x="40086" y="87"/>
                </a:cubicBezTo>
                <a:cubicBezTo>
                  <a:pt x="39609" y="1998"/>
                  <a:pt x="39290" y="3945"/>
                  <a:pt x="39132" y="5911"/>
                </a:cubicBezTo>
                <a:lnTo>
                  <a:pt x="39132" y="5911"/>
                </a:lnTo>
                <a:cubicBezTo>
                  <a:pt x="37627" y="5730"/>
                  <a:pt x="36112" y="5637"/>
                  <a:pt x="34595" y="5632"/>
                </a:cubicBezTo>
                <a:cubicBezTo>
                  <a:pt x="34552" y="5631"/>
                  <a:pt x="34509" y="5631"/>
                  <a:pt x="34466" y="5631"/>
                </a:cubicBezTo>
                <a:cubicBezTo>
                  <a:pt x="33733" y="5631"/>
                  <a:pt x="33000" y="5652"/>
                  <a:pt x="32268" y="5694"/>
                </a:cubicBezTo>
                <a:cubicBezTo>
                  <a:pt x="32063" y="5705"/>
                  <a:pt x="31847" y="5721"/>
                  <a:pt x="31632" y="5721"/>
                </a:cubicBezTo>
                <a:cubicBezTo>
                  <a:pt x="31203" y="5721"/>
                  <a:pt x="30776" y="5658"/>
                  <a:pt x="30444" y="5370"/>
                </a:cubicBezTo>
                <a:cubicBezTo>
                  <a:pt x="30421" y="5348"/>
                  <a:pt x="30390" y="5336"/>
                  <a:pt x="30358" y="5336"/>
                </a:cubicBezTo>
                <a:cubicBezTo>
                  <a:pt x="30338" y="5336"/>
                  <a:pt x="30317" y="5341"/>
                  <a:pt x="30298" y="5351"/>
                </a:cubicBezTo>
                <a:cubicBezTo>
                  <a:pt x="29530" y="5752"/>
                  <a:pt x="28691" y="6027"/>
                  <a:pt x="27824" y="6100"/>
                </a:cubicBezTo>
                <a:cubicBezTo>
                  <a:pt x="27667" y="6114"/>
                  <a:pt x="27509" y="6121"/>
                  <a:pt x="27352" y="6121"/>
                </a:cubicBezTo>
                <a:cubicBezTo>
                  <a:pt x="27081" y="6121"/>
                  <a:pt x="26809" y="6100"/>
                  <a:pt x="26540" y="6058"/>
                </a:cubicBezTo>
                <a:cubicBezTo>
                  <a:pt x="26145" y="5994"/>
                  <a:pt x="25771" y="5859"/>
                  <a:pt x="25384" y="5757"/>
                </a:cubicBezTo>
                <a:cubicBezTo>
                  <a:pt x="25163" y="5699"/>
                  <a:pt x="24931" y="5651"/>
                  <a:pt x="24701" y="5651"/>
                </a:cubicBezTo>
                <a:cubicBezTo>
                  <a:pt x="24569" y="5651"/>
                  <a:pt x="24439" y="5666"/>
                  <a:pt x="24311" y="5704"/>
                </a:cubicBezTo>
                <a:cubicBezTo>
                  <a:pt x="24066" y="5776"/>
                  <a:pt x="23773" y="6065"/>
                  <a:pt x="23508" y="6065"/>
                </a:cubicBezTo>
                <a:cubicBezTo>
                  <a:pt x="23423" y="6065"/>
                  <a:pt x="23340" y="6036"/>
                  <a:pt x="23263" y="5960"/>
                </a:cubicBezTo>
                <a:cubicBezTo>
                  <a:pt x="22985" y="5685"/>
                  <a:pt x="22901" y="5165"/>
                  <a:pt x="22794" y="4805"/>
                </a:cubicBezTo>
                <a:cubicBezTo>
                  <a:pt x="22665" y="4375"/>
                  <a:pt x="22548" y="3939"/>
                  <a:pt x="22445" y="3500"/>
                </a:cubicBezTo>
                <a:cubicBezTo>
                  <a:pt x="22208" y="2493"/>
                  <a:pt x="22040" y="1472"/>
                  <a:pt x="21943" y="441"/>
                </a:cubicBezTo>
                <a:cubicBezTo>
                  <a:pt x="21936" y="369"/>
                  <a:pt x="21865" y="321"/>
                  <a:pt x="21802" y="321"/>
                </a:cubicBezTo>
                <a:cubicBezTo>
                  <a:pt x="21755" y="321"/>
                  <a:pt x="21713" y="347"/>
                  <a:pt x="21705" y="409"/>
                </a:cubicBezTo>
                <a:cubicBezTo>
                  <a:pt x="21704" y="419"/>
                  <a:pt x="21702" y="430"/>
                  <a:pt x="21701" y="441"/>
                </a:cubicBezTo>
                <a:lnTo>
                  <a:pt x="21701" y="441"/>
                </a:lnTo>
                <a:lnTo>
                  <a:pt x="21700" y="441"/>
                </a:lnTo>
                <a:lnTo>
                  <a:pt x="21700" y="441"/>
                </a:lnTo>
                <a:cubicBezTo>
                  <a:pt x="21700" y="442"/>
                  <a:pt x="21700" y="443"/>
                  <a:pt x="21700" y="443"/>
                </a:cubicBezTo>
                <a:lnTo>
                  <a:pt x="21700" y="443"/>
                </a:lnTo>
                <a:cubicBezTo>
                  <a:pt x="21422" y="2412"/>
                  <a:pt x="21064" y="4367"/>
                  <a:pt x="20627" y="6308"/>
                </a:cubicBezTo>
                <a:lnTo>
                  <a:pt x="20627" y="6308"/>
                </a:lnTo>
                <a:cubicBezTo>
                  <a:pt x="20193" y="5809"/>
                  <a:pt x="19613" y="5656"/>
                  <a:pt x="18985" y="5656"/>
                </a:cubicBezTo>
                <a:cubicBezTo>
                  <a:pt x="18017" y="5656"/>
                  <a:pt x="16934" y="6019"/>
                  <a:pt x="16086" y="6040"/>
                </a:cubicBezTo>
                <a:cubicBezTo>
                  <a:pt x="16026" y="6042"/>
                  <a:pt x="15966" y="6042"/>
                  <a:pt x="15906" y="6042"/>
                </a:cubicBezTo>
                <a:cubicBezTo>
                  <a:pt x="15020" y="6042"/>
                  <a:pt x="14142" y="5892"/>
                  <a:pt x="13257" y="5882"/>
                </a:cubicBezTo>
                <a:cubicBezTo>
                  <a:pt x="13220" y="5882"/>
                  <a:pt x="13184" y="5882"/>
                  <a:pt x="13147" y="5882"/>
                </a:cubicBezTo>
                <a:cubicBezTo>
                  <a:pt x="12743" y="5882"/>
                  <a:pt x="12337" y="5916"/>
                  <a:pt x="11944" y="6009"/>
                </a:cubicBezTo>
                <a:cubicBezTo>
                  <a:pt x="11728" y="6062"/>
                  <a:pt x="11524" y="6140"/>
                  <a:pt x="11317" y="6220"/>
                </a:cubicBezTo>
                <a:cubicBezTo>
                  <a:pt x="11229" y="6253"/>
                  <a:pt x="11124" y="6294"/>
                  <a:pt x="11023" y="6294"/>
                </a:cubicBezTo>
                <a:cubicBezTo>
                  <a:pt x="10995" y="6294"/>
                  <a:pt x="10968" y="6291"/>
                  <a:pt x="10941" y="6283"/>
                </a:cubicBezTo>
                <a:cubicBezTo>
                  <a:pt x="10819" y="6250"/>
                  <a:pt x="10737" y="6144"/>
                  <a:pt x="10647" y="6064"/>
                </a:cubicBezTo>
                <a:cubicBezTo>
                  <a:pt x="10474" y="5905"/>
                  <a:pt x="10309" y="5839"/>
                  <a:pt x="10157" y="5839"/>
                </a:cubicBezTo>
                <a:cubicBezTo>
                  <a:pt x="9878" y="5839"/>
                  <a:pt x="9642" y="6062"/>
                  <a:pt x="9476" y="6349"/>
                </a:cubicBezTo>
                <a:lnTo>
                  <a:pt x="9476" y="6349"/>
                </a:lnTo>
                <a:cubicBezTo>
                  <a:pt x="9350" y="4334"/>
                  <a:pt x="9024" y="2335"/>
                  <a:pt x="8503" y="384"/>
                </a:cubicBezTo>
                <a:cubicBezTo>
                  <a:pt x="8488" y="328"/>
                  <a:pt x="8431" y="297"/>
                  <a:pt x="8377" y="297"/>
                </a:cubicBezTo>
                <a:cubicBezTo>
                  <a:pt x="8326" y="297"/>
                  <a:pt x="8278" y="324"/>
                  <a:pt x="8269" y="384"/>
                </a:cubicBezTo>
                <a:cubicBezTo>
                  <a:pt x="7971" y="2396"/>
                  <a:pt x="7391" y="4355"/>
                  <a:pt x="6547" y="6207"/>
                </a:cubicBezTo>
                <a:lnTo>
                  <a:pt x="6547" y="6207"/>
                </a:lnTo>
                <a:cubicBezTo>
                  <a:pt x="5592" y="6031"/>
                  <a:pt x="4624" y="5942"/>
                  <a:pt x="3654" y="5942"/>
                </a:cubicBezTo>
                <a:cubicBezTo>
                  <a:pt x="3490" y="5942"/>
                  <a:pt x="3326" y="5945"/>
                  <a:pt x="3163" y="5950"/>
                </a:cubicBezTo>
                <a:cubicBezTo>
                  <a:pt x="2632" y="5967"/>
                  <a:pt x="2110" y="6035"/>
                  <a:pt x="1582" y="6067"/>
                </a:cubicBezTo>
                <a:cubicBezTo>
                  <a:pt x="1496" y="6073"/>
                  <a:pt x="1406" y="6076"/>
                  <a:pt x="1316" y="6076"/>
                </a:cubicBezTo>
                <a:cubicBezTo>
                  <a:pt x="928" y="6076"/>
                  <a:pt x="522" y="6007"/>
                  <a:pt x="276" y="5683"/>
                </a:cubicBezTo>
                <a:cubicBezTo>
                  <a:pt x="249" y="5647"/>
                  <a:pt x="211" y="5632"/>
                  <a:pt x="174" y="5632"/>
                </a:cubicBezTo>
                <a:cubicBezTo>
                  <a:pt x="86" y="5632"/>
                  <a:pt x="0" y="5719"/>
                  <a:pt x="67" y="5806"/>
                </a:cubicBezTo>
                <a:lnTo>
                  <a:pt x="65" y="5806"/>
                </a:lnTo>
                <a:cubicBezTo>
                  <a:pt x="380" y="6221"/>
                  <a:pt x="854" y="6327"/>
                  <a:pt x="1354" y="6327"/>
                </a:cubicBezTo>
                <a:cubicBezTo>
                  <a:pt x="1802" y="6327"/>
                  <a:pt x="2272" y="6241"/>
                  <a:pt x="2666" y="6216"/>
                </a:cubicBezTo>
                <a:cubicBezTo>
                  <a:pt x="2996" y="6195"/>
                  <a:pt x="3327" y="6185"/>
                  <a:pt x="3658" y="6185"/>
                </a:cubicBezTo>
                <a:cubicBezTo>
                  <a:pt x="4639" y="6185"/>
                  <a:pt x="5619" y="6277"/>
                  <a:pt x="6586" y="6461"/>
                </a:cubicBezTo>
                <a:cubicBezTo>
                  <a:pt x="6594" y="6462"/>
                  <a:pt x="6604" y="6463"/>
                  <a:pt x="6613" y="6463"/>
                </a:cubicBezTo>
                <a:cubicBezTo>
                  <a:pt x="6656" y="6463"/>
                  <a:pt x="6703" y="6446"/>
                  <a:pt x="6723" y="6405"/>
                </a:cubicBezTo>
                <a:cubicBezTo>
                  <a:pt x="7516" y="4686"/>
                  <a:pt x="8085" y="2871"/>
                  <a:pt x="8412" y="1007"/>
                </a:cubicBezTo>
                <a:lnTo>
                  <a:pt x="8412" y="1007"/>
                </a:lnTo>
                <a:cubicBezTo>
                  <a:pt x="8889" y="2938"/>
                  <a:pt x="9173" y="4911"/>
                  <a:pt x="9262" y="6898"/>
                </a:cubicBezTo>
                <a:cubicBezTo>
                  <a:pt x="9265" y="6973"/>
                  <a:pt x="9329" y="7017"/>
                  <a:pt x="9391" y="7017"/>
                </a:cubicBezTo>
                <a:cubicBezTo>
                  <a:pt x="9439" y="7017"/>
                  <a:pt x="9485" y="6990"/>
                  <a:pt x="9500" y="6930"/>
                </a:cubicBezTo>
                <a:cubicBezTo>
                  <a:pt x="9573" y="6645"/>
                  <a:pt x="9736" y="6159"/>
                  <a:pt x="10064" y="6074"/>
                </a:cubicBezTo>
                <a:cubicBezTo>
                  <a:pt x="10093" y="6066"/>
                  <a:pt x="10121" y="6063"/>
                  <a:pt x="10148" y="6063"/>
                </a:cubicBezTo>
                <a:cubicBezTo>
                  <a:pt x="10421" y="6063"/>
                  <a:pt x="10593" y="6421"/>
                  <a:pt x="10845" y="6506"/>
                </a:cubicBezTo>
                <a:cubicBezTo>
                  <a:pt x="10907" y="6526"/>
                  <a:pt x="10969" y="6535"/>
                  <a:pt x="11032" y="6535"/>
                </a:cubicBezTo>
                <a:cubicBezTo>
                  <a:pt x="11319" y="6535"/>
                  <a:pt x="11614" y="6351"/>
                  <a:pt x="11880" y="6277"/>
                </a:cubicBezTo>
                <a:cubicBezTo>
                  <a:pt x="12292" y="6162"/>
                  <a:pt x="12719" y="6124"/>
                  <a:pt x="13145" y="6124"/>
                </a:cubicBezTo>
                <a:cubicBezTo>
                  <a:pt x="13152" y="6124"/>
                  <a:pt x="13159" y="6124"/>
                  <a:pt x="13166" y="6124"/>
                </a:cubicBezTo>
                <a:cubicBezTo>
                  <a:pt x="14006" y="6124"/>
                  <a:pt x="14837" y="6259"/>
                  <a:pt x="15676" y="6281"/>
                </a:cubicBezTo>
                <a:cubicBezTo>
                  <a:pt x="15722" y="6282"/>
                  <a:pt x="15768" y="6283"/>
                  <a:pt x="15814" y="6283"/>
                </a:cubicBezTo>
                <a:cubicBezTo>
                  <a:pt x="16620" y="6283"/>
                  <a:pt x="17375" y="6095"/>
                  <a:pt x="18170" y="5963"/>
                </a:cubicBezTo>
                <a:cubicBezTo>
                  <a:pt x="18399" y="5925"/>
                  <a:pt x="18644" y="5900"/>
                  <a:pt x="18889" y="5900"/>
                </a:cubicBezTo>
                <a:cubicBezTo>
                  <a:pt x="19544" y="5900"/>
                  <a:pt x="20204" y="6076"/>
                  <a:pt x="20584" y="6648"/>
                </a:cubicBezTo>
                <a:cubicBezTo>
                  <a:pt x="20609" y="6686"/>
                  <a:pt x="20652" y="6706"/>
                  <a:pt x="20694" y="6706"/>
                </a:cubicBezTo>
                <a:cubicBezTo>
                  <a:pt x="20744" y="6706"/>
                  <a:pt x="20792" y="6678"/>
                  <a:pt x="20805" y="6620"/>
                </a:cubicBezTo>
                <a:cubicBezTo>
                  <a:pt x="21202" y="4882"/>
                  <a:pt x="21536" y="3131"/>
                  <a:pt x="21806" y="1368"/>
                </a:cubicBezTo>
                <a:lnTo>
                  <a:pt x="21806" y="1368"/>
                </a:lnTo>
                <a:cubicBezTo>
                  <a:pt x="21895" y="2027"/>
                  <a:pt x="22012" y="2681"/>
                  <a:pt x="22156" y="3330"/>
                </a:cubicBezTo>
                <a:cubicBezTo>
                  <a:pt x="22266" y="3816"/>
                  <a:pt x="22392" y="4298"/>
                  <a:pt x="22533" y="4777"/>
                </a:cubicBezTo>
                <a:cubicBezTo>
                  <a:pt x="22649" y="5170"/>
                  <a:pt x="22741" y="5625"/>
                  <a:pt x="22967" y="5973"/>
                </a:cubicBezTo>
                <a:cubicBezTo>
                  <a:pt x="23099" y="6175"/>
                  <a:pt x="23293" y="6317"/>
                  <a:pt x="23520" y="6317"/>
                </a:cubicBezTo>
                <a:cubicBezTo>
                  <a:pt x="23577" y="6317"/>
                  <a:pt x="23636" y="6308"/>
                  <a:pt x="23697" y="6289"/>
                </a:cubicBezTo>
                <a:cubicBezTo>
                  <a:pt x="23862" y="6236"/>
                  <a:pt x="23995" y="6124"/>
                  <a:pt x="24144" y="6039"/>
                </a:cubicBezTo>
                <a:cubicBezTo>
                  <a:pt x="24324" y="5935"/>
                  <a:pt x="24517" y="5894"/>
                  <a:pt x="24718" y="5894"/>
                </a:cubicBezTo>
                <a:cubicBezTo>
                  <a:pt x="24772" y="5894"/>
                  <a:pt x="24825" y="5896"/>
                  <a:pt x="24880" y="5902"/>
                </a:cubicBezTo>
                <a:cubicBezTo>
                  <a:pt x="25352" y="5951"/>
                  <a:pt x="25797" y="6154"/>
                  <a:pt x="26260" y="6251"/>
                </a:cubicBezTo>
                <a:cubicBezTo>
                  <a:pt x="26616" y="6325"/>
                  <a:pt x="26978" y="6363"/>
                  <a:pt x="27342" y="6363"/>
                </a:cubicBezTo>
                <a:cubicBezTo>
                  <a:pt x="27415" y="6363"/>
                  <a:pt x="27488" y="6361"/>
                  <a:pt x="27561" y="6358"/>
                </a:cubicBezTo>
                <a:cubicBezTo>
                  <a:pt x="28533" y="6322"/>
                  <a:pt x="29480" y="6039"/>
                  <a:pt x="30344" y="5599"/>
                </a:cubicBezTo>
                <a:lnTo>
                  <a:pt x="30344" y="5599"/>
                </a:lnTo>
                <a:cubicBezTo>
                  <a:pt x="30725" y="5890"/>
                  <a:pt x="31192" y="5960"/>
                  <a:pt x="31663" y="5960"/>
                </a:cubicBezTo>
                <a:cubicBezTo>
                  <a:pt x="31741" y="5960"/>
                  <a:pt x="31819" y="5958"/>
                  <a:pt x="31897" y="5955"/>
                </a:cubicBezTo>
                <a:cubicBezTo>
                  <a:pt x="32694" y="5924"/>
                  <a:pt x="33491" y="5877"/>
                  <a:pt x="34290" y="5873"/>
                </a:cubicBezTo>
                <a:cubicBezTo>
                  <a:pt x="34342" y="5873"/>
                  <a:pt x="34394" y="5873"/>
                  <a:pt x="34445" y="5873"/>
                </a:cubicBezTo>
                <a:cubicBezTo>
                  <a:pt x="36049" y="5873"/>
                  <a:pt x="37649" y="5970"/>
                  <a:pt x="39242" y="6166"/>
                </a:cubicBezTo>
                <a:cubicBezTo>
                  <a:pt x="39246" y="6166"/>
                  <a:pt x="39250" y="6166"/>
                  <a:pt x="39253" y="6166"/>
                </a:cubicBezTo>
                <a:cubicBezTo>
                  <a:pt x="39316" y="6166"/>
                  <a:pt x="39358" y="6100"/>
                  <a:pt x="39362" y="6044"/>
                </a:cubicBezTo>
                <a:cubicBezTo>
                  <a:pt x="39496" y="4312"/>
                  <a:pt x="39757" y="2592"/>
                  <a:pt x="40142" y="898"/>
                </a:cubicBezTo>
                <a:lnTo>
                  <a:pt x="40142" y="898"/>
                </a:lnTo>
                <a:cubicBezTo>
                  <a:pt x="40298" y="2532"/>
                  <a:pt x="40648" y="4141"/>
                  <a:pt x="41185" y="5694"/>
                </a:cubicBezTo>
                <a:cubicBezTo>
                  <a:pt x="41201" y="5745"/>
                  <a:pt x="41249" y="5782"/>
                  <a:pt x="41303" y="5783"/>
                </a:cubicBezTo>
                <a:cubicBezTo>
                  <a:pt x="43109" y="5836"/>
                  <a:pt x="44916" y="5857"/>
                  <a:pt x="46722" y="5857"/>
                </a:cubicBezTo>
                <a:cubicBezTo>
                  <a:pt x="48292" y="5857"/>
                  <a:pt x="49861" y="5841"/>
                  <a:pt x="51431" y="5818"/>
                </a:cubicBezTo>
                <a:cubicBezTo>
                  <a:pt x="51585" y="5815"/>
                  <a:pt x="51587" y="5576"/>
                  <a:pt x="51433" y="5576"/>
                </a:cubicBezTo>
                <a:cubicBezTo>
                  <a:pt x="51433" y="5576"/>
                  <a:pt x="51432" y="5576"/>
                  <a:pt x="51431" y="5576"/>
                </a:cubicBezTo>
                <a:cubicBezTo>
                  <a:pt x="49855" y="5599"/>
                  <a:pt x="48279" y="5615"/>
                  <a:pt x="46703" y="5615"/>
                </a:cubicBezTo>
                <a:cubicBezTo>
                  <a:pt x="44931" y="5615"/>
                  <a:pt x="43160" y="5595"/>
                  <a:pt x="41389" y="5544"/>
                </a:cubicBezTo>
                <a:lnTo>
                  <a:pt x="41389" y="5544"/>
                </a:lnTo>
                <a:cubicBezTo>
                  <a:pt x="40791" y="3792"/>
                  <a:pt x="40432" y="1967"/>
                  <a:pt x="40324" y="119"/>
                </a:cubicBezTo>
                <a:cubicBezTo>
                  <a:pt x="40320" y="45"/>
                  <a:pt x="40255" y="0"/>
                  <a:pt x="4019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6" name="Google Shape;666;p27"/>
          <p:cNvSpPr/>
          <p:nvPr/>
        </p:nvSpPr>
        <p:spPr>
          <a:xfrm flipH="1">
            <a:off x="6207022" y="335510"/>
            <a:ext cx="5846984" cy="795307"/>
          </a:xfrm>
          <a:custGeom>
            <a:avLst/>
            <a:gdLst/>
            <a:ahLst/>
            <a:cxnLst/>
            <a:rect l="l" t="t" r="r" b="b"/>
            <a:pathLst>
              <a:path w="51588" h="7017" extrusionOk="0">
                <a:moveTo>
                  <a:pt x="40194" y="0"/>
                </a:moveTo>
                <a:cubicBezTo>
                  <a:pt x="40147" y="0"/>
                  <a:pt x="40101" y="26"/>
                  <a:pt x="40086" y="87"/>
                </a:cubicBezTo>
                <a:cubicBezTo>
                  <a:pt x="39609" y="1998"/>
                  <a:pt x="39290" y="3945"/>
                  <a:pt x="39132" y="5911"/>
                </a:cubicBezTo>
                <a:lnTo>
                  <a:pt x="39132" y="5911"/>
                </a:lnTo>
                <a:cubicBezTo>
                  <a:pt x="37627" y="5730"/>
                  <a:pt x="36112" y="5637"/>
                  <a:pt x="34595" y="5632"/>
                </a:cubicBezTo>
                <a:cubicBezTo>
                  <a:pt x="34552" y="5631"/>
                  <a:pt x="34509" y="5631"/>
                  <a:pt x="34466" y="5631"/>
                </a:cubicBezTo>
                <a:cubicBezTo>
                  <a:pt x="33733" y="5631"/>
                  <a:pt x="33000" y="5652"/>
                  <a:pt x="32268" y="5694"/>
                </a:cubicBezTo>
                <a:cubicBezTo>
                  <a:pt x="32063" y="5705"/>
                  <a:pt x="31847" y="5721"/>
                  <a:pt x="31632" y="5721"/>
                </a:cubicBezTo>
                <a:cubicBezTo>
                  <a:pt x="31203" y="5721"/>
                  <a:pt x="30776" y="5658"/>
                  <a:pt x="30444" y="5370"/>
                </a:cubicBezTo>
                <a:cubicBezTo>
                  <a:pt x="30421" y="5348"/>
                  <a:pt x="30390" y="5336"/>
                  <a:pt x="30358" y="5336"/>
                </a:cubicBezTo>
                <a:cubicBezTo>
                  <a:pt x="30338" y="5336"/>
                  <a:pt x="30317" y="5341"/>
                  <a:pt x="30298" y="5351"/>
                </a:cubicBezTo>
                <a:cubicBezTo>
                  <a:pt x="29530" y="5752"/>
                  <a:pt x="28691" y="6027"/>
                  <a:pt x="27824" y="6100"/>
                </a:cubicBezTo>
                <a:cubicBezTo>
                  <a:pt x="27667" y="6114"/>
                  <a:pt x="27509" y="6121"/>
                  <a:pt x="27352" y="6121"/>
                </a:cubicBezTo>
                <a:cubicBezTo>
                  <a:pt x="27081" y="6121"/>
                  <a:pt x="26809" y="6100"/>
                  <a:pt x="26540" y="6058"/>
                </a:cubicBezTo>
                <a:cubicBezTo>
                  <a:pt x="26145" y="5994"/>
                  <a:pt x="25771" y="5859"/>
                  <a:pt x="25384" y="5757"/>
                </a:cubicBezTo>
                <a:cubicBezTo>
                  <a:pt x="25163" y="5699"/>
                  <a:pt x="24931" y="5651"/>
                  <a:pt x="24701" y="5651"/>
                </a:cubicBezTo>
                <a:cubicBezTo>
                  <a:pt x="24569" y="5651"/>
                  <a:pt x="24439" y="5666"/>
                  <a:pt x="24311" y="5704"/>
                </a:cubicBezTo>
                <a:cubicBezTo>
                  <a:pt x="24066" y="5776"/>
                  <a:pt x="23773" y="6065"/>
                  <a:pt x="23508" y="6065"/>
                </a:cubicBezTo>
                <a:cubicBezTo>
                  <a:pt x="23423" y="6065"/>
                  <a:pt x="23340" y="6036"/>
                  <a:pt x="23263" y="5960"/>
                </a:cubicBezTo>
                <a:cubicBezTo>
                  <a:pt x="22985" y="5685"/>
                  <a:pt x="22901" y="5165"/>
                  <a:pt x="22794" y="4805"/>
                </a:cubicBezTo>
                <a:cubicBezTo>
                  <a:pt x="22665" y="4375"/>
                  <a:pt x="22548" y="3939"/>
                  <a:pt x="22445" y="3500"/>
                </a:cubicBezTo>
                <a:cubicBezTo>
                  <a:pt x="22208" y="2493"/>
                  <a:pt x="22040" y="1472"/>
                  <a:pt x="21943" y="441"/>
                </a:cubicBezTo>
                <a:cubicBezTo>
                  <a:pt x="21936" y="369"/>
                  <a:pt x="21865" y="321"/>
                  <a:pt x="21802" y="321"/>
                </a:cubicBezTo>
                <a:cubicBezTo>
                  <a:pt x="21755" y="321"/>
                  <a:pt x="21713" y="347"/>
                  <a:pt x="21705" y="409"/>
                </a:cubicBezTo>
                <a:cubicBezTo>
                  <a:pt x="21704" y="419"/>
                  <a:pt x="21702" y="430"/>
                  <a:pt x="21701" y="441"/>
                </a:cubicBezTo>
                <a:lnTo>
                  <a:pt x="21701" y="441"/>
                </a:lnTo>
                <a:lnTo>
                  <a:pt x="21700" y="441"/>
                </a:lnTo>
                <a:lnTo>
                  <a:pt x="21700" y="441"/>
                </a:lnTo>
                <a:cubicBezTo>
                  <a:pt x="21700" y="442"/>
                  <a:pt x="21700" y="443"/>
                  <a:pt x="21700" y="443"/>
                </a:cubicBezTo>
                <a:lnTo>
                  <a:pt x="21700" y="443"/>
                </a:lnTo>
                <a:cubicBezTo>
                  <a:pt x="21422" y="2412"/>
                  <a:pt x="21064" y="4367"/>
                  <a:pt x="20627" y="6308"/>
                </a:cubicBezTo>
                <a:lnTo>
                  <a:pt x="20627" y="6308"/>
                </a:lnTo>
                <a:cubicBezTo>
                  <a:pt x="20193" y="5809"/>
                  <a:pt x="19613" y="5656"/>
                  <a:pt x="18985" y="5656"/>
                </a:cubicBezTo>
                <a:cubicBezTo>
                  <a:pt x="18017" y="5656"/>
                  <a:pt x="16934" y="6019"/>
                  <a:pt x="16086" y="6040"/>
                </a:cubicBezTo>
                <a:cubicBezTo>
                  <a:pt x="16026" y="6042"/>
                  <a:pt x="15966" y="6042"/>
                  <a:pt x="15906" y="6042"/>
                </a:cubicBezTo>
                <a:cubicBezTo>
                  <a:pt x="15020" y="6042"/>
                  <a:pt x="14142" y="5892"/>
                  <a:pt x="13257" y="5882"/>
                </a:cubicBezTo>
                <a:cubicBezTo>
                  <a:pt x="13220" y="5882"/>
                  <a:pt x="13184" y="5882"/>
                  <a:pt x="13147" y="5882"/>
                </a:cubicBezTo>
                <a:cubicBezTo>
                  <a:pt x="12743" y="5882"/>
                  <a:pt x="12337" y="5916"/>
                  <a:pt x="11944" y="6009"/>
                </a:cubicBezTo>
                <a:cubicBezTo>
                  <a:pt x="11728" y="6062"/>
                  <a:pt x="11524" y="6140"/>
                  <a:pt x="11317" y="6220"/>
                </a:cubicBezTo>
                <a:cubicBezTo>
                  <a:pt x="11229" y="6253"/>
                  <a:pt x="11124" y="6294"/>
                  <a:pt x="11023" y="6294"/>
                </a:cubicBezTo>
                <a:cubicBezTo>
                  <a:pt x="10995" y="6294"/>
                  <a:pt x="10968" y="6291"/>
                  <a:pt x="10941" y="6283"/>
                </a:cubicBezTo>
                <a:cubicBezTo>
                  <a:pt x="10819" y="6250"/>
                  <a:pt x="10737" y="6144"/>
                  <a:pt x="10647" y="6064"/>
                </a:cubicBezTo>
                <a:cubicBezTo>
                  <a:pt x="10474" y="5905"/>
                  <a:pt x="10309" y="5839"/>
                  <a:pt x="10157" y="5839"/>
                </a:cubicBezTo>
                <a:cubicBezTo>
                  <a:pt x="9878" y="5839"/>
                  <a:pt x="9642" y="6062"/>
                  <a:pt x="9476" y="6349"/>
                </a:cubicBezTo>
                <a:lnTo>
                  <a:pt x="9476" y="6349"/>
                </a:lnTo>
                <a:cubicBezTo>
                  <a:pt x="9350" y="4334"/>
                  <a:pt x="9024" y="2335"/>
                  <a:pt x="8503" y="384"/>
                </a:cubicBezTo>
                <a:cubicBezTo>
                  <a:pt x="8488" y="328"/>
                  <a:pt x="8431" y="297"/>
                  <a:pt x="8377" y="297"/>
                </a:cubicBezTo>
                <a:cubicBezTo>
                  <a:pt x="8326" y="297"/>
                  <a:pt x="8278" y="324"/>
                  <a:pt x="8269" y="384"/>
                </a:cubicBezTo>
                <a:cubicBezTo>
                  <a:pt x="7971" y="2396"/>
                  <a:pt x="7391" y="4355"/>
                  <a:pt x="6547" y="6207"/>
                </a:cubicBezTo>
                <a:lnTo>
                  <a:pt x="6547" y="6207"/>
                </a:lnTo>
                <a:cubicBezTo>
                  <a:pt x="5592" y="6031"/>
                  <a:pt x="4624" y="5942"/>
                  <a:pt x="3654" y="5942"/>
                </a:cubicBezTo>
                <a:cubicBezTo>
                  <a:pt x="3490" y="5942"/>
                  <a:pt x="3326" y="5945"/>
                  <a:pt x="3163" y="5950"/>
                </a:cubicBezTo>
                <a:cubicBezTo>
                  <a:pt x="2632" y="5967"/>
                  <a:pt x="2110" y="6035"/>
                  <a:pt x="1582" y="6067"/>
                </a:cubicBezTo>
                <a:cubicBezTo>
                  <a:pt x="1496" y="6073"/>
                  <a:pt x="1406" y="6076"/>
                  <a:pt x="1316" y="6076"/>
                </a:cubicBezTo>
                <a:cubicBezTo>
                  <a:pt x="928" y="6076"/>
                  <a:pt x="522" y="6007"/>
                  <a:pt x="276" y="5683"/>
                </a:cubicBezTo>
                <a:cubicBezTo>
                  <a:pt x="249" y="5647"/>
                  <a:pt x="211" y="5632"/>
                  <a:pt x="174" y="5632"/>
                </a:cubicBezTo>
                <a:cubicBezTo>
                  <a:pt x="86" y="5632"/>
                  <a:pt x="0" y="5719"/>
                  <a:pt x="67" y="5806"/>
                </a:cubicBezTo>
                <a:lnTo>
                  <a:pt x="65" y="5806"/>
                </a:lnTo>
                <a:cubicBezTo>
                  <a:pt x="380" y="6221"/>
                  <a:pt x="854" y="6327"/>
                  <a:pt x="1354" y="6327"/>
                </a:cubicBezTo>
                <a:cubicBezTo>
                  <a:pt x="1802" y="6327"/>
                  <a:pt x="2272" y="6241"/>
                  <a:pt x="2666" y="6216"/>
                </a:cubicBezTo>
                <a:cubicBezTo>
                  <a:pt x="2996" y="6195"/>
                  <a:pt x="3327" y="6185"/>
                  <a:pt x="3658" y="6185"/>
                </a:cubicBezTo>
                <a:cubicBezTo>
                  <a:pt x="4639" y="6185"/>
                  <a:pt x="5619" y="6277"/>
                  <a:pt x="6586" y="6461"/>
                </a:cubicBezTo>
                <a:cubicBezTo>
                  <a:pt x="6594" y="6462"/>
                  <a:pt x="6604" y="6463"/>
                  <a:pt x="6613" y="6463"/>
                </a:cubicBezTo>
                <a:cubicBezTo>
                  <a:pt x="6656" y="6463"/>
                  <a:pt x="6703" y="6446"/>
                  <a:pt x="6723" y="6405"/>
                </a:cubicBezTo>
                <a:cubicBezTo>
                  <a:pt x="7516" y="4686"/>
                  <a:pt x="8085" y="2871"/>
                  <a:pt x="8412" y="1007"/>
                </a:cubicBezTo>
                <a:lnTo>
                  <a:pt x="8412" y="1007"/>
                </a:lnTo>
                <a:cubicBezTo>
                  <a:pt x="8889" y="2938"/>
                  <a:pt x="9173" y="4911"/>
                  <a:pt x="9262" y="6898"/>
                </a:cubicBezTo>
                <a:cubicBezTo>
                  <a:pt x="9265" y="6973"/>
                  <a:pt x="9329" y="7017"/>
                  <a:pt x="9391" y="7017"/>
                </a:cubicBezTo>
                <a:cubicBezTo>
                  <a:pt x="9439" y="7017"/>
                  <a:pt x="9485" y="6990"/>
                  <a:pt x="9500" y="6930"/>
                </a:cubicBezTo>
                <a:cubicBezTo>
                  <a:pt x="9573" y="6645"/>
                  <a:pt x="9736" y="6159"/>
                  <a:pt x="10064" y="6074"/>
                </a:cubicBezTo>
                <a:cubicBezTo>
                  <a:pt x="10093" y="6066"/>
                  <a:pt x="10121" y="6063"/>
                  <a:pt x="10148" y="6063"/>
                </a:cubicBezTo>
                <a:cubicBezTo>
                  <a:pt x="10421" y="6063"/>
                  <a:pt x="10593" y="6421"/>
                  <a:pt x="10845" y="6506"/>
                </a:cubicBezTo>
                <a:cubicBezTo>
                  <a:pt x="10907" y="6526"/>
                  <a:pt x="10969" y="6535"/>
                  <a:pt x="11032" y="6535"/>
                </a:cubicBezTo>
                <a:cubicBezTo>
                  <a:pt x="11319" y="6535"/>
                  <a:pt x="11614" y="6351"/>
                  <a:pt x="11880" y="6277"/>
                </a:cubicBezTo>
                <a:cubicBezTo>
                  <a:pt x="12292" y="6162"/>
                  <a:pt x="12719" y="6124"/>
                  <a:pt x="13145" y="6124"/>
                </a:cubicBezTo>
                <a:cubicBezTo>
                  <a:pt x="13152" y="6124"/>
                  <a:pt x="13159" y="6124"/>
                  <a:pt x="13166" y="6124"/>
                </a:cubicBezTo>
                <a:cubicBezTo>
                  <a:pt x="14006" y="6124"/>
                  <a:pt x="14837" y="6259"/>
                  <a:pt x="15676" y="6281"/>
                </a:cubicBezTo>
                <a:cubicBezTo>
                  <a:pt x="15722" y="6282"/>
                  <a:pt x="15768" y="6283"/>
                  <a:pt x="15814" y="6283"/>
                </a:cubicBezTo>
                <a:cubicBezTo>
                  <a:pt x="16620" y="6283"/>
                  <a:pt x="17375" y="6095"/>
                  <a:pt x="18170" y="5963"/>
                </a:cubicBezTo>
                <a:cubicBezTo>
                  <a:pt x="18399" y="5925"/>
                  <a:pt x="18644" y="5900"/>
                  <a:pt x="18889" y="5900"/>
                </a:cubicBezTo>
                <a:cubicBezTo>
                  <a:pt x="19544" y="5900"/>
                  <a:pt x="20204" y="6076"/>
                  <a:pt x="20584" y="6648"/>
                </a:cubicBezTo>
                <a:cubicBezTo>
                  <a:pt x="20609" y="6686"/>
                  <a:pt x="20652" y="6706"/>
                  <a:pt x="20694" y="6706"/>
                </a:cubicBezTo>
                <a:cubicBezTo>
                  <a:pt x="20744" y="6706"/>
                  <a:pt x="20792" y="6678"/>
                  <a:pt x="20805" y="6620"/>
                </a:cubicBezTo>
                <a:cubicBezTo>
                  <a:pt x="21202" y="4882"/>
                  <a:pt x="21536" y="3131"/>
                  <a:pt x="21806" y="1368"/>
                </a:cubicBezTo>
                <a:lnTo>
                  <a:pt x="21806" y="1368"/>
                </a:lnTo>
                <a:cubicBezTo>
                  <a:pt x="21895" y="2027"/>
                  <a:pt x="22012" y="2681"/>
                  <a:pt x="22156" y="3330"/>
                </a:cubicBezTo>
                <a:cubicBezTo>
                  <a:pt x="22266" y="3816"/>
                  <a:pt x="22392" y="4298"/>
                  <a:pt x="22533" y="4777"/>
                </a:cubicBezTo>
                <a:cubicBezTo>
                  <a:pt x="22649" y="5170"/>
                  <a:pt x="22741" y="5625"/>
                  <a:pt x="22967" y="5973"/>
                </a:cubicBezTo>
                <a:cubicBezTo>
                  <a:pt x="23099" y="6175"/>
                  <a:pt x="23293" y="6317"/>
                  <a:pt x="23520" y="6317"/>
                </a:cubicBezTo>
                <a:cubicBezTo>
                  <a:pt x="23577" y="6317"/>
                  <a:pt x="23636" y="6308"/>
                  <a:pt x="23697" y="6289"/>
                </a:cubicBezTo>
                <a:cubicBezTo>
                  <a:pt x="23862" y="6236"/>
                  <a:pt x="23995" y="6124"/>
                  <a:pt x="24144" y="6039"/>
                </a:cubicBezTo>
                <a:cubicBezTo>
                  <a:pt x="24324" y="5935"/>
                  <a:pt x="24517" y="5894"/>
                  <a:pt x="24718" y="5894"/>
                </a:cubicBezTo>
                <a:cubicBezTo>
                  <a:pt x="24772" y="5894"/>
                  <a:pt x="24825" y="5896"/>
                  <a:pt x="24880" y="5902"/>
                </a:cubicBezTo>
                <a:cubicBezTo>
                  <a:pt x="25352" y="5951"/>
                  <a:pt x="25797" y="6154"/>
                  <a:pt x="26260" y="6251"/>
                </a:cubicBezTo>
                <a:cubicBezTo>
                  <a:pt x="26616" y="6325"/>
                  <a:pt x="26978" y="6363"/>
                  <a:pt x="27342" y="6363"/>
                </a:cubicBezTo>
                <a:cubicBezTo>
                  <a:pt x="27415" y="6363"/>
                  <a:pt x="27488" y="6361"/>
                  <a:pt x="27561" y="6358"/>
                </a:cubicBezTo>
                <a:cubicBezTo>
                  <a:pt x="28533" y="6322"/>
                  <a:pt x="29480" y="6039"/>
                  <a:pt x="30344" y="5599"/>
                </a:cubicBezTo>
                <a:lnTo>
                  <a:pt x="30344" y="5599"/>
                </a:lnTo>
                <a:cubicBezTo>
                  <a:pt x="30725" y="5890"/>
                  <a:pt x="31192" y="5960"/>
                  <a:pt x="31663" y="5960"/>
                </a:cubicBezTo>
                <a:cubicBezTo>
                  <a:pt x="31741" y="5960"/>
                  <a:pt x="31819" y="5958"/>
                  <a:pt x="31897" y="5955"/>
                </a:cubicBezTo>
                <a:cubicBezTo>
                  <a:pt x="32694" y="5924"/>
                  <a:pt x="33491" y="5877"/>
                  <a:pt x="34290" y="5873"/>
                </a:cubicBezTo>
                <a:cubicBezTo>
                  <a:pt x="34342" y="5873"/>
                  <a:pt x="34394" y="5873"/>
                  <a:pt x="34445" y="5873"/>
                </a:cubicBezTo>
                <a:cubicBezTo>
                  <a:pt x="36049" y="5873"/>
                  <a:pt x="37649" y="5970"/>
                  <a:pt x="39242" y="6166"/>
                </a:cubicBezTo>
                <a:cubicBezTo>
                  <a:pt x="39246" y="6166"/>
                  <a:pt x="39250" y="6166"/>
                  <a:pt x="39253" y="6166"/>
                </a:cubicBezTo>
                <a:cubicBezTo>
                  <a:pt x="39316" y="6166"/>
                  <a:pt x="39358" y="6100"/>
                  <a:pt x="39362" y="6044"/>
                </a:cubicBezTo>
                <a:cubicBezTo>
                  <a:pt x="39496" y="4312"/>
                  <a:pt x="39757" y="2592"/>
                  <a:pt x="40142" y="898"/>
                </a:cubicBezTo>
                <a:lnTo>
                  <a:pt x="40142" y="898"/>
                </a:lnTo>
                <a:cubicBezTo>
                  <a:pt x="40298" y="2532"/>
                  <a:pt x="40648" y="4141"/>
                  <a:pt x="41185" y="5694"/>
                </a:cubicBezTo>
                <a:cubicBezTo>
                  <a:pt x="41201" y="5745"/>
                  <a:pt x="41249" y="5782"/>
                  <a:pt x="41303" y="5783"/>
                </a:cubicBezTo>
                <a:cubicBezTo>
                  <a:pt x="43109" y="5836"/>
                  <a:pt x="44916" y="5857"/>
                  <a:pt x="46722" y="5857"/>
                </a:cubicBezTo>
                <a:cubicBezTo>
                  <a:pt x="48292" y="5857"/>
                  <a:pt x="49861" y="5841"/>
                  <a:pt x="51431" y="5818"/>
                </a:cubicBezTo>
                <a:cubicBezTo>
                  <a:pt x="51585" y="5815"/>
                  <a:pt x="51587" y="5576"/>
                  <a:pt x="51433" y="5576"/>
                </a:cubicBezTo>
                <a:cubicBezTo>
                  <a:pt x="51433" y="5576"/>
                  <a:pt x="51432" y="5576"/>
                  <a:pt x="51431" y="5576"/>
                </a:cubicBezTo>
                <a:cubicBezTo>
                  <a:pt x="49855" y="5599"/>
                  <a:pt x="48279" y="5615"/>
                  <a:pt x="46703" y="5615"/>
                </a:cubicBezTo>
                <a:cubicBezTo>
                  <a:pt x="44931" y="5615"/>
                  <a:pt x="43160" y="5595"/>
                  <a:pt x="41389" y="5544"/>
                </a:cubicBezTo>
                <a:lnTo>
                  <a:pt x="41389" y="5544"/>
                </a:lnTo>
                <a:cubicBezTo>
                  <a:pt x="40791" y="3792"/>
                  <a:pt x="40432" y="1967"/>
                  <a:pt x="40324" y="119"/>
                </a:cubicBezTo>
                <a:cubicBezTo>
                  <a:pt x="40320" y="45"/>
                  <a:pt x="40255" y="0"/>
                  <a:pt x="4019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22">
    <p:spTree>
      <p:nvGrpSpPr>
        <p:cNvPr id="1" name="Shape 7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Google Shape;716;p30"/>
          <p:cNvSpPr/>
          <p:nvPr/>
        </p:nvSpPr>
        <p:spPr>
          <a:xfrm flipH="1">
            <a:off x="-2721555" y="-2102391"/>
            <a:ext cx="3649504" cy="3649821"/>
          </a:xfrm>
          <a:custGeom>
            <a:avLst/>
            <a:gdLst/>
            <a:ahLst/>
            <a:cxnLst/>
            <a:rect l="l" t="t" r="r" b="b"/>
            <a:pathLst>
              <a:path w="15104" h="15105" extrusionOk="0">
                <a:moveTo>
                  <a:pt x="7552" y="0"/>
                </a:moveTo>
                <a:cubicBezTo>
                  <a:pt x="5550" y="0"/>
                  <a:pt x="3628" y="797"/>
                  <a:pt x="2212" y="2213"/>
                </a:cubicBezTo>
                <a:cubicBezTo>
                  <a:pt x="796" y="3629"/>
                  <a:pt x="1" y="5549"/>
                  <a:pt x="1" y="7552"/>
                </a:cubicBezTo>
                <a:cubicBezTo>
                  <a:pt x="1" y="9555"/>
                  <a:pt x="796" y="11476"/>
                  <a:pt x="2212" y="12892"/>
                </a:cubicBezTo>
                <a:cubicBezTo>
                  <a:pt x="3628" y="14308"/>
                  <a:pt x="5550" y="15104"/>
                  <a:pt x="7552" y="15104"/>
                </a:cubicBezTo>
                <a:cubicBezTo>
                  <a:pt x="9555" y="15104"/>
                  <a:pt x="11475" y="14308"/>
                  <a:pt x="12892" y="12892"/>
                </a:cubicBezTo>
                <a:cubicBezTo>
                  <a:pt x="14308" y="11476"/>
                  <a:pt x="15104" y="9555"/>
                  <a:pt x="15104" y="7552"/>
                </a:cubicBezTo>
                <a:cubicBezTo>
                  <a:pt x="15104" y="5549"/>
                  <a:pt x="14308" y="3629"/>
                  <a:pt x="12892" y="2213"/>
                </a:cubicBezTo>
                <a:cubicBezTo>
                  <a:pt x="11475" y="797"/>
                  <a:pt x="9555" y="0"/>
                  <a:pt x="755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7" name="Google Shape;717;p30"/>
          <p:cNvSpPr/>
          <p:nvPr/>
        </p:nvSpPr>
        <p:spPr>
          <a:xfrm flipH="1">
            <a:off x="-2187327" y="-1567910"/>
            <a:ext cx="2580797" cy="2580608"/>
          </a:xfrm>
          <a:custGeom>
            <a:avLst/>
            <a:gdLst/>
            <a:ahLst/>
            <a:cxnLst/>
            <a:rect l="l" t="t" r="r" b="b"/>
            <a:pathLst>
              <a:path w="10681" h="10680" extrusionOk="0">
                <a:moveTo>
                  <a:pt x="5340" y="1"/>
                </a:moveTo>
                <a:cubicBezTo>
                  <a:pt x="2391" y="1"/>
                  <a:pt x="0" y="2391"/>
                  <a:pt x="0" y="5340"/>
                </a:cubicBezTo>
                <a:cubicBezTo>
                  <a:pt x="0" y="8290"/>
                  <a:pt x="2391" y="10680"/>
                  <a:pt x="5340" y="10680"/>
                </a:cubicBezTo>
                <a:cubicBezTo>
                  <a:pt x="8289" y="10680"/>
                  <a:pt x="10680" y="8290"/>
                  <a:pt x="10680" y="5340"/>
                </a:cubicBezTo>
                <a:cubicBezTo>
                  <a:pt x="10680" y="2391"/>
                  <a:pt x="8289" y="1"/>
                  <a:pt x="5340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8" name="Google Shape;718;p30"/>
          <p:cNvSpPr/>
          <p:nvPr/>
        </p:nvSpPr>
        <p:spPr>
          <a:xfrm flipH="1">
            <a:off x="-279823" y="3843106"/>
            <a:ext cx="485425" cy="425027"/>
          </a:xfrm>
          <a:custGeom>
            <a:avLst/>
            <a:gdLst/>
            <a:ahLst/>
            <a:cxnLst/>
            <a:rect l="l" t="t" r="r" b="b"/>
            <a:pathLst>
              <a:path w="2009" h="1759" extrusionOk="0">
                <a:moveTo>
                  <a:pt x="1006" y="0"/>
                </a:moveTo>
                <a:cubicBezTo>
                  <a:pt x="702" y="0"/>
                  <a:pt x="407" y="157"/>
                  <a:pt x="244" y="439"/>
                </a:cubicBezTo>
                <a:cubicBezTo>
                  <a:pt x="1" y="859"/>
                  <a:pt x="144" y="1397"/>
                  <a:pt x="564" y="1640"/>
                </a:cubicBezTo>
                <a:cubicBezTo>
                  <a:pt x="703" y="1721"/>
                  <a:pt x="854" y="1759"/>
                  <a:pt x="1004" y="1759"/>
                </a:cubicBezTo>
                <a:cubicBezTo>
                  <a:pt x="1307" y="1759"/>
                  <a:pt x="1603" y="1602"/>
                  <a:pt x="1766" y="1321"/>
                </a:cubicBezTo>
                <a:cubicBezTo>
                  <a:pt x="2009" y="901"/>
                  <a:pt x="1865" y="363"/>
                  <a:pt x="1445" y="118"/>
                </a:cubicBezTo>
                <a:cubicBezTo>
                  <a:pt x="1306" y="38"/>
                  <a:pt x="1155" y="0"/>
                  <a:pt x="100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9" name="Google Shape;719;p30"/>
          <p:cNvSpPr/>
          <p:nvPr/>
        </p:nvSpPr>
        <p:spPr>
          <a:xfrm flipH="1">
            <a:off x="7488655" y="-645765"/>
            <a:ext cx="1798415" cy="1638493"/>
          </a:xfrm>
          <a:custGeom>
            <a:avLst/>
            <a:gdLst/>
            <a:ahLst/>
            <a:cxnLst/>
            <a:rect l="l" t="t" r="r" b="b"/>
            <a:pathLst>
              <a:path w="7443" h="6781" extrusionOk="0">
                <a:moveTo>
                  <a:pt x="3721" y="1"/>
                </a:moveTo>
                <a:cubicBezTo>
                  <a:pt x="2854" y="1"/>
                  <a:pt x="1986" y="332"/>
                  <a:pt x="1325" y="993"/>
                </a:cubicBezTo>
                <a:cubicBezTo>
                  <a:pt x="1" y="2317"/>
                  <a:pt x="1" y="4464"/>
                  <a:pt x="1325" y="5788"/>
                </a:cubicBezTo>
                <a:cubicBezTo>
                  <a:pt x="1986" y="6449"/>
                  <a:pt x="2854" y="6780"/>
                  <a:pt x="3721" y="6780"/>
                </a:cubicBezTo>
                <a:cubicBezTo>
                  <a:pt x="4589" y="6780"/>
                  <a:pt x="5457" y="6449"/>
                  <a:pt x="6119" y="5788"/>
                </a:cubicBezTo>
                <a:cubicBezTo>
                  <a:pt x="7443" y="4464"/>
                  <a:pt x="7443" y="2317"/>
                  <a:pt x="6119" y="993"/>
                </a:cubicBezTo>
                <a:cubicBezTo>
                  <a:pt x="5457" y="332"/>
                  <a:pt x="4589" y="1"/>
                  <a:pt x="372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0" name="Google Shape;720;p30"/>
          <p:cNvSpPr/>
          <p:nvPr/>
        </p:nvSpPr>
        <p:spPr>
          <a:xfrm flipH="1">
            <a:off x="8034723" y="-150670"/>
            <a:ext cx="709894" cy="645394"/>
          </a:xfrm>
          <a:custGeom>
            <a:avLst/>
            <a:gdLst/>
            <a:ahLst/>
            <a:cxnLst/>
            <a:rect l="l" t="t" r="r" b="b"/>
            <a:pathLst>
              <a:path w="2938" h="2671" extrusionOk="0">
                <a:moveTo>
                  <a:pt x="1468" y="1"/>
                </a:moveTo>
                <a:cubicBezTo>
                  <a:pt x="863" y="1"/>
                  <a:pt x="315" y="415"/>
                  <a:pt x="170" y="1030"/>
                </a:cubicBezTo>
                <a:cubicBezTo>
                  <a:pt x="1" y="1746"/>
                  <a:pt x="446" y="2465"/>
                  <a:pt x="1163" y="2635"/>
                </a:cubicBezTo>
                <a:cubicBezTo>
                  <a:pt x="1266" y="2659"/>
                  <a:pt x="1370" y="2671"/>
                  <a:pt x="1472" y="2671"/>
                </a:cubicBezTo>
                <a:cubicBezTo>
                  <a:pt x="2076" y="2671"/>
                  <a:pt x="2624" y="2257"/>
                  <a:pt x="2769" y="1643"/>
                </a:cubicBezTo>
                <a:cubicBezTo>
                  <a:pt x="2937" y="925"/>
                  <a:pt x="2494" y="206"/>
                  <a:pt x="1776" y="37"/>
                </a:cubicBezTo>
                <a:cubicBezTo>
                  <a:pt x="1673" y="12"/>
                  <a:pt x="1570" y="1"/>
                  <a:pt x="146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1" name="Google Shape;721;p30"/>
          <p:cNvSpPr/>
          <p:nvPr/>
        </p:nvSpPr>
        <p:spPr>
          <a:xfrm flipH="1">
            <a:off x="8599420" y="3907134"/>
            <a:ext cx="687665" cy="625580"/>
          </a:xfrm>
          <a:custGeom>
            <a:avLst/>
            <a:gdLst/>
            <a:ahLst/>
            <a:cxnLst/>
            <a:rect l="l" t="t" r="r" b="b"/>
            <a:pathLst>
              <a:path w="2846" h="2589" extrusionOk="0">
                <a:moveTo>
                  <a:pt x="1422" y="1"/>
                </a:moveTo>
                <a:cubicBezTo>
                  <a:pt x="835" y="1"/>
                  <a:pt x="304" y="402"/>
                  <a:pt x="163" y="998"/>
                </a:cubicBezTo>
                <a:cubicBezTo>
                  <a:pt x="0" y="1694"/>
                  <a:pt x="431" y="2389"/>
                  <a:pt x="1125" y="2554"/>
                </a:cubicBezTo>
                <a:cubicBezTo>
                  <a:pt x="1225" y="2577"/>
                  <a:pt x="1326" y="2589"/>
                  <a:pt x="1424" y="2589"/>
                </a:cubicBezTo>
                <a:cubicBezTo>
                  <a:pt x="2011" y="2589"/>
                  <a:pt x="2542" y="2187"/>
                  <a:pt x="2681" y="1593"/>
                </a:cubicBezTo>
                <a:cubicBezTo>
                  <a:pt x="2845" y="897"/>
                  <a:pt x="2415" y="200"/>
                  <a:pt x="1720" y="36"/>
                </a:cubicBezTo>
                <a:cubicBezTo>
                  <a:pt x="1620" y="12"/>
                  <a:pt x="1520" y="1"/>
                  <a:pt x="142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2" name="Google Shape;722;p30"/>
          <p:cNvSpPr/>
          <p:nvPr/>
        </p:nvSpPr>
        <p:spPr>
          <a:xfrm flipH="1">
            <a:off x="7316868" y="4913895"/>
            <a:ext cx="437341" cy="406663"/>
          </a:xfrm>
          <a:custGeom>
            <a:avLst/>
            <a:gdLst/>
            <a:ahLst/>
            <a:cxnLst/>
            <a:rect l="l" t="t" r="r" b="b"/>
            <a:pathLst>
              <a:path w="1810" h="1683" extrusionOk="0">
                <a:moveTo>
                  <a:pt x="906" y="0"/>
                </a:moveTo>
                <a:cubicBezTo>
                  <a:pt x="501" y="0"/>
                  <a:pt x="142" y="294"/>
                  <a:pt x="76" y="707"/>
                </a:cubicBezTo>
                <a:cubicBezTo>
                  <a:pt x="1" y="1166"/>
                  <a:pt x="312" y="1598"/>
                  <a:pt x="771" y="1671"/>
                </a:cubicBezTo>
                <a:cubicBezTo>
                  <a:pt x="817" y="1679"/>
                  <a:pt x="863" y="1683"/>
                  <a:pt x="908" y="1683"/>
                </a:cubicBezTo>
                <a:cubicBezTo>
                  <a:pt x="1312" y="1683"/>
                  <a:pt x="1669" y="1389"/>
                  <a:pt x="1736" y="977"/>
                </a:cubicBezTo>
                <a:cubicBezTo>
                  <a:pt x="1810" y="518"/>
                  <a:pt x="1499" y="86"/>
                  <a:pt x="1040" y="11"/>
                </a:cubicBezTo>
                <a:cubicBezTo>
                  <a:pt x="995" y="4"/>
                  <a:pt x="950" y="0"/>
                  <a:pt x="906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3" name="Google Shape;723;p30"/>
          <p:cNvSpPr/>
          <p:nvPr/>
        </p:nvSpPr>
        <p:spPr>
          <a:xfrm flipH="1">
            <a:off x="8839575" y="3039924"/>
            <a:ext cx="447490" cy="406905"/>
          </a:xfrm>
          <a:custGeom>
            <a:avLst/>
            <a:gdLst/>
            <a:ahLst/>
            <a:cxnLst/>
            <a:rect l="l" t="t" r="r" b="b"/>
            <a:pathLst>
              <a:path w="1852" h="1684" extrusionOk="0">
                <a:moveTo>
                  <a:pt x="925" y="1"/>
                </a:moveTo>
                <a:cubicBezTo>
                  <a:pt x="544" y="1"/>
                  <a:pt x="199" y="261"/>
                  <a:pt x="107" y="649"/>
                </a:cubicBezTo>
                <a:cubicBezTo>
                  <a:pt x="1" y="1101"/>
                  <a:pt x="280" y="1554"/>
                  <a:pt x="732" y="1660"/>
                </a:cubicBezTo>
                <a:cubicBezTo>
                  <a:pt x="798" y="1676"/>
                  <a:pt x="863" y="1683"/>
                  <a:pt x="927" y="1683"/>
                </a:cubicBezTo>
                <a:cubicBezTo>
                  <a:pt x="1307" y="1683"/>
                  <a:pt x="1653" y="1422"/>
                  <a:pt x="1744" y="1035"/>
                </a:cubicBezTo>
                <a:cubicBezTo>
                  <a:pt x="1851" y="583"/>
                  <a:pt x="1570" y="131"/>
                  <a:pt x="1118" y="23"/>
                </a:cubicBezTo>
                <a:cubicBezTo>
                  <a:pt x="1053" y="8"/>
                  <a:pt x="989" y="1"/>
                  <a:pt x="92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4" name="Google Shape;724;p30"/>
          <p:cNvSpPr/>
          <p:nvPr/>
        </p:nvSpPr>
        <p:spPr>
          <a:xfrm flipH="1">
            <a:off x="8034713" y="3446834"/>
            <a:ext cx="461745" cy="406905"/>
          </a:xfrm>
          <a:custGeom>
            <a:avLst/>
            <a:gdLst/>
            <a:ahLst/>
            <a:cxnLst/>
            <a:rect l="l" t="t" r="r" b="b"/>
            <a:pathLst>
              <a:path w="1911" h="1684" extrusionOk="0">
                <a:moveTo>
                  <a:pt x="956" y="1"/>
                </a:moveTo>
                <a:cubicBezTo>
                  <a:pt x="848" y="1"/>
                  <a:pt x="739" y="22"/>
                  <a:pt x="634" y="66"/>
                </a:cubicBezTo>
                <a:cubicBezTo>
                  <a:pt x="204" y="243"/>
                  <a:pt x="0" y="734"/>
                  <a:pt x="179" y="1163"/>
                </a:cubicBezTo>
                <a:cubicBezTo>
                  <a:pt x="312" y="1487"/>
                  <a:pt x="625" y="1683"/>
                  <a:pt x="956" y="1683"/>
                </a:cubicBezTo>
                <a:cubicBezTo>
                  <a:pt x="1063" y="1683"/>
                  <a:pt x="1172" y="1662"/>
                  <a:pt x="1278" y="1619"/>
                </a:cubicBezTo>
                <a:cubicBezTo>
                  <a:pt x="1706" y="1441"/>
                  <a:pt x="1910" y="949"/>
                  <a:pt x="1733" y="521"/>
                </a:cubicBezTo>
                <a:cubicBezTo>
                  <a:pt x="1598" y="197"/>
                  <a:pt x="1285" y="1"/>
                  <a:pt x="95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5" name="Google Shape;725;p30"/>
          <p:cNvSpPr/>
          <p:nvPr/>
        </p:nvSpPr>
        <p:spPr>
          <a:xfrm flipH="1">
            <a:off x="7848606" y="4253881"/>
            <a:ext cx="293333" cy="267243"/>
          </a:xfrm>
          <a:custGeom>
            <a:avLst/>
            <a:gdLst/>
            <a:ahLst/>
            <a:cxnLst/>
            <a:rect l="l" t="t" r="r" b="b"/>
            <a:pathLst>
              <a:path w="1214" h="1106" extrusionOk="0">
                <a:moveTo>
                  <a:pt x="607" y="0"/>
                </a:moveTo>
                <a:cubicBezTo>
                  <a:pt x="465" y="0"/>
                  <a:pt x="324" y="54"/>
                  <a:pt x="216" y="162"/>
                </a:cubicBezTo>
                <a:cubicBezTo>
                  <a:pt x="0" y="377"/>
                  <a:pt x="0" y="727"/>
                  <a:pt x="216" y="943"/>
                </a:cubicBezTo>
                <a:cubicBezTo>
                  <a:pt x="324" y="1051"/>
                  <a:pt x="465" y="1105"/>
                  <a:pt x="607" y="1105"/>
                </a:cubicBezTo>
                <a:cubicBezTo>
                  <a:pt x="748" y="1105"/>
                  <a:pt x="889" y="1051"/>
                  <a:pt x="997" y="943"/>
                </a:cubicBezTo>
                <a:cubicBezTo>
                  <a:pt x="1213" y="727"/>
                  <a:pt x="1213" y="377"/>
                  <a:pt x="997" y="162"/>
                </a:cubicBezTo>
                <a:cubicBezTo>
                  <a:pt x="889" y="54"/>
                  <a:pt x="748" y="0"/>
                  <a:pt x="607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6" name="Google Shape;726;p30"/>
          <p:cNvSpPr/>
          <p:nvPr/>
        </p:nvSpPr>
        <p:spPr>
          <a:xfrm flipH="1">
            <a:off x="6734620" y="4665194"/>
            <a:ext cx="213355" cy="182914"/>
          </a:xfrm>
          <a:custGeom>
            <a:avLst/>
            <a:gdLst/>
            <a:ahLst/>
            <a:cxnLst/>
            <a:rect l="l" t="t" r="r" b="b"/>
            <a:pathLst>
              <a:path w="883" h="757" extrusionOk="0">
                <a:moveTo>
                  <a:pt x="505" y="1"/>
                </a:moveTo>
                <a:cubicBezTo>
                  <a:pt x="169" y="1"/>
                  <a:pt x="1" y="407"/>
                  <a:pt x="239" y="645"/>
                </a:cubicBezTo>
                <a:cubicBezTo>
                  <a:pt x="316" y="722"/>
                  <a:pt x="410" y="756"/>
                  <a:pt x="503" y="756"/>
                </a:cubicBezTo>
                <a:cubicBezTo>
                  <a:pt x="697" y="756"/>
                  <a:pt x="883" y="606"/>
                  <a:pt x="883" y="378"/>
                </a:cubicBezTo>
                <a:cubicBezTo>
                  <a:pt x="883" y="169"/>
                  <a:pt x="715" y="1"/>
                  <a:pt x="50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7" name="Google Shape;727;p30"/>
          <p:cNvSpPr/>
          <p:nvPr/>
        </p:nvSpPr>
        <p:spPr>
          <a:xfrm flipH="1">
            <a:off x="3324439" y="284637"/>
            <a:ext cx="213838" cy="182914"/>
          </a:xfrm>
          <a:custGeom>
            <a:avLst/>
            <a:gdLst/>
            <a:ahLst/>
            <a:cxnLst/>
            <a:rect l="l" t="t" r="r" b="b"/>
            <a:pathLst>
              <a:path w="885" h="757" extrusionOk="0">
                <a:moveTo>
                  <a:pt x="506" y="1"/>
                </a:moveTo>
                <a:cubicBezTo>
                  <a:pt x="170" y="1"/>
                  <a:pt x="1" y="407"/>
                  <a:pt x="239" y="645"/>
                </a:cubicBezTo>
                <a:cubicBezTo>
                  <a:pt x="316" y="722"/>
                  <a:pt x="410" y="756"/>
                  <a:pt x="503" y="756"/>
                </a:cubicBezTo>
                <a:cubicBezTo>
                  <a:pt x="697" y="756"/>
                  <a:pt x="883" y="606"/>
                  <a:pt x="884" y="378"/>
                </a:cubicBezTo>
                <a:cubicBezTo>
                  <a:pt x="884" y="169"/>
                  <a:pt x="715" y="1"/>
                  <a:pt x="50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8" name="Google Shape;728;p30"/>
          <p:cNvSpPr/>
          <p:nvPr/>
        </p:nvSpPr>
        <p:spPr>
          <a:xfrm flipH="1">
            <a:off x="8200461" y="383958"/>
            <a:ext cx="1962720" cy="1788304"/>
          </a:xfrm>
          <a:custGeom>
            <a:avLst/>
            <a:gdLst/>
            <a:ahLst/>
            <a:cxnLst/>
            <a:rect l="l" t="t" r="r" b="b"/>
            <a:pathLst>
              <a:path w="8123" h="7401" extrusionOk="0">
                <a:moveTo>
                  <a:pt x="4061" y="1"/>
                </a:moveTo>
                <a:cubicBezTo>
                  <a:pt x="3115" y="1"/>
                  <a:pt x="2168" y="362"/>
                  <a:pt x="1446" y="1085"/>
                </a:cubicBezTo>
                <a:cubicBezTo>
                  <a:pt x="0" y="2529"/>
                  <a:pt x="0" y="4871"/>
                  <a:pt x="1446" y="6317"/>
                </a:cubicBezTo>
                <a:cubicBezTo>
                  <a:pt x="2168" y="7039"/>
                  <a:pt x="3115" y="7400"/>
                  <a:pt x="4061" y="7400"/>
                </a:cubicBezTo>
                <a:cubicBezTo>
                  <a:pt x="5008" y="7400"/>
                  <a:pt x="5955" y="7039"/>
                  <a:pt x="6678" y="6317"/>
                </a:cubicBezTo>
                <a:cubicBezTo>
                  <a:pt x="8122" y="4871"/>
                  <a:pt x="8122" y="2529"/>
                  <a:pt x="6678" y="1085"/>
                </a:cubicBezTo>
                <a:cubicBezTo>
                  <a:pt x="5955" y="362"/>
                  <a:pt x="5008" y="1"/>
                  <a:pt x="406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9" name="Google Shape;729;p30"/>
          <p:cNvSpPr/>
          <p:nvPr/>
        </p:nvSpPr>
        <p:spPr>
          <a:xfrm flipH="1">
            <a:off x="262355" y="4422434"/>
            <a:ext cx="491465" cy="491475"/>
          </a:xfrm>
          <a:custGeom>
            <a:avLst/>
            <a:gdLst/>
            <a:ahLst/>
            <a:cxnLst/>
            <a:rect l="l" t="t" r="r" b="b"/>
            <a:pathLst>
              <a:path w="2034" h="2034" extrusionOk="0">
                <a:moveTo>
                  <a:pt x="1017" y="1"/>
                </a:moveTo>
                <a:cubicBezTo>
                  <a:pt x="456" y="1"/>
                  <a:pt x="1" y="456"/>
                  <a:pt x="1" y="1017"/>
                </a:cubicBezTo>
                <a:cubicBezTo>
                  <a:pt x="1" y="1578"/>
                  <a:pt x="456" y="2034"/>
                  <a:pt x="1017" y="2034"/>
                </a:cubicBezTo>
                <a:cubicBezTo>
                  <a:pt x="1578" y="2034"/>
                  <a:pt x="2033" y="1578"/>
                  <a:pt x="2033" y="1017"/>
                </a:cubicBezTo>
                <a:cubicBezTo>
                  <a:pt x="2033" y="456"/>
                  <a:pt x="1578" y="1"/>
                  <a:pt x="101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0" name="Google Shape;730;p30"/>
          <p:cNvSpPr/>
          <p:nvPr/>
        </p:nvSpPr>
        <p:spPr>
          <a:xfrm flipH="1">
            <a:off x="-854520" y="4665200"/>
            <a:ext cx="1305500" cy="1305527"/>
          </a:xfrm>
          <a:custGeom>
            <a:avLst/>
            <a:gdLst/>
            <a:ahLst/>
            <a:cxnLst/>
            <a:rect l="l" t="t" r="r" b="b"/>
            <a:pathLst>
              <a:path w="5403" h="5403" extrusionOk="0">
                <a:moveTo>
                  <a:pt x="2701" y="1"/>
                </a:moveTo>
                <a:cubicBezTo>
                  <a:pt x="1210" y="1"/>
                  <a:pt x="1" y="1210"/>
                  <a:pt x="1" y="2701"/>
                </a:cubicBezTo>
                <a:cubicBezTo>
                  <a:pt x="1" y="4193"/>
                  <a:pt x="1210" y="5402"/>
                  <a:pt x="2701" y="5402"/>
                </a:cubicBezTo>
                <a:cubicBezTo>
                  <a:pt x="4193" y="5402"/>
                  <a:pt x="5402" y="4193"/>
                  <a:pt x="5402" y="2701"/>
                </a:cubicBezTo>
                <a:cubicBezTo>
                  <a:pt x="5402" y="1210"/>
                  <a:pt x="4193" y="1"/>
                  <a:pt x="270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1" name="Google Shape;731;p30"/>
          <p:cNvSpPr/>
          <p:nvPr/>
        </p:nvSpPr>
        <p:spPr>
          <a:xfrm flipH="1">
            <a:off x="-592128" y="1129628"/>
            <a:ext cx="1043095" cy="1042633"/>
          </a:xfrm>
          <a:custGeom>
            <a:avLst/>
            <a:gdLst/>
            <a:ahLst/>
            <a:cxnLst/>
            <a:rect l="l" t="t" r="r" b="b"/>
            <a:pathLst>
              <a:path w="4317" h="4315" extrusionOk="0">
                <a:moveTo>
                  <a:pt x="2159" y="0"/>
                </a:moveTo>
                <a:cubicBezTo>
                  <a:pt x="967" y="0"/>
                  <a:pt x="1" y="966"/>
                  <a:pt x="1" y="2157"/>
                </a:cubicBezTo>
                <a:cubicBezTo>
                  <a:pt x="1" y="3348"/>
                  <a:pt x="967" y="4314"/>
                  <a:pt x="2159" y="4314"/>
                </a:cubicBezTo>
                <a:cubicBezTo>
                  <a:pt x="3350" y="4314"/>
                  <a:pt x="4316" y="3348"/>
                  <a:pt x="4316" y="2157"/>
                </a:cubicBezTo>
                <a:cubicBezTo>
                  <a:pt x="4316" y="966"/>
                  <a:pt x="3350" y="0"/>
                  <a:pt x="215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2" name="Google Shape;732;p30"/>
          <p:cNvSpPr/>
          <p:nvPr/>
        </p:nvSpPr>
        <p:spPr>
          <a:xfrm flipH="1">
            <a:off x="4191370" y="-160912"/>
            <a:ext cx="442899" cy="443149"/>
          </a:xfrm>
          <a:custGeom>
            <a:avLst/>
            <a:gdLst/>
            <a:ahLst/>
            <a:cxnLst/>
            <a:rect l="l" t="t" r="r" b="b"/>
            <a:pathLst>
              <a:path w="1833" h="1834" extrusionOk="0">
                <a:moveTo>
                  <a:pt x="916" y="1"/>
                </a:moveTo>
                <a:cubicBezTo>
                  <a:pt x="410" y="1"/>
                  <a:pt x="1" y="412"/>
                  <a:pt x="1" y="918"/>
                </a:cubicBezTo>
                <a:cubicBezTo>
                  <a:pt x="1" y="1423"/>
                  <a:pt x="410" y="1833"/>
                  <a:pt x="916" y="1833"/>
                </a:cubicBezTo>
                <a:cubicBezTo>
                  <a:pt x="1423" y="1833"/>
                  <a:pt x="1833" y="1423"/>
                  <a:pt x="1833" y="918"/>
                </a:cubicBezTo>
                <a:cubicBezTo>
                  <a:pt x="1833" y="412"/>
                  <a:pt x="1423" y="1"/>
                  <a:pt x="91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3" name="Google Shape;733;p30"/>
          <p:cNvSpPr/>
          <p:nvPr/>
        </p:nvSpPr>
        <p:spPr>
          <a:xfrm flipH="1">
            <a:off x="1227331" y="-126843"/>
            <a:ext cx="600438" cy="600692"/>
          </a:xfrm>
          <a:custGeom>
            <a:avLst/>
            <a:gdLst/>
            <a:ahLst/>
            <a:cxnLst/>
            <a:rect l="l" t="t" r="r" b="b"/>
            <a:pathLst>
              <a:path w="2485" h="2486" extrusionOk="0">
                <a:moveTo>
                  <a:pt x="1242" y="1"/>
                </a:moveTo>
                <a:cubicBezTo>
                  <a:pt x="557" y="1"/>
                  <a:pt x="1" y="557"/>
                  <a:pt x="1" y="1242"/>
                </a:cubicBezTo>
                <a:cubicBezTo>
                  <a:pt x="1" y="1929"/>
                  <a:pt x="557" y="2485"/>
                  <a:pt x="1242" y="2485"/>
                </a:cubicBezTo>
                <a:cubicBezTo>
                  <a:pt x="1929" y="2485"/>
                  <a:pt x="2485" y="1929"/>
                  <a:pt x="2485" y="1242"/>
                </a:cubicBezTo>
                <a:cubicBezTo>
                  <a:pt x="2485" y="557"/>
                  <a:pt x="1929" y="1"/>
                  <a:pt x="124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4" name="Google Shape;734;p30"/>
          <p:cNvSpPr/>
          <p:nvPr/>
        </p:nvSpPr>
        <p:spPr>
          <a:xfrm flipH="1">
            <a:off x="2170882" y="203462"/>
            <a:ext cx="345282" cy="345289"/>
          </a:xfrm>
          <a:custGeom>
            <a:avLst/>
            <a:gdLst/>
            <a:ahLst/>
            <a:cxnLst/>
            <a:rect l="l" t="t" r="r" b="b"/>
            <a:pathLst>
              <a:path w="1429" h="1429" extrusionOk="0">
                <a:moveTo>
                  <a:pt x="715" y="1"/>
                </a:moveTo>
                <a:cubicBezTo>
                  <a:pt x="320" y="1"/>
                  <a:pt x="1" y="320"/>
                  <a:pt x="1" y="715"/>
                </a:cubicBezTo>
                <a:cubicBezTo>
                  <a:pt x="1" y="1109"/>
                  <a:pt x="320" y="1428"/>
                  <a:pt x="715" y="1428"/>
                </a:cubicBezTo>
                <a:cubicBezTo>
                  <a:pt x="1108" y="1428"/>
                  <a:pt x="1429" y="1109"/>
                  <a:pt x="1429" y="715"/>
                </a:cubicBezTo>
                <a:cubicBezTo>
                  <a:pt x="1429" y="320"/>
                  <a:pt x="1108" y="1"/>
                  <a:pt x="71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5" name="Google Shape;735;p30"/>
          <p:cNvSpPr/>
          <p:nvPr/>
        </p:nvSpPr>
        <p:spPr>
          <a:xfrm flipH="1">
            <a:off x="352529" y="252305"/>
            <a:ext cx="772717" cy="680913"/>
          </a:xfrm>
          <a:custGeom>
            <a:avLst/>
            <a:gdLst/>
            <a:ahLst/>
            <a:cxnLst/>
            <a:rect l="l" t="t" r="r" b="b"/>
            <a:pathLst>
              <a:path w="3198" h="2818" extrusionOk="0">
                <a:moveTo>
                  <a:pt x="1598" y="1"/>
                </a:moveTo>
                <a:cubicBezTo>
                  <a:pt x="1419" y="1"/>
                  <a:pt x="1236" y="35"/>
                  <a:pt x="1060" y="108"/>
                </a:cubicBezTo>
                <a:cubicBezTo>
                  <a:pt x="342" y="406"/>
                  <a:pt x="1" y="1229"/>
                  <a:pt x="298" y="1948"/>
                </a:cubicBezTo>
                <a:cubicBezTo>
                  <a:pt x="523" y="2490"/>
                  <a:pt x="1047" y="2817"/>
                  <a:pt x="1600" y="2817"/>
                </a:cubicBezTo>
                <a:cubicBezTo>
                  <a:pt x="1779" y="2817"/>
                  <a:pt x="1961" y="2783"/>
                  <a:pt x="2137" y="2710"/>
                </a:cubicBezTo>
                <a:cubicBezTo>
                  <a:pt x="2856" y="2413"/>
                  <a:pt x="3198" y="1589"/>
                  <a:pt x="2900" y="870"/>
                </a:cubicBezTo>
                <a:cubicBezTo>
                  <a:pt x="2676" y="328"/>
                  <a:pt x="2151" y="1"/>
                  <a:pt x="159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6" name="Google Shape;736;p30"/>
          <p:cNvSpPr/>
          <p:nvPr/>
        </p:nvSpPr>
        <p:spPr>
          <a:xfrm flipH="1">
            <a:off x="6042957" y="-166846"/>
            <a:ext cx="748796" cy="680672"/>
          </a:xfrm>
          <a:custGeom>
            <a:avLst/>
            <a:gdLst/>
            <a:ahLst/>
            <a:cxnLst/>
            <a:rect l="l" t="t" r="r" b="b"/>
            <a:pathLst>
              <a:path w="3099" h="2817" extrusionOk="0">
                <a:moveTo>
                  <a:pt x="1548" y="0"/>
                </a:moveTo>
                <a:cubicBezTo>
                  <a:pt x="910" y="0"/>
                  <a:pt x="332" y="437"/>
                  <a:pt x="179" y="1086"/>
                </a:cubicBezTo>
                <a:cubicBezTo>
                  <a:pt x="1" y="1842"/>
                  <a:pt x="469" y="2600"/>
                  <a:pt x="1226" y="2778"/>
                </a:cubicBezTo>
                <a:cubicBezTo>
                  <a:pt x="1335" y="2804"/>
                  <a:pt x="1444" y="2817"/>
                  <a:pt x="1552" y="2817"/>
                </a:cubicBezTo>
                <a:cubicBezTo>
                  <a:pt x="2190" y="2817"/>
                  <a:pt x="2767" y="2379"/>
                  <a:pt x="2920" y="1732"/>
                </a:cubicBezTo>
                <a:cubicBezTo>
                  <a:pt x="3098" y="976"/>
                  <a:pt x="2630" y="217"/>
                  <a:pt x="1873" y="38"/>
                </a:cubicBezTo>
                <a:cubicBezTo>
                  <a:pt x="1765" y="12"/>
                  <a:pt x="1656" y="0"/>
                  <a:pt x="154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7" name="Google Shape;737;p30"/>
          <p:cNvSpPr/>
          <p:nvPr/>
        </p:nvSpPr>
        <p:spPr>
          <a:xfrm flipH="1">
            <a:off x="4125126" y="103252"/>
            <a:ext cx="5518357" cy="680924"/>
          </a:xfrm>
          <a:custGeom>
            <a:avLst/>
            <a:gdLst/>
            <a:ahLst/>
            <a:cxnLst/>
            <a:rect l="l" t="t" r="r" b="b"/>
            <a:pathLst>
              <a:path w="52006" h="6417" extrusionOk="0">
                <a:moveTo>
                  <a:pt x="42454" y="0"/>
                </a:moveTo>
                <a:cubicBezTo>
                  <a:pt x="42391" y="0"/>
                  <a:pt x="42321" y="45"/>
                  <a:pt x="42319" y="120"/>
                </a:cubicBezTo>
                <a:cubicBezTo>
                  <a:pt x="42277" y="1651"/>
                  <a:pt x="42138" y="3177"/>
                  <a:pt x="41904" y="4690"/>
                </a:cubicBezTo>
                <a:cubicBezTo>
                  <a:pt x="41880" y="4844"/>
                  <a:pt x="41860" y="5002"/>
                  <a:pt x="41827" y="5154"/>
                </a:cubicBezTo>
                <a:cubicBezTo>
                  <a:pt x="41780" y="5374"/>
                  <a:pt x="41690" y="5467"/>
                  <a:pt x="41454" y="5494"/>
                </a:cubicBezTo>
                <a:cubicBezTo>
                  <a:pt x="41353" y="5505"/>
                  <a:pt x="41249" y="5510"/>
                  <a:pt x="41144" y="5510"/>
                </a:cubicBezTo>
                <a:cubicBezTo>
                  <a:pt x="40842" y="5510"/>
                  <a:pt x="40528" y="5475"/>
                  <a:pt x="40236" y="5468"/>
                </a:cubicBezTo>
                <a:cubicBezTo>
                  <a:pt x="39562" y="5455"/>
                  <a:pt x="38885" y="5461"/>
                  <a:pt x="38211" y="5421"/>
                </a:cubicBezTo>
                <a:cubicBezTo>
                  <a:pt x="37272" y="5364"/>
                  <a:pt x="35982" y="5155"/>
                  <a:pt x="35616" y="4138"/>
                </a:cubicBezTo>
                <a:cubicBezTo>
                  <a:pt x="35480" y="3758"/>
                  <a:pt x="35449" y="3192"/>
                  <a:pt x="34969" y="3077"/>
                </a:cubicBezTo>
                <a:cubicBezTo>
                  <a:pt x="34920" y="3065"/>
                  <a:pt x="34872" y="3060"/>
                  <a:pt x="34826" y="3060"/>
                </a:cubicBezTo>
                <a:cubicBezTo>
                  <a:pt x="34420" y="3060"/>
                  <a:pt x="34115" y="3486"/>
                  <a:pt x="33900" y="3785"/>
                </a:cubicBezTo>
                <a:cubicBezTo>
                  <a:pt x="33107" y="4883"/>
                  <a:pt x="31914" y="5624"/>
                  <a:pt x="30580" y="5847"/>
                </a:cubicBezTo>
                <a:lnTo>
                  <a:pt x="30580" y="5847"/>
                </a:lnTo>
                <a:cubicBezTo>
                  <a:pt x="30238" y="4003"/>
                  <a:pt x="30018" y="2139"/>
                  <a:pt x="29920" y="267"/>
                </a:cubicBezTo>
                <a:cubicBezTo>
                  <a:pt x="29916" y="194"/>
                  <a:pt x="29845" y="148"/>
                  <a:pt x="29782" y="148"/>
                </a:cubicBezTo>
                <a:cubicBezTo>
                  <a:pt x="29734" y="148"/>
                  <a:pt x="29690" y="174"/>
                  <a:pt x="29681" y="235"/>
                </a:cubicBezTo>
                <a:cubicBezTo>
                  <a:pt x="29447" y="1836"/>
                  <a:pt x="29218" y="3436"/>
                  <a:pt x="28980" y="5035"/>
                </a:cubicBezTo>
                <a:cubicBezTo>
                  <a:pt x="28945" y="5263"/>
                  <a:pt x="28949" y="5470"/>
                  <a:pt x="28664" y="5505"/>
                </a:cubicBezTo>
                <a:cubicBezTo>
                  <a:pt x="28629" y="5509"/>
                  <a:pt x="28594" y="5510"/>
                  <a:pt x="28558" y="5510"/>
                </a:cubicBezTo>
                <a:cubicBezTo>
                  <a:pt x="28430" y="5510"/>
                  <a:pt x="28293" y="5491"/>
                  <a:pt x="28172" y="5487"/>
                </a:cubicBezTo>
                <a:lnTo>
                  <a:pt x="26895" y="5435"/>
                </a:lnTo>
                <a:cubicBezTo>
                  <a:pt x="26173" y="5405"/>
                  <a:pt x="25432" y="5418"/>
                  <a:pt x="24716" y="5316"/>
                </a:cubicBezTo>
                <a:cubicBezTo>
                  <a:pt x="24122" y="5229"/>
                  <a:pt x="23557" y="5016"/>
                  <a:pt x="23222" y="4492"/>
                </a:cubicBezTo>
                <a:cubicBezTo>
                  <a:pt x="22970" y="4100"/>
                  <a:pt x="22818" y="3609"/>
                  <a:pt x="22456" y="3298"/>
                </a:cubicBezTo>
                <a:cubicBezTo>
                  <a:pt x="22284" y="3150"/>
                  <a:pt x="22083" y="3079"/>
                  <a:pt x="21880" y="3079"/>
                </a:cubicBezTo>
                <a:cubicBezTo>
                  <a:pt x="21671" y="3079"/>
                  <a:pt x="21461" y="3154"/>
                  <a:pt x="21281" y="3296"/>
                </a:cubicBezTo>
                <a:cubicBezTo>
                  <a:pt x="20822" y="3654"/>
                  <a:pt x="20691" y="4226"/>
                  <a:pt x="20426" y="4716"/>
                </a:cubicBezTo>
                <a:cubicBezTo>
                  <a:pt x="20258" y="5027"/>
                  <a:pt x="20027" y="5267"/>
                  <a:pt x="19679" y="5361"/>
                </a:cubicBezTo>
                <a:cubicBezTo>
                  <a:pt x="19392" y="5437"/>
                  <a:pt x="19090" y="5431"/>
                  <a:pt x="18797" y="5435"/>
                </a:cubicBezTo>
                <a:cubicBezTo>
                  <a:pt x="18366" y="5440"/>
                  <a:pt x="17925" y="5461"/>
                  <a:pt x="17596" y="5728"/>
                </a:cubicBezTo>
                <a:lnTo>
                  <a:pt x="17596" y="5728"/>
                </a:lnTo>
                <a:cubicBezTo>
                  <a:pt x="17258" y="4031"/>
                  <a:pt x="17058" y="2308"/>
                  <a:pt x="17001" y="578"/>
                </a:cubicBezTo>
                <a:cubicBezTo>
                  <a:pt x="16998" y="504"/>
                  <a:pt x="16929" y="459"/>
                  <a:pt x="16866" y="459"/>
                </a:cubicBezTo>
                <a:cubicBezTo>
                  <a:pt x="16817" y="459"/>
                  <a:pt x="16773" y="485"/>
                  <a:pt x="16763" y="545"/>
                </a:cubicBezTo>
                <a:lnTo>
                  <a:pt x="16757" y="578"/>
                </a:lnTo>
                <a:lnTo>
                  <a:pt x="16757" y="578"/>
                </a:lnTo>
                <a:lnTo>
                  <a:pt x="16756" y="578"/>
                </a:lnTo>
                <a:lnTo>
                  <a:pt x="16756" y="578"/>
                </a:lnTo>
                <a:cubicBezTo>
                  <a:pt x="16756" y="579"/>
                  <a:pt x="16756" y="581"/>
                  <a:pt x="16756" y="582"/>
                </a:cubicBezTo>
                <a:lnTo>
                  <a:pt x="16756" y="582"/>
                </a:lnTo>
                <a:lnTo>
                  <a:pt x="16331" y="3057"/>
                </a:lnTo>
                <a:lnTo>
                  <a:pt x="16141" y="4162"/>
                </a:lnTo>
                <a:lnTo>
                  <a:pt x="16037" y="4765"/>
                </a:lnTo>
                <a:cubicBezTo>
                  <a:pt x="16004" y="4963"/>
                  <a:pt x="15994" y="5190"/>
                  <a:pt x="15921" y="5378"/>
                </a:cubicBezTo>
                <a:cubicBezTo>
                  <a:pt x="15854" y="5550"/>
                  <a:pt x="15724" y="5605"/>
                  <a:pt x="15575" y="5605"/>
                </a:cubicBezTo>
                <a:cubicBezTo>
                  <a:pt x="15377" y="5605"/>
                  <a:pt x="15145" y="5509"/>
                  <a:pt x="14979" y="5465"/>
                </a:cubicBezTo>
                <a:cubicBezTo>
                  <a:pt x="14624" y="5370"/>
                  <a:pt x="14255" y="5339"/>
                  <a:pt x="13888" y="5339"/>
                </a:cubicBezTo>
                <a:cubicBezTo>
                  <a:pt x="13866" y="5339"/>
                  <a:pt x="13843" y="5339"/>
                  <a:pt x="13821" y="5339"/>
                </a:cubicBezTo>
                <a:cubicBezTo>
                  <a:pt x="13302" y="5343"/>
                  <a:pt x="12776" y="5411"/>
                  <a:pt x="12254" y="5411"/>
                </a:cubicBezTo>
                <a:cubicBezTo>
                  <a:pt x="12040" y="5411"/>
                  <a:pt x="11827" y="5399"/>
                  <a:pt x="11616" y="5368"/>
                </a:cubicBezTo>
                <a:cubicBezTo>
                  <a:pt x="11061" y="5285"/>
                  <a:pt x="10475" y="5069"/>
                  <a:pt x="10091" y="4643"/>
                </a:cubicBezTo>
                <a:cubicBezTo>
                  <a:pt x="9897" y="4427"/>
                  <a:pt x="9787" y="4173"/>
                  <a:pt x="9743" y="3888"/>
                </a:cubicBezTo>
                <a:cubicBezTo>
                  <a:pt x="9707" y="3654"/>
                  <a:pt x="9705" y="3394"/>
                  <a:pt x="9578" y="3185"/>
                </a:cubicBezTo>
                <a:cubicBezTo>
                  <a:pt x="9464" y="2998"/>
                  <a:pt x="9299" y="2929"/>
                  <a:pt x="9120" y="2929"/>
                </a:cubicBezTo>
                <a:cubicBezTo>
                  <a:pt x="8862" y="2929"/>
                  <a:pt x="8574" y="3073"/>
                  <a:pt x="8373" y="3214"/>
                </a:cubicBezTo>
                <a:cubicBezTo>
                  <a:pt x="7958" y="3505"/>
                  <a:pt x="7656" y="3918"/>
                  <a:pt x="7338" y="4305"/>
                </a:cubicBezTo>
                <a:cubicBezTo>
                  <a:pt x="6905" y="4830"/>
                  <a:pt x="6468" y="5230"/>
                  <a:pt x="5767" y="5318"/>
                </a:cubicBezTo>
                <a:cubicBezTo>
                  <a:pt x="5358" y="5369"/>
                  <a:pt x="4797" y="5459"/>
                  <a:pt x="4526" y="5787"/>
                </a:cubicBezTo>
                <a:lnTo>
                  <a:pt x="4526" y="5787"/>
                </a:lnTo>
                <a:cubicBezTo>
                  <a:pt x="4284" y="4322"/>
                  <a:pt x="4115" y="2847"/>
                  <a:pt x="4017" y="1366"/>
                </a:cubicBezTo>
                <a:lnTo>
                  <a:pt x="4017" y="1366"/>
                </a:lnTo>
                <a:cubicBezTo>
                  <a:pt x="4013" y="1145"/>
                  <a:pt x="4000" y="925"/>
                  <a:pt x="3979" y="705"/>
                </a:cubicBezTo>
                <a:lnTo>
                  <a:pt x="3979" y="705"/>
                </a:lnTo>
                <a:cubicBezTo>
                  <a:pt x="3978" y="695"/>
                  <a:pt x="3978" y="685"/>
                  <a:pt x="3977" y="675"/>
                </a:cubicBezTo>
                <a:lnTo>
                  <a:pt x="3976" y="675"/>
                </a:lnTo>
                <a:cubicBezTo>
                  <a:pt x="3968" y="599"/>
                  <a:pt x="3905" y="560"/>
                  <a:pt x="3845" y="560"/>
                </a:cubicBezTo>
                <a:cubicBezTo>
                  <a:pt x="3786" y="560"/>
                  <a:pt x="3730" y="598"/>
                  <a:pt x="3734" y="676"/>
                </a:cubicBezTo>
                <a:cubicBezTo>
                  <a:pt x="3747" y="925"/>
                  <a:pt x="3761" y="1173"/>
                  <a:pt x="3778" y="1421"/>
                </a:cubicBezTo>
                <a:lnTo>
                  <a:pt x="3778" y="1421"/>
                </a:lnTo>
                <a:cubicBezTo>
                  <a:pt x="3786" y="1975"/>
                  <a:pt x="3742" y="2529"/>
                  <a:pt x="3645" y="3076"/>
                </a:cubicBezTo>
                <a:cubicBezTo>
                  <a:pt x="3513" y="3816"/>
                  <a:pt x="3310" y="4663"/>
                  <a:pt x="2910" y="5307"/>
                </a:cubicBezTo>
                <a:cubicBezTo>
                  <a:pt x="2725" y="5605"/>
                  <a:pt x="2489" y="5702"/>
                  <a:pt x="2225" y="5702"/>
                </a:cubicBezTo>
                <a:cubicBezTo>
                  <a:pt x="1744" y="5702"/>
                  <a:pt x="1174" y="5382"/>
                  <a:pt x="661" y="5382"/>
                </a:cubicBezTo>
                <a:cubicBezTo>
                  <a:pt x="462" y="5382"/>
                  <a:pt x="271" y="5430"/>
                  <a:pt x="98" y="5565"/>
                </a:cubicBezTo>
                <a:cubicBezTo>
                  <a:pt x="0" y="5641"/>
                  <a:pt x="89" y="5765"/>
                  <a:pt x="191" y="5765"/>
                </a:cubicBezTo>
                <a:cubicBezTo>
                  <a:pt x="217" y="5765"/>
                  <a:pt x="245" y="5757"/>
                  <a:pt x="270" y="5737"/>
                </a:cubicBezTo>
                <a:lnTo>
                  <a:pt x="268" y="5737"/>
                </a:lnTo>
                <a:cubicBezTo>
                  <a:pt x="398" y="5636"/>
                  <a:pt x="547" y="5599"/>
                  <a:pt x="705" y="5599"/>
                </a:cubicBezTo>
                <a:cubicBezTo>
                  <a:pt x="1098" y="5599"/>
                  <a:pt x="1547" y="5831"/>
                  <a:pt x="1886" y="5904"/>
                </a:cubicBezTo>
                <a:cubicBezTo>
                  <a:pt x="1999" y="5928"/>
                  <a:pt x="2108" y="5940"/>
                  <a:pt x="2212" y="5940"/>
                </a:cubicBezTo>
                <a:cubicBezTo>
                  <a:pt x="2611" y="5940"/>
                  <a:pt x="2940" y="5761"/>
                  <a:pt x="3159" y="5360"/>
                </a:cubicBezTo>
                <a:cubicBezTo>
                  <a:pt x="3526" y="4685"/>
                  <a:pt x="3742" y="3893"/>
                  <a:pt x="3878" y="3141"/>
                </a:cubicBezTo>
                <a:cubicBezTo>
                  <a:pt x="3888" y="3083"/>
                  <a:pt x="3898" y="3024"/>
                  <a:pt x="3907" y="2966"/>
                </a:cubicBezTo>
                <a:lnTo>
                  <a:pt x="3907" y="2966"/>
                </a:lnTo>
                <a:cubicBezTo>
                  <a:pt x="4021" y="4092"/>
                  <a:pt x="4176" y="5214"/>
                  <a:pt x="4372" y="6330"/>
                </a:cubicBezTo>
                <a:cubicBezTo>
                  <a:pt x="4382" y="6389"/>
                  <a:pt x="4431" y="6416"/>
                  <a:pt x="4482" y="6416"/>
                </a:cubicBezTo>
                <a:cubicBezTo>
                  <a:pt x="4546" y="6416"/>
                  <a:pt x="4613" y="6373"/>
                  <a:pt x="4610" y="6297"/>
                </a:cubicBezTo>
                <a:cubicBezTo>
                  <a:pt x="4571" y="5468"/>
                  <a:pt x="5855" y="5629"/>
                  <a:pt x="6362" y="5431"/>
                </a:cubicBezTo>
                <a:cubicBezTo>
                  <a:pt x="6817" y="5255"/>
                  <a:pt x="7161" y="4894"/>
                  <a:pt x="7467" y="4526"/>
                </a:cubicBezTo>
                <a:cubicBezTo>
                  <a:pt x="7798" y="4129"/>
                  <a:pt x="8106" y="3679"/>
                  <a:pt x="8546" y="3390"/>
                </a:cubicBezTo>
                <a:cubicBezTo>
                  <a:pt x="8695" y="3292"/>
                  <a:pt x="8913" y="3174"/>
                  <a:pt x="9099" y="3174"/>
                </a:cubicBezTo>
                <a:cubicBezTo>
                  <a:pt x="9226" y="3174"/>
                  <a:pt x="9339" y="3229"/>
                  <a:pt x="9405" y="3384"/>
                </a:cubicBezTo>
                <a:cubicBezTo>
                  <a:pt x="9505" y="3622"/>
                  <a:pt x="9481" y="3899"/>
                  <a:pt x="9547" y="4146"/>
                </a:cubicBezTo>
                <a:cubicBezTo>
                  <a:pt x="9821" y="5180"/>
                  <a:pt x="11034" y="5608"/>
                  <a:pt x="11995" y="5644"/>
                </a:cubicBezTo>
                <a:cubicBezTo>
                  <a:pt x="12071" y="5647"/>
                  <a:pt x="12147" y="5649"/>
                  <a:pt x="12223" y="5649"/>
                </a:cubicBezTo>
                <a:cubicBezTo>
                  <a:pt x="12773" y="5649"/>
                  <a:pt x="13322" y="5581"/>
                  <a:pt x="13871" y="5581"/>
                </a:cubicBezTo>
                <a:cubicBezTo>
                  <a:pt x="14012" y="5581"/>
                  <a:pt x="14153" y="5585"/>
                  <a:pt x="14294" y="5596"/>
                </a:cubicBezTo>
                <a:cubicBezTo>
                  <a:pt x="14646" y="5624"/>
                  <a:pt x="14960" y="5734"/>
                  <a:pt x="15300" y="5809"/>
                </a:cubicBezTo>
                <a:cubicBezTo>
                  <a:pt x="15394" y="5830"/>
                  <a:pt x="15493" y="5845"/>
                  <a:pt x="15590" y="5845"/>
                </a:cubicBezTo>
                <a:cubicBezTo>
                  <a:pt x="15749" y="5845"/>
                  <a:pt x="15903" y="5804"/>
                  <a:pt x="16020" y="5679"/>
                </a:cubicBezTo>
                <a:cubicBezTo>
                  <a:pt x="16238" y="5450"/>
                  <a:pt x="16238" y="5021"/>
                  <a:pt x="16288" y="4729"/>
                </a:cubicBezTo>
                <a:lnTo>
                  <a:pt x="16529" y="3323"/>
                </a:lnTo>
                <a:lnTo>
                  <a:pt x="16812" y="1675"/>
                </a:lnTo>
                <a:lnTo>
                  <a:pt x="16812" y="1675"/>
                </a:lnTo>
                <a:cubicBezTo>
                  <a:pt x="16912" y="3130"/>
                  <a:pt x="17110" y="4577"/>
                  <a:pt x="17405" y="6006"/>
                </a:cubicBezTo>
                <a:cubicBezTo>
                  <a:pt x="17418" y="6066"/>
                  <a:pt x="17462" y="6091"/>
                  <a:pt x="17510" y="6091"/>
                </a:cubicBezTo>
                <a:cubicBezTo>
                  <a:pt x="17554" y="6091"/>
                  <a:pt x="17599" y="6070"/>
                  <a:pt x="17626" y="6035"/>
                </a:cubicBezTo>
                <a:cubicBezTo>
                  <a:pt x="17881" y="5699"/>
                  <a:pt x="18325" y="5673"/>
                  <a:pt x="18739" y="5673"/>
                </a:cubicBezTo>
                <a:cubicBezTo>
                  <a:pt x="18815" y="5673"/>
                  <a:pt x="18890" y="5674"/>
                  <a:pt x="18962" y="5674"/>
                </a:cubicBezTo>
                <a:cubicBezTo>
                  <a:pt x="19020" y="5674"/>
                  <a:pt x="19076" y="5673"/>
                  <a:pt x="19130" y="5671"/>
                </a:cubicBezTo>
                <a:cubicBezTo>
                  <a:pt x="19628" y="5653"/>
                  <a:pt x="20108" y="5552"/>
                  <a:pt x="20435" y="5144"/>
                </a:cubicBezTo>
                <a:cubicBezTo>
                  <a:pt x="20805" y="4681"/>
                  <a:pt x="20883" y="4049"/>
                  <a:pt x="21293" y="3611"/>
                </a:cubicBezTo>
                <a:cubicBezTo>
                  <a:pt x="21450" y="3445"/>
                  <a:pt x="21658" y="3316"/>
                  <a:pt x="21882" y="3316"/>
                </a:cubicBezTo>
                <a:cubicBezTo>
                  <a:pt x="21947" y="3316"/>
                  <a:pt x="22012" y="3327"/>
                  <a:pt x="22079" y="3350"/>
                </a:cubicBezTo>
                <a:cubicBezTo>
                  <a:pt x="22345" y="3443"/>
                  <a:pt x="22507" y="3706"/>
                  <a:pt x="22639" y="3939"/>
                </a:cubicBezTo>
                <a:cubicBezTo>
                  <a:pt x="22877" y="4360"/>
                  <a:pt x="23062" y="4811"/>
                  <a:pt x="23461" y="5110"/>
                </a:cubicBezTo>
                <a:cubicBezTo>
                  <a:pt x="23919" y="5452"/>
                  <a:pt x="24507" y="5550"/>
                  <a:pt x="25062" y="5595"/>
                </a:cubicBezTo>
                <a:cubicBezTo>
                  <a:pt x="25790" y="5653"/>
                  <a:pt x="26522" y="5661"/>
                  <a:pt x="27251" y="5691"/>
                </a:cubicBezTo>
                <a:lnTo>
                  <a:pt x="28427" y="5739"/>
                </a:lnTo>
                <a:cubicBezTo>
                  <a:pt x="28484" y="5741"/>
                  <a:pt x="28542" y="5743"/>
                  <a:pt x="28599" y="5743"/>
                </a:cubicBezTo>
                <a:cubicBezTo>
                  <a:pt x="28811" y="5743"/>
                  <a:pt x="29009" y="5708"/>
                  <a:pt x="29121" y="5487"/>
                </a:cubicBezTo>
                <a:cubicBezTo>
                  <a:pt x="29280" y="5172"/>
                  <a:pt x="29269" y="4725"/>
                  <a:pt x="29318" y="4383"/>
                </a:cubicBezTo>
                <a:lnTo>
                  <a:pt x="29512" y="3057"/>
                </a:lnTo>
                <a:lnTo>
                  <a:pt x="29753" y="1409"/>
                </a:lnTo>
                <a:lnTo>
                  <a:pt x="29753" y="1409"/>
                </a:lnTo>
                <a:cubicBezTo>
                  <a:pt x="29875" y="2954"/>
                  <a:pt x="30079" y="4491"/>
                  <a:pt x="30365" y="6015"/>
                </a:cubicBezTo>
                <a:cubicBezTo>
                  <a:pt x="30377" y="6076"/>
                  <a:pt x="30435" y="6101"/>
                  <a:pt x="30489" y="6101"/>
                </a:cubicBezTo>
                <a:cubicBezTo>
                  <a:pt x="30498" y="6101"/>
                  <a:pt x="30506" y="6101"/>
                  <a:pt x="30514" y="6099"/>
                </a:cubicBezTo>
                <a:cubicBezTo>
                  <a:pt x="31726" y="5930"/>
                  <a:pt x="32865" y="5334"/>
                  <a:pt x="33690" y="4430"/>
                </a:cubicBezTo>
                <a:cubicBezTo>
                  <a:pt x="33875" y="4227"/>
                  <a:pt x="34031" y="4006"/>
                  <a:pt x="34196" y="3787"/>
                </a:cubicBezTo>
                <a:cubicBezTo>
                  <a:pt x="34335" y="3602"/>
                  <a:pt x="34583" y="3302"/>
                  <a:pt x="34838" y="3302"/>
                </a:cubicBezTo>
                <a:cubicBezTo>
                  <a:pt x="34915" y="3302"/>
                  <a:pt x="34994" y="3330"/>
                  <a:pt x="35070" y="3398"/>
                </a:cubicBezTo>
                <a:cubicBezTo>
                  <a:pt x="35256" y="3566"/>
                  <a:pt x="35283" y="3884"/>
                  <a:pt x="35352" y="4109"/>
                </a:cubicBezTo>
                <a:cubicBezTo>
                  <a:pt x="35418" y="4330"/>
                  <a:pt x="35525" y="4536"/>
                  <a:pt x="35669" y="4716"/>
                </a:cubicBezTo>
                <a:cubicBezTo>
                  <a:pt x="36291" y="5480"/>
                  <a:pt x="37427" y="5627"/>
                  <a:pt x="38347" y="5670"/>
                </a:cubicBezTo>
                <a:cubicBezTo>
                  <a:pt x="39094" y="5704"/>
                  <a:pt x="39844" y="5704"/>
                  <a:pt x="40592" y="5718"/>
                </a:cubicBezTo>
                <a:cubicBezTo>
                  <a:pt x="40815" y="5723"/>
                  <a:pt x="41069" y="5756"/>
                  <a:pt x="41311" y="5756"/>
                </a:cubicBezTo>
                <a:cubicBezTo>
                  <a:pt x="41433" y="5756"/>
                  <a:pt x="41552" y="5748"/>
                  <a:pt x="41662" y="5723"/>
                </a:cubicBezTo>
                <a:cubicBezTo>
                  <a:pt x="41908" y="5668"/>
                  <a:pt x="42013" y="5446"/>
                  <a:pt x="42061" y="5219"/>
                </a:cubicBezTo>
                <a:cubicBezTo>
                  <a:pt x="42234" y="4405"/>
                  <a:pt x="42314" y="3555"/>
                  <a:pt x="42397" y="2728"/>
                </a:cubicBezTo>
                <a:cubicBezTo>
                  <a:pt x="42442" y="2267"/>
                  <a:pt x="42479" y="1806"/>
                  <a:pt x="42507" y="1345"/>
                </a:cubicBezTo>
                <a:lnTo>
                  <a:pt x="42507" y="1345"/>
                </a:lnTo>
                <a:cubicBezTo>
                  <a:pt x="42753" y="2930"/>
                  <a:pt x="42998" y="4516"/>
                  <a:pt x="43243" y="6101"/>
                </a:cubicBezTo>
                <a:cubicBezTo>
                  <a:pt x="43252" y="6157"/>
                  <a:pt x="43308" y="6188"/>
                  <a:pt x="43362" y="6188"/>
                </a:cubicBezTo>
                <a:cubicBezTo>
                  <a:pt x="43404" y="6188"/>
                  <a:pt x="43446" y="6169"/>
                  <a:pt x="43465" y="6129"/>
                </a:cubicBezTo>
                <a:cubicBezTo>
                  <a:pt x="43691" y="5642"/>
                  <a:pt x="44324" y="5690"/>
                  <a:pt x="44779" y="5649"/>
                </a:cubicBezTo>
                <a:cubicBezTo>
                  <a:pt x="45229" y="5612"/>
                  <a:pt x="45647" y="5521"/>
                  <a:pt x="45984" y="5203"/>
                </a:cubicBezTo>
                <a:cubicBezTo>
                  <a:pt x="46298" y="4907"/>
                  <a:pt x="46504" y="4514"/>
                  <a:pt x="46733" y="4153"/>
                </a:cubicBezTo>
                <a:cubicBezTo>
                  <a:pt x="46952" y="3808"/>
                  <a:pt x="47213" y="3437"/>
                  <a:pt x="47639" y="3389"/>
                </a:cubicBezTo>
                <a:lnTo>
                  <a:pt x="47639" y="3389"/>
                </a:lnTo>
                <a:cubicBezTo>
                  <a:pt x="48138" y="4753"/>
                  <a:pt x="49536" y="5669"/>
                  <a:pt x="50964" y="5669"/>
                </a:cubicBezTo>
                <a:cubicBezTo>
                  <a:pt x="51267" y="5669"/>
                  <a:pt x="51571" y="5628"/>
                  <a:pt x="51868" y="5541"/>
                </a:cubicBezTo>
                <a:cubicBezTo>
                  <a:pt x="52005" y="5501"/>
                  <a:pt x="51964" y="5301"/>
                  <a:pt x="51840" y="5301"/>
                </a:cubicBezTo>
                <a:cubicBezTo>
                  <a:pt x="51828" y="5301"/>
                  <a:pt x="51816" y="5303"/>
                  <a:pt x="51803" y="5307"/>
                </a:cubicBezTo>
                <a:cubicBezTo>
                  <a:pt x="51528" y="5387"/>
                  <a:pt x="51245" y="5425"/>
                  <a:pt x="50963" y="5425"/>
                </a:cubicBezTo>
                <a:cubicBezTo>
                  <a:pt x="49609" y="5425"/>
                  <a:pt x="48275" y="4544"/>
                  <a:pt x="47841" y="3231"/>
                </a:cubicBezTo>
                <a:cubicBezTo>
                  <a:pt x="47826" y="3180"/>
                  <a:pt x="47778" y="3143"/>
                  <a:pt x="47723" y="3142"/>
                </a:cubicBezTo>
                <a:cubicBezTo>
                  <a:pt x="46737" y="3152"/>
                  <a:pt x="46453" y="4355"/>
                  <a:pt x="45891" y="4954"/>
                </a:cubicBezTo>
                <a:cubicBezTo>
                  <a:pt x="45493" y="5377"/>
                  <a:pt x="44966" y="5390"/>
                  <a:pt x="44423" y="5433"/>
                </a:cubicBezTo>
                <a:cubicBezTo>
                  <a:pt x="44067" y="5463"/>
                  <a:pt x="43685" y="5516"/>
                  <a:pt x="43433" y="5757"/>
                </a:cubicBezTo>
                <a:lnTo>
                  <a:pt x="43433" y="5757"/>
                </a:lnTo>
                <a:cubicBezTo>
                  <a:pt x="43143" y="3878"/>
                  <a:pt x="42853" y="1999"/>
                  <a:pt x="42562" y="121"/>
                </a:cubicBezTo>
                <a:lnTo>
                  <a:pt x="42562" y="121"/>
                </a:lnTo>
                <a:cubicBezTo>
                  <a:pt x="42562" y="121"/>
                  <a:pt x="42562" y="120"/>
                  <a:pt x="42562" y="120"/>
                </a:cubicBezTo>
                <a:lnTo>
                  <a:pt x="42562" y="120"/>
                </a:lnTo>
                <a:lnTo>
                  <a:pt x="42562" y="120"/>
                </a:lnTo>
                <a:lnTo>
                  <a:pt x="42562" y="120"/>
                </a:lnTo>
                <a:cubicBezTo>
                  <a:pt x="42561" y="109"/>
                  <a:pt x="42559" y="98"/>
                  <a:pt x="42557" y="88"/>
                </a:cubicBezTo>
                <a:cubicBezTo>
                  <a:pt x="42548" y="27"/>
                  <a:pt x="42503" y="0"/>
                  <a:pt x="4245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8" name="Google Shape;738;p30"/>
          <p:cNvSpPr/>
          <p:nvPr/>
        </p:nvSpPr>
        <p:spPr>
          <a:xfrm flipH="1">
            <a:off x="-805274" y="4318577"/>
            <a:ext cx="5518357" cy="680924"/>
          </a:xfrm>
          <a:custGeom>
            <a:avLst/>
            <a:gdLst/>
            <a:ahLst/>
            <a:cxnLst/>
            <a:rect l="l" t="t" r="r" b="b"/>
            <a:pathLst>
              <a:path w="52006" h="6417" extrusionOk="0">
                <a:moveTo>
                  <a:pt x="42454" y="0"/>
                </a:moveTo>
                <a:cubicBezTo>
                  <a:pt x="42391" y="0"/>
                  <a:pt x="42321" y="45"/>
                  <a:pt x="42319" y="120"/>
                </a:cubicBezTo>
                <a:cubicBezTo>
                  <a:pt x="42277" y="1651"/>
                  <a:pt x="42138" y="3177"/>
                  <a:pt x="41904" y="4690"/>
                </a:cubicBezTo>
                <a:cubicBezTo>
                  <a:pt x="41880" y="4844"/>
                  <a:pt x="41860" y="5002"/>
                  <a:pt x="41827" y="5154"/>
                </a:cubicBezTo>
                <a:cubicBezTo>
                  <a:pt x="41780" y="5374"/>
                  <a:pt x="41690" y="5467"/>
                  <a:pt x="41454" y="5494"/>
                </a:cubicBezTo>
                <a:cubicBezTo>
                  <a:pt x="41353" y="5505"/>
                  <a:pt x="41249" y="5510"/>
                  <a:pt x="41144" y="5510"/>
                </a:cubicBezTo>
                <a:cubicBezTo>
                  <a:pt x="40842" y="5510"/>
                  <a:pt x="40528" y="5475"/>
                  <a:pt x="40236" y="5468"/>
                </a:cubicBezTo>
                <a:cubicBezTo>
                  <a:pt x="39562" y="5455"/>
                  <a:pt x="38885" y="5461"/>
                  <a:pt x="38211" y="5421"/>
                </a:cubicBezTo>
                <a:cubicBezTo>
                  <a:pt x="37272" y="5364"/>
                  <a:pt x="35982" y="5155"/>
                  <a:pt x="35616" y="4138"/>
                </a:cubicBezTo>
                <a:cubicBezTo>
                  <a:pt x="35480" y="3758"/>
                  <a:pt x="35449" y="3192"/>
                  <a:pt x="34969" y="3077"/>
                </a:cubicBezTo>
                <a:cubicBezTo>
                  <a:pt x="34920" y="3065"/>
                  <a:pt x="34872" y="3060"/>
                  <a:pt x="34826" y="3060"/>
                </a:cubicBezTo>
                <a:cubicBezTo>
                  <a:pt x="34420" y="3060"/>
                  <a:pt x="34115" y="3486"/>
                  <a:pt x="33900" y="3785"/>
                </a:cubicBezTo>
                <a:cubicBezTo>
                  <a:pt x="33107" y="4883"/>
                  <a:pt x="31914" y="5624"/>
                  <a:pt x="30580" y="5847"/>
                </a:cubicBezTo>
                <a:lnTo>
                  <a:pt x="30580" y="5847"/>
                </a:lnTo>
                <a:cubicBezTo>
                  <a:pt x="30238" y="4003"/>
                  <a:pt x="30018" y="2139"/>
                  <a:pt x="29920" y="267"/>
                </a:cubicBezTo>
                <a:cubicBezTo>
                  <a:pt x="29916" y="194"/>
                  <a:pt x="29845" y="148"/>
                  <a:pt x="29782" y="148"/>
                </a:cubicBezTo>
                <a:cubicBezTo>
                  <a:pt x="29734" y="148"/>
                  <a:pt x="29690" y="174"/>
                  <a:pt x="29681" y="235"/>
                </a:cubicBezTo>
                <a:cubicBezTo>
                  <a:pt x="29447" y="1836"/>
                  <a:pt x="29218" y="3436"/>
                  <a:pt x="28980" y="5035"/>
                </a:cubicBezTo>
                <a:cubicBezTo>
                  <a:pt x="28945" y="5263"/>
                  <a:pt x="28949" y="5470"/>
                  <a:pt x="28664" y="5505"/>
                </a:cubicBezTo>
                <a:cubicBezTo>
                  <a:pt x="28629" y="5509"/>
                  <a:pt x="28594" y="5510"/>
                  <a:pt x="28558" y="5510"/>
                </a:cubicBezTo>
                <a:cubicBezTo>
                  <a:pt x="28430" y="5510"/>
                  <a:pt x="28293" y="5491"/>
                  <a:pt x="28172" y="5487"/>
                </a:cubicBezTo>
                <a:lnTo>
                  <a:pt x="26895" y="5435"/>
                </a:lnTo>
                <a:cubicBezTo>
                  <a:pt x="26173" y="5405"/>
                  <a:pt x="25432" y="5418"/>
                  <a:pt x="24716" y="5316"/>
                </a:cubicBezTo>
                <a:cubicBezTo>
                  <a:pt x="24122" y="5229"/>
                  <a:pt x="23557" y="5016"/>
                  <a:pt x="23222" y="4492"/>
                </a:cubicBezTo>
                <a:cubicBezTo>
                  <a:pt x="22970" y="4100"/>
                  <a:pt x="22818" y="3609"/>
                  <a:pt x="22456" y="3298"/>
                </a:cubicBezTo>
                <a:cubicBezTo>
                  <a:pt x="22284" y="3150"/>
                  <a:pt x="22083" y="3079"/>
                  <a:pt x="21880" y="3079"/>
                </a:cubicBezTo>
                <a:cubicBezTo>
                  <a:pt x="21671" y="3079"/>
                  <a:pt x="21461" y="3154"/>
                  <a:pt x="21281" y="3296"/>
                </a:cubicBezTo>
                <a:cubicBezTo>
                  <a:pt x="20822" y="3654"/>
                  <a:pt x="20691" y="4226"/>
                  <a:pt x="20426" y="4716"/>
                </a:cubicBezTo>
                <a:cubicBezTo>
                  <a:pt x="20258" y="5027"/>
                  <a:pt x="20027" y="5267"/>
                  <a:pt x="19679" y="5361"/>
                </a:cubicBezTo>
                <a:cubicBezTo>
                  <a:pt x="19392" y="5437"/>
                  <a:pt x="19090" y="5431"/>
                  <a:pt x="18797" y="5435"/>
                </a:cubicBezTo>
                <a:cubicBezTo>
                  <a:pt x="18366" y="5440"/>
                  <a:pt x="17925" y="5461"/>
                  <a:pt x="17596" y="5728"/>
                </a:cubicBezTo>
                <a:lnTo>
                  <a:pt x="17596" y="5728"/>
                </a:lnTo>
                <a:cubicBezTo>
                  <a:pt x="17258" y="4031"/>
                  <a:pt x="17058" y="2308"/>
                  <a:pt x="17001" y="578"/>
                </a:cubicBezTo>
                <a:cubicBezTo>
                  <a:pt x="16998" y="504"/>
                  <a:pt x="16929" y="459"/>
                  <a:pt x="16866" y="459"/>
                </a:cubicBezTo>
                <a:cubicBezTo>
                  <a:pt x="16817" y="459"/>
                  <a:pt x="16773" y="485"/>
                  <a:pt x="16763" y="545"/>
                </a:cubicBezTo>
                <a:lnTo>
                  <a:pt x="16757" y="578"/>
                </a:lnTo>
                <a:lnTo>
                  <a:pt x="16757" y="578"/>
                </a:lnTo>
                <a:lnTo>
                  <a:pt x="16756" y="578"/>
                </a:lnTo>
                <a:lnTo>
                  <a:pt x="16756" y="578"/>
                </a:lnTo>
                <a:cubicBezTo>
                  <a:pt x="16756" y="579"/>
                  <a:pt x="16756" y="581"/>
                  <a:pt x="16756" y="582"/>
                </a:cubicBezTo>
                <a:lnTo>
                  <a:pt x="16756" y="582"/>
                </a:lnTo>
                <a:lnTo>
                  <a:pt x="16331" y="3057"/>
                </a:lnTo>
                <a:lnTo>
                  <a:pt x="16141" y="4162"/>
                </a:lnTo>
                <a:lnTo>
                  <a:pt x="16037" y="4765"/>
                </a:lnTo>
                <a:cubicBezTo>
                  <a:pt x="16004" y="4963"/>
                  <a:pt x="15994" y="5190"/>
                  <a:pt x="15921" y="5378"/>
                </a:cubicBezTo>
                <a:cubicBezTo>
                  <a:pt x="15854" y="5550"/>
                  <a:pt x="15724" y="5605"/>
                  <a:pt x="15575" y="5605"/>
                </a:cubicBezTo>
                <a:cubicBezTo>
                  <a:pt x="15377" y="5605"/>
                  <a:pt x="15145" y="5509"/>
                  <a:pt x="14979" y="5465"/>
                </a:cubicBezTo>
                <a:cubicBezTo>
                  <a:pt x="14624" y="5370"/>
                  <a:pt x="14255" y="5339"/>
                  <a:pt x="13888" y="5339"/>
                </a:cubicBezTo>
                <a:cubicBezTo>
                  <a:pt x="13866" y="5339"/>
                  <a:pt x="13843" y="5339"/>
                  <a:pt x="13821" y="5339"/>
                </a:cubicBezTo>
                <a:cubicBezTo>
                  <a:pt x="13302" y="5343"/>
                  <a:pt x="12776" y="5411"/>
                  <a:pt x="12254" y="5411"/>
                </a:cubicBezTo>
                <a:cubicBezTo>
                  <a:pt x="12040" y="5411"/>
                  <a:pt x="11827" y="5399"/>
                  <a:pt x="11616" y="5368"/>
                </a:cubicBezTo>
                <a:cubicBezTo>
                  <a:pt x="11061" y="5285"/>
                  <a:pt x="10475" y="5069"/>
                  <a:pt x="10091" y="4643"/>
                </a:cubicBezTo>
                <a:cubicBezTo>
                  <a:pt x="9897" y="4427"/>
                  <a:pt x="9787" y="4173"/>
                  <a:pt x="9743" y="3888"/>
                </a:cubicBezTo>
                <a:cubicBezTo>
                  <a:pt x="9707" y="3654"/>
                  <a:pt x="9705" y="3394"/>
                  <a:pt x="9578" y="3185"/>
                </a:cubicBezTo>
                <a:cubicBezTo>
                  <a:pt x="9464" y="2998"/>
                  <a:pt x="9299" y="2929"/>
                  <a:pt x="9120" y="2929"/>
                </a:cubicBezTo>
                <a:cubicBezTo>
                  <a:pt x="8862" y="2929"/>
                  <a:pt x="8574" y="3073"/>
                  <a:pt x="8373" y="3214"/>
                </a:cubicBezTo>
                <a:cubicBezTo>
                  <a:pt x="7958" y="3505"/>
                  <a:pt x="7656" y="3918"/>
                  <a:pt x="7338" y="4305"/>
                </a:cubicBezTo>
                <a:cubicBezTo>
                  <a:pt x="6905" y="4830"/>
                  <a:pt x="6468" y="5230"/>
                  <a:pt x="5767" y="5318"/>
                </a:cubicBezTo>
                <a:cubicBezTo>
                  <a:pt x="5358" y="5369"/>
                  <a:pt x="4797" y="5459"/>
                  <a:pt x="4526" y="5787"/>
                </a:cubicBezTo>
                <a:lnTo>
                  <a:pt x="4526" y="5787"/>
                </a:lnTo>
                <a:cubicBezTo>
                  <a:pt x="4284" y="4322"/>
                  <a:pt x="4115" y="2847"/>
                  <a:pt x="4017" y="1366"/>
                </a:cubicBezTo>
                <a:lnTo>
                  <a:pt x="4017" y="1366"/>
                </a:lnTo>
                <a:cubicBezTo>
                  <a:pt x="4013" y="1145"/>
                  <a:pt x="4000" y="925"/>
                  <a:pt x="3979" y="705"/>
                </a:cubicBezTo>
                <a:lnTo>
                  <a:pt x="3979" y="705"/>
                </a:lnTo>
                <a:cubicBezTo>
                  <a:pt x="3978" y="695"/>
                  <a:pt x="3978" y="685"/>
                  <a:pt x="3977" y="675"/>
                </a:cubicBezTo>
                <a:lnTo>
                  <a:pt x="3976" y="675"/>
                </a:lnTo>
                <a:cubicBezTo>
                  <a:pt x="3968" y="599"/>
                  <a:pt x="3905" y="560"/>
                  <a:pt x="3845" y="560"/>
                </a:cubicBezTo>
                <a:cubicBezTo>
                  <a:pt x="3786" y="560"/>
                  <a:pt x="3730" y="598"/>
                  <a:pt x="3734" y="676"/>
                </a:cubicBezTo>
                <a:cubicBezTo>
                  <a:pt x="3747" y="925"/>
                  <a:pt x="3761" y="1173"/>
                  <a:pt x="3778" y="1421"/>
                </a:cubicBezTo>
                <a:lnTo>
                  <a:pt x="3778" y="1421"/>
                </a:lnTo>
                <a:cubicBezTo>
                  <a:pt x="3786" y="1975"/>
                  <a:pt x="3742" y="2529"/>
                  <a:pt x="3645" y="3076"/>
                </a:cubicBezTo>
                <a:cubicBezTo>
                  <a:pt x="3513" y="3816"/>
                  <a:pt x="3310" y="4663"/>
                  <a:pt x="2910" y="5307"/>
                </a:cubicBezTo>
                <a:cubicBezTo>
                  <a:pt x="2725" y="5605"/>
                  <a:pt x="2489" y="5702"/>
                  <a:pt x="2225" y="5702"/>
                </a:cubicBezTo>
                <a:cubicBezTo>
                  <a:pt x="1744" y="5702"/>
                  <a:pt x="1174" y="5382"/>
                  <a:pt x="661" y="5382"/>
                </a:cubicBezTo>
                <a:cubicBezTo>
                  <a:pt x="462" y="5382"/>
                  <a:pt x="271" y="5430"/>
                  <a:pt x="98" y="5565"/>
                </a:cubicBezTo>
                <a:cubicBezTo>
                  <a:pt x="0" y="5641"/>
                  <a:pt x="89" y="5765"/>
                  <a:pt x="191" y="5765"/>
                </a:cubicBezTo>
                <a:cubicBezTo>
                  <a:pt x="217" y="5765"/>
                  <a:pt x="245" y="5757"/>
                  <a:pt x="270" y="5737"/>
                </a:cubicBezTo>
                <a:lnTo>
                  <a:pt x="268" y="5737"/>
                </a:lnTo>
                <a:cubicBezTo>
                  <a:pt x="398" y="5636"/>
                  <a:pt x="547" y="5599"/>
                  <a:pt x="705" y="5599"/>
                </a:cubicBezTo>
                <a:cubicBezTo>
                  <a:pt x="1098" y="5599"/>
                  <a:pt x="1547" y="5831"/>
                  <a:pt x="1886" y="5904"/>
                </a:cubicBezTo>
                <a:cubicBezTo>
                  <a:pt x="1999" y="5928"/>
                  <a:pt x="2108" y="5940"/>
                  <a:pt x="2212" y="5940"/>
                </a:cubicBezTo>
                <a:cubicBezTo>
                  <a:pt x="2611" y="5940"/>
                  <a:pt x="2940" y="5761"/>
                  <a:pt x="3159" y="5360"/>
                </a:cubicBezTo>
                <a:cubicBezTo>
                  <a:pt x="3526" y="4685"/>
                  <a:pt x="3742" y="3893"/>
                  <a:pt x="3878" y="3141"/>
                </a:cubicBezTo>
                <a:cubicBezTo>
                  <a:pt x="3888" y="3083"/>
                  <a:pt x="3898" y="3024"/>
                  <a:pt x="3907" y="2966"/>
                </a:cubicBezTo>
                <a:lnTo>
                  <a:pt x="3907" y="2966"/>
                </a:lnTo>
                <a:cubicBezTo>
                  <a:pt x="4021" y="4092"/>
                  <a:pt x="4176" y="5214"/>
                  <a:pt x="4372" y="6330"/>
                </a:cubicBezTo>
                <a:cubicBezTo>
                  <a:pt x="4382" y="6389"/>
                  <a:pt x="4431" y="6416"/>
                  <a:pt x="4482" y="6416"/>
                </a:cubicBezTo>
                <a:cubicBezTo>
                  <a:pt x="4546" y="6416"/>
                  <a:pt x="4613" y="6373"/>
                  <a:pt x="4610" y="6297"/>
                </a:cubicBezTo>
                <a:cubicBezTo>
                  <a:pt x="4571" y="5468"/>
                  <a:pt x="5855" y="5629"/>
                  <a:pt x="6362" y="5431"/>
                </a:cubicBezTo>
                <a:cubicBezTo>
                  <a:pt x="6817" y="5255"/>
                  <a:pt x="7161" y="4894"/>
                  <a:pt x="7467" y="4526"/>
                </a:cubicBezTo>
                <a:cubicBezTo>
                  <a:pt x="7798" y="4129"/>
                  <a:pt x="8106" y="3679"/>
                  <a:pt x="8546" y="3390"/>
                </a:cubicBezTo>
                <a:cubicBezTo>
                  <a:pt x="8695" y="3292"/>
                  <a:pt x="8913" y="3174"/>
                  <a:pt x="9099" y="3174"/>
                </a:cubicBezTo>
                <a:cubicBezTo>
                  <a:pt x="9226" y="3174"/>
                  <a:pt x="9339" y="3229"/>
                  <a:pt x="9405" y="3384"/>
                </a:cubicBezTo>
                <a:cubicBezTo>
                  <a:pt x="9505" y="3622"/>
                  <a:pt x="9481" y="3899"/>
                  <a:pt x="9547" y="4146"/>
                </a:cubicBezTo>
                <a:cubicBezTo>
                  <a:pt x="9821" y="5180"/>
                  <a:pt x="11034" y="5608"/>
                  <a:pt x="11995" y="5644"/>
                </a:cubicBezTo>
                <a:cubicBezTo>
                  <a:pt x="12071" y="5647"/>
                  <a:pt x="12147" y="5649"/>
                  <a:pt x="12223" y="5649"/>
                </a:cubicBezTo>
                <a:cubicBezTo>
                  <a:pt x="12773" y="5649"/>
                  <a:pt x="13322" y="5581"/>
                  <a:pt x="13871" y="5581"/>
                </a:cubicBezTo>
                <a:cubicBezTo>
                  <a:pt x="14012" y="5581"/>
                  <a:pt x="14153" y="5585"/>
                  <a:pt x="14294" y="5596"/>
                </a:cubicBezTo>
                <a:cubicBezTo>
                  <a:pt x="14646" y="5624"/>
                  <a:pt x="14960" y="5734"/>
                  <a:pt x="15300" y="5809"/>
                </a:cubicBezTo>
                <a:cubicBezTo>
                  <a:pt x="15394" y="5830"/>
                  <a:pt x="15493" y="5845"/>
                  <a:pt x="15590" y="5845"/>
                </a:cubicBezTo>
                <a:cubicBezTo>
                  <a:pt x="15749" y="5845"/>
                  <a:pt x="15903" y="5804"/>
                  <a:pt x="16020" y="5679"/>
                </a:cubicBezTo>
                <a:cubicBezTo>
                  <a:pt x="16238" y="5450"/>
                  <a:pt x="16238" y="5021"/>
                  <a:pt x="16288" y="4729"/>
                </a:cubicBezTo>
                <a:lnTo>
                  <a:pt x="16529" y="3323"/>
                </a:lnTo>
                <a:lnTo>
                  <a:pt x="16812" y="1675"/>
                </a:lnTo>
                <a:lnTo>
                  <a:pt x="16812" y="1675"/>
                </a:lnTo>
                <a:cubicBezTo>
                  <a:pt x="16912" y="3130"/>
                  <a:pt x="17110" y="4577"/>
                  <a:pt x="17405" y="6006"/>
                </a:cubicBezTo>
                <a:cubicBezTo>
                  <a:pt x="17418" y="6066"/>
                  <a:pt x="17462" y="6091"/>
                  <a:pt x="17510" y="6091"/>
                </a:cubicBezTo>
                <a:cubicBezTo>
                  <a:pt x="17554" y="6091"/>
                  <a:pt x="17599" y="6070"/>
                  <a:pt x="17626" y="6035"/>
                </a:cubicBezTo>
                <a:cubicBezTo>
                  <a:pt x="17881" y="5699"/>
                  <a:pt x="18325" y="5673"/>
                  <a:pt x="18739" y="5673"/>
                </a:cubicBezTo>
                <a:cubicBezTo>
                  <a:pt x="18815" y="5673"/>
                  <a:pt x="18890" y="5674"/>
                  <a:pt x="18962" y="5674"/>
                </a:cubicBezTo>
                <a:cubicBezTo>
                  <a:pt x="19020" y="5674"/>
                  <a:pt x="19076" y="5673"/>
                  <a:pt x="19130" y="5671"/>
                </a:cubicBezTo>
                <a:cubicBezTo>
                  <a:pt x="19628" y="5653"/>
                  <a:pt x="20108" y="5552"/>
                  <a:pt x="20435" y="5144"/>
                </a:cubicBezTo>
                <a:cubicBezTo>
                  <a:pt x="20805" y="4681"/>
                  <a:pt x="20883" y="4049"/>
                  <a:pt x="21293" y="3611"/>
                </a:cubicBezTo>
                <a:cubicBezTo>
                  <a:pt x="21450" y="3445"/>
                  <a:pt x="21658" y="3316"/>
                  <a:pt x="21882" y="3316"/>
                </a:cubicBezTo>
                <a:cubicBezTo>
                  <a:pt x="21947" y="3316"/>
                  <a:pt x="22012" y="3327"/>
                  <a:pt x="22079" y="3350"/>
                </a:cubicBezTo>
                <a:cubicBezTo>
                  <a:pt x="22345" y="3443"/>
                  <a:pt x="22507" y="3706"/>
                  <a:pt x="22639" y="3939"/>
                </a:cubicBezTo>
                <a:cubicBezTo>
                  <a:pt x="22877" y="4360"/>
                  <a:pt x="23062" y="4811"/>
                  <a:pt x="23461" y="5110"/>
                </a:cubicBezTo>
                <a:cubicBezTo>
                  <a:pt x="23919" y="5452"/>
                  <a:pt x="24507" y="5550"/>
                  <a:pt x="25062" y="5595"/>
                </a:cubicBezTo>
                <a:cubicBezTo>
                  <a:pt x="25790" y="5653"/>
                  <a:pt x="26522" y="5661"/>
                  <a:pt x="27251" y="5691"/>
                </a:cubicBezTo>
                <a:lnTo>
                  <a:pt x="28427" y="5739"/>
                </a:lnTo>
                <a:cubicBezTo>
                  <a:pt x="28484" y="5741"/>
                  <a:pt x="28542" y="5743"/>
                  <a:pt x="28599" y="5743"/>
                </a:cubicBezTo>
                <a:cubicBezTo>
                  <a:pt x="28811" y="5743"/>
                  <a:pt x="29009" y="5708"/>
                  <a:pt x="29121" y="5487"/>
                </a:cubicBezTo>
                <a:cubicBezTo>
                  <a:pt x="29280" y="5172"/>
                  <a:pt x="29269" y="4725"/>
                  <a:pt x="29318" y="4383"/>
                </a:cubicBezTo>
                <a:lnTo>
                  <a:pt x="29512" y="3057"/>
                </a:lnTo>
                <a:lnTo>
                  <a:pt x="29753" y="1409"/>
                </a:lnTo>
                <a:lnTo>
                  <a:pt x="29753" y="1409"/>
                </a:lnTo>
                <a:cubicBezTo>
                  <a:pt x="29875" y="2954"/>
                  <a:pt x="30079" y="4491"/>
                  <a:pt x="30365" y="6015"/>
                </a:cubicBezTo>
                <a:cubicBezTo>
                  <a:pt x="30377" y="6076"/>
                  <a:pt x="30435" y="6101"/>
                  <a:pt x="30489" y="6101"/>
                </a:cubicBezTo>
                <a:cubicBezTo>
                  <a:pt x="30498" y="6101"/>
                  <a:pt x="30506" y="6101"/>
                  <a:pt x="30514" y="6099"/>
                </a:cubicBezTo>
                <a:cubicBezTo>
                  <a:pt x="31726" y="5930"/>
                  <a:pt x="32865" y="5334"/>
                  <a:pt x="33690" y="4430"/>
                </a:cubicBezTo>
                <a:cubicBezTo>
                  <a:pt x="33875" y="4227"/>
                  <a:pt x="34031" y="4006"/>
                  <a:pt x="34196" y="3787"/>
                </a:cubicBezTo>
                <a:cubicBezTo>
                  <a:pt x="34335" y="3602"/>
                  <a:pt x="34583" y="3302"/>
                  <a:pt x="34838" y="3302"/>
                </a:cubicBezTo>
                <a:cubicBezTo>
                  <a:pt x="34915" y="3302"/>
                  <a:pt x="34994" y="3330"/>
                  <a:pt x="35070" y="3398"/>
                </a:cubicBezTo>
                <a:cubicBezTo>
                  <a:pt x="35256" y="3566"/>
                  <a:pt x="35283" y="3884"/>
                  <a:pt x="35352" y="4109"/>
                </a:cubicBezTo>
                <a:cubicBezTo>
                  <a:pt x="35418" y="4330"/>
                  <a:pt x="35525" y="4536"/>
                  <a:pt x="35669" y="4716"/>
                </a:cubicBezTo>
                <a:cubicBezTo>
                  <a:pt x="36291" y="5480"/>
                  <a:pt x="37427" y="5627"/>
                  <a:pt x="38347" y="5670"/>
                </a:cubicBezTo>
                <a:cubicBezTo>
                  <a:pt x="39094" y="5704"/>
                  <a:pt x="39844" y="5704"/>
                  <a:pt x="40592" y="5718"/>
                </a:cubicBezTo>
                <a:cubicBezTo>
                  <a:pt x="40815" y="5723"/>
                  <a:pt x="41069" y="5756"/>
                  <a:pt x="41311" y="5756"/>
                </a:cubicBezTo>
                <a:cubicBezTo>
                  <a:pt x="41433" y="5756"/>
                  <a:pt x="41552" y="5748"/>
                  <a:pt x="41662" y="5723"/>
                </a:cubicBezTo>
                <a:cubicBezTo>
                  <a:pt x="41908" y="5668"/>
                  <a:pt x="42013" y="5446"/>
                  <a:pt x="42061" y="5219"/>
                </a:cubicBezTo>
                <a:cubicBezTo>
                  <a:pt x="42234" y="4405"/>
                  <a:pt x="42314" y="3555"/>
                  <a:pt x="42397" y="2728"/>
                </a:cubicBezTo>
                <a:cubicBezTo>
                  <a:pt x="42442" y="2267"/>
                  <a:pt x="42479" y="1806"/>
                  <a:pt x="42507" y="1345"/>
                </a:cubicBezTo>
                <a:lnTo>
                  <a:pt x="42507" y="1345"/>
                </a:lnTo>
                <a:cubicBezTo>
                  <a:pt x="42753" y="2930"/>
                  <a:pt x="42998" y="4516"/>
                  <a:pt x="43243" y="6101"/>
                </a:cubicBezTo>
                <a:cubicBezTo>
                  <a:pt x="43252" y="6157"/>
                  <a:pt x="43308" y="6188"/>
                  <a:pt x="43362" y="6188"/>
                </a:cubicBezTo>
                <a:cubicBezTo>
                  <a:pt x="43404" y="6188"/>
                  <a:pt x="43446" y="6169"/>
                  <a:pt x="43465" y="6129"/>
                </a:cubicBezTo>
                <a:cubicBezTo>
                  <a:pt x="43691" y="5642"/>
                  <a:pt x="44324" y="5690"/>
                  <a:pt x="44779" y="5649"/>
                </a:cubicBezTo>
                <a:cubicBezTo>
                  <a:pt x="45229" y="5612"/>
                  <a:pt x="45647" y="5521"/>
                  <a:pt x="45984" y="5203"/>
                </a:cubicBezTo>
                <a:cubicBezTo>
                  <a:pt x="46298" y="4907"/>
                  <a:pt x="46504" y="4514"/>
                  <a:pt x="46733" y="4153"/>
                </a:cubicBezTo>
                <a:cubicBezTo>
                  <a:pt x="46952" y="3808"/>
                  <a:pt x="47213" y="3437"/>
                  <a:pt x="47639" y="3389"/>
                </a:cubicBezTo>
                <a:lnTo>
                  <a:pt x="47639" y="3389"/>
                </a:lnTo>
                <a:cubicBezTo>
                  <a:pt x="48138" y="4753"/>
                  <a:pt x="49536" y="5669"/>
                  <a:pt x="50964" y="5669"/>
                </a:cubicBezTo>
                <a:cubicBezTo>
                  <a:pt x="51267" y="5669"/>
                  <a:pt x="51571" y="5628"/>
                  <a:pt x="51868" y="5541"/>
                </a:cubicBezTo>
                <a:cubicBezTo>
                  <a:pt x="52005" y="5501"/>
                  <a:pt x="51964" y="5301"/>
                  <a:pt x="51840" y="5301"/>
                </a:cubicBezTo>
                <a:cubicBezTo>
                  <a:pt x="51828" y="5301"/>
                  <a:pt x="51816" y="5303"/>
                  <a:pt x="51803" y="5307"/>
                </a:cubicBezTo>
                <a:cubicBezTo>
                  <a:pt x="51528" y="5387"/>
                  <a:pt x="51245" y="5425"/>
                  <a:pt x="50963" y="5425"/>
                </a:cubicBezTo>
                <a:cubicBezTo>
                  <a:pt x="49609" y="5425"/>
                  <a:pt x="48275" y="4544"/>
                  <a:pt x="47841" y="3231"/>
                </a:cubicBezTo>
                <a:cubicBezTo>
                  <a:pt x="47826" y="3180"/>
                  <a:pt x="47778" y="3143"/>
                  <a:pt x="47723" y="3142"/>
                </a:cubicBezTo>
                <a:cubicBezTo>
                  <a:pt x="46737" y="3152"/>
                  <a:pt x="46453" y="4355"/>
                  <a:pt x="45891" y="4954"/>
                </a:cubicBezTo>
                <a:cubicBezTo>
                  <a:pt x="45493" y="5377"/>
                  <a:pt x="44966" y="5390"/>
                  <a:pt x="44423" y="5433"/>
                </a:cubicBezTo>
                <a:cubicBezTo>
                  <a:pt x="44067" y="5463"/>
                  <a:pt x="43685" y="5516"/>
                  <a:pt x="43433" y="5757"/>
                </a:cubicBezTo>
                <a:lnTo>
                  <a:pt x="43433" y="5757"/>
                </a:lnTo>
                <a:cubicBezTo>
                  <a:pt x="43143" y="3878"/>
                  <a:pt x="42853" y="1999"/>
                  <a:pt x="42562" y="121"/>
                </a:cubicBezTo>
                <a:lnTo>
                  <a:pt x="42562" y="121"/>
                </a:lnTo>
                <a:cubicBezTo>
                  <a:pt x="42562" y="121"/>
                  <a:pt x="42562" y="120"/>
                  <a:pt x="42562" y="120"/>
                </a:cubicBezTo>
                <a:lnTo>
                  <a:pt x="42562" y="120"/>
                </a:lnTo>
                <a:lnTo>
                  <a:pt x="42562" y="120"/>
                </a:lnTo>
                <a:lnTo>
                  <a:pt x="42562" y="120"/>
                </a:lnTo>
                <a:cubicBezTo>
                  <a:pt x="42561" y="109"/>
                  <a:pt x="42559" y="98"/>
                  <a:pt x="42557" y="88"/>
                </a:cubicBezTo>
                <a:cubicBezTo>
                  <a:pt x="42548" y="27"/>
                  <a:pt x="42503" y="0"/>
                  <a:pt x="4245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23"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p31"/>
          <p:cNvSpPr/>
          <p:nvPr/>
        </p:nvSpPr>
        <p:spPr>
          <a:xfrm flipH="1">
            <a:off x="-2248105" y="4152893"/>
            <a:ext cx="3549666" cy="3549666"/>
          </a:xfrm>
          <a:custGeom>
            <a:avLst/>
            <a:gdLst/>
            <a:ahLst/>
            <a:cxnLst/>
            <a:rect l="l" t="t" r="r" b="b"/>
            <a:pathLst>
              <a:path w="22225" h="22225" extrusionOk="0">
                <a:moveTo>
                  <a:pt x="11113" y="1"/>
                </a:moveTo>
                <a:cubicBezTo>
                  <a:pt x="8166" y="1"/>
                  <a:pt x="5339" y="1171"/>
                  <a:pt x="3255" y="3255"/>
                </a:cubicBezTo>
                <a:cubicBezTo>
                  <a:pt x="1171" y="5339"/>
                  <a:pt x="1" y="8166"/>
                  <a:pt x="1" y="11113"/>
                </a:cubicBezTo>
                <a:cubicBezTo>
                  <a:pt x="1" y="14060"/>
                  <a:pt x="1171" y="16885"/>
                  <a:pt x="3255" y="18970"/>
                </a:cubicBezTo>
                <a:cubicBezTo>
                  <a:pt x="5339" y="21053"/>
                  <a:pt x="8166" y="22225"/>
                  <a:pt x="11113" y="22225"/>
                </a:cubicBezTo>
                <a:cubicBezTo>
                  <a:pt x="14060" y="22225"/>
                  <a:pt x="16887" y="21053"/>
                  <a:pt x="18970" y="18970"/>
                </a:cubicBezTo>
                <a:cubicBezTo>
                  <a:pt x="21054" y="16885"/>
                  <a:pt x="22225" y="14060"/>
                  <a:pt x="22225" y="11113"/>
                </a:cubicBezTo>
                <a:cubicBezTo>
                  <a:pt x="22225" y="8166"/>
                  <a:pt x="21054" y="5339"/>
                  <a:pt x="18970" y="3255"/>
                </a:cubicBezTo>
                <a:cubicBezTo>
                  <a:pt x="16887" y="1171"/>
                  <a:pt x="14060" y="1"/>
                  <a:pt x="1111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1" name="Google Shape;741;p31"/>
          <p:cNvSpPr/>
          <p:nvPr/>
        </p:nvSpPr>
        <p:spPr>
          <a:xfrm flipH="1">
            <a:off x="8009067" y="4716060"/>
            <a:ext cx="1649377" cy="1649377"/>
          </a:xfrm>
          <a:custGeom>
            <a:avLst/>
            <a:gdLst/>
            <a:ahLst/>
            <a:cxnLst/>
            <a:rect l="l" t="t" r="r" b="b"/>
            <a:pathLst>
              <a:path w="10327" h="10327" extrusionOk="0">
                <a:moveTo>
                  <a:pt x="5164" y="1"/>
                </a:moveTo>
                <a:cubicBezTo>
                  <a:pt x="2312" y="1"/>
                  <a:pt x="1" y="2312"/>
                  <a:pt x="1" y="5164"/>
                </a:cubicBezTo>
                <a:cubicBezTo>
                  <a:pt x="1" y="8016"/>
                  <a:pt x="2312" y="10327"/>
                  <a:pt x="5164" y="10327"/>
                </a:cubicBezTo>
                <a:cubicBezTo>
                  <a:pt x="8016" y="10327"/>
                  <a:pt x="10327" y="8016"/>
                  <a:pt x="10327" y="5164"/>
                </a:cubicBezTo>
                <a:cubicBezTo>
                  <a:pt x="10327" y="2312"/>
                  <a:pt x="8016" y="1"/>
                  <a:pt x="5164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2" name="Google Shape;742;p31"/>
          <p:cNvSpPr/>
          <p:nvPr/>
        </p:nvSpPr>
        <p:spPr>
          <a:xfrm flipH="1">
            <a:off x="8303595" y="5147873"/>
            <a:ext cx="1166399" cy="1166558"/>
          </a:xfrm>
          <a:custGeom>
            <a:avLst/>
            <a:gdLst/>
            <a:ahLst/>
            <a:cxnLst/>
            <a:rect l="l" t="t" r="r" b="b"/>
            <a:pathLst>
              <a:path w="7303" h="7304" extrusionOk="0">
                <a:moveTo>
                  <a:pt x="3652" y="1"/>
                </a:moveTo>
                <a:cubicBezTo>
                  <a:pt x="1635" y="1"/>
                  <a:pt x="0" y="1635"/>
                  <a:pt x="0" y="3652"/>
                </a:cubicBezTo>
                <a:cubicBezTo>
                  <a:pt x="0" y="5669"/>
                  <a:pt x="1635" y="7303"/>
                  <a:pt x="3652" y="7303"/>
                </a:cubicBezTo>
                <a:cubicBezTo>
                  <a:pt x="5668" y="7303"/>
                  <a:pt x="7303" y="5669"/>
                  <a:pt x="7303" y="3652"/>
                </a:cubicBezTo>
                <a:cubicBezTo>
                  <a:pt x="7303" y="1635"/>
                  <a:pt x="5668" y="1"/>
                  <a:pt x="3652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3" name="Google Shape;743;p31"/>
          <p:cNvSpPr/>
          <p:nvPr/>
        </p:nvSpPr>
        <p:spPr>
          <a:xfrm flipH="1">
            <a:off x="-258197" y="-1098080"/>
            <a:ext cx="1435039" cy="1368119"/>
          </a:xfrm>
          <a:custGeom>
            <a:avLst/>
            <a:gdLst/>
            <a:ahLst/>
            <a:cxnLst/>
            <a:rect l="l" t="t" r="r" b="b"/>
            <a:pathLst>
              <a:path w="8985" h="8566" extrusionOk="0">
                <a:moveTo>
                  <a:pt x="4702" y="1"/>
                </a:moveTo>
                <a:cubicBezTo>
                  <a:pt x="3606" y="1"/>
                  <a:pt x="2510" y="419"/>
                  <a:pt x="1674" y="1256"/>
                </a:cubicBezTo>
                <a:cubicBezTo>
                  <a:pt x="1" y="2928"/>
                  <a:pt x="1" y="5639"/>
                  <a:pt x="1674" y="7311"/>
                </a:cubicBezTo>
                <a:cubicBezTo>
                  <a:pt x="2477" y="8114"/>
                  <a:pt x="3566" y="8566"/>
                  <a:pt x="4701" y="8566"/>
                </a:cubicBezTo>
                <a:cubicBezTo>
                  <a:pt x="5838" y="8566"/>
                  <a:pt x="6927" y="8114"/>
                  <a:pt x="7730" y="7311"/>
                </a:cubicBezTo>
                <a:cubicBezTo>
                  <a:pt x="8533" y="6508"/>
                  <a:pt x="8984" y="5419"/>
                  <a:pt x="8984" y="4283"/>
                </a:cubicBezTo>
                <a:cubicBezTo>
                  <a:pt x="8984" y="3147"/>
                  <a:pt x="8533" y="2059"/>
                  <a:pt x="7730" y="1256"/>
                </a:cubicBezTo>
                <a:cubicBezTo>
                  <a:pt x="6894" y="419"/>
                  <a:pt x="5798" y="1"/>
                  <a:pt x="470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4" name="Google Shape;744;p31"/>
          <p:cNvSpPr/>
          <p:nvPr/>
        </p:nvSpPr>
        <p:spPr>
          <a:xfrm flipH="1">
            <a:off x="525529" y="-195863"/>
            <a:ext cx="465889" cy="465889"/>
          </a:xfrm>
          <a:custGeom>
            <a:avLst/>
            <a:gdLst/>
            <a:ahLst/>
            <a:cxnLst/>
            <a:rect l="l" t="t" r="r" b="b"/>
            <a:pathLst>
              <a:path w="2917" h="2917" extrusionOk="0">
                <a:moveTo>
                  <a:pt x="1457" y="0"/>
                </a:moveTo>
                <a:cubicBezTo>
                  <a:pt x="652" y="0"/>
                  <a:pt x="0" y="653"/>
                  <a:pt x="0" y="1458"/>
                </a:cubicBezTo>
                <a:cubicBezTo>
                  <a:pt x="0" y="2263"/>
                  <a:pt x="652" y="2916"/>
                  <a:pt x="1457" y="2916"/>
                </a:cubicBezTo>
                <a:cubicBezTo>
                  <a:pt x="2263" y="2916"/>
                  <a:pt x="2916" y="2263"/>
                  <a:pt x="2916" y="1458"/>
                </a:cubicBezTo>
                <a:cubicBezTo>
                  <a:pt x="2916" y="653"/>
                  <a:pt x="2263" y="0"/>
                  <a:pt x="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5" name="Google Shape;745;p31"/>
          <p:cNvSpPr/>
          <p:nvPr/>
        </p:nvSpPr>
        <p:spPr>
          <a:xfrm flipH="1">
            <a:off x="8372512" y="-132989"/>
            <a:ext cx="454549" cy="413502"/>
          </a:xfrm>
          <a:custGeom>
            <a:avLst/>
            <a:gdLst/>
            <a:ahLst/>
            <a:cxnLst/>
            <a:rect l="l" t="t" r="r" b="b"/>
            <a:pathLst>
              <a:path w="2846" h="2589" extrusionOk="0">
                <a:moveTo>
                  <a:pt x="1422" y="1"/>
                </a:moveTo>
                <a:cubicBezTo>
                  <a:pt x="835" y="1"/>
                  <a:pt x="304" y="402"/>
                  <a:pt x="163" y="998"/>
                </a:cubicBezTo>
                <a:cubicBezTo>
                  <a:pt x="0" y="1694"/>
                  <a:pt x="431" y="2389"/>
                  <a:pt x="1125" y="2554"/>
                </a:cubicBezTo>
                <a:cubicBezTo>
                  <a:pt x="1225" y="2577"/>
                  <a:pt x="1326" y="2589"/>
                  <a:pt x="1424" y="2589"/>
                </a:cubicBezTo>
                <a:cubicBezTo>
                  <a:pt x="2011" y="2589"/>
                  <a:pt x="2542" y="2187"/>
                  <a:pt x="2681" y="1593"/>
                </a:cubicBezTo>
                <a:cubicBezTo>
                  <a:pt x="2845" y="897"/>
                  <a:pt x="2415" y="200"/>
                  <a:pt x="1720" y="36"/>
                </a:cubicBezTo>
                <a:cubicBezTo>
                  <a:pt x="1620" y="12"/>
                  <a:pt x="1520" y="1"/>
                  <a:pt x="14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6" name="Google Shape;746;p31"/>
          <p:cNvSpPr/>
          <p:nvPr/>
        </p:nvSpPr>
        <p:spPr>
          <a:xfrm flipH="1">
            <a:off x="-118919" y="4040307"/>
            <a:ext cx="295792" cy="268960"/>
          </a:xfrm>
          <a:custGeom>
            <a:avLst/>
            <a:gdLst/>
            <a:ahLst/>
            <a:cxnLst/>
            <a:rect l="l" t="t" r="r" b="b"/>
            <a:pathLst>
              <a:path w="1852" h="1684" extrusionOk="0">
                <a:moveTo>
                  <a:pt x="925" y="1"/>
                </a:moveTo>
                <a:cubicBezTo>
                  <a:pt x="544" y="1"/>
                  <a:pt x="199" y="261"/>
                  <a:pt x="107" y="649"/>
                </a:cubicBezTo>
                <a:cubicBezTo>
                  <a:pt x="1" y="1101"/>
                  <a:pt x="280" y="1554"/>
                  <a:pt x="732" y="1660"/>
                </a:cubicBezTo>
                <a:cubicBezTo>
                  <a:pt x="798" y="1676"/>
                  <a:pt x="863" y="1683"/>
                  <a:pt x="927" y="1683"/>
                </a:cubicBezTo>
                <a:cubicBezTo>
                  <a:pt x="1307" y="1683"/>
                  <a:pt x="1653" y="1422"/>
                  <a:pt x="1744" y="1035"/>
                </a:cubicBezTo>
                <a:cubicBezTo>
                  <a:pt x="1851" y="583"/>
                  <a:pt x="1570" y="131"/>
                  <a:pt x="1118" y="23"/>
                </a:cubicBezTo>
                <a:cubicBezTo>
                  <a:pt x="1053" y="8"/>
                  <a:pt x="989" y="1"/>
                  <a:pt x="92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7" name="Google Shape;747;p31"/>
          <p:cNvSpPr/>
          <p:nvPr/>
        </p:nvSpPr>
        <p:spPr>
          <a:xfrm flipH="1">
            <a:off x="306711" y="4285233"/>
            <a:ext cx="305215" cy="268960"/>
          </a:xfrm>
          <a:custGeom>
            <a:avLst/>
            <a:gdLst/>
            <a:ahLst/>
            <a:cxnLst/>
            <a:rect l="l" t="t" r="r" b="b"/>
            <a:pathLst>
              <a:path w="1911" h="1684" extrusionOk="0">
                <a:moveTo>
                  <a:pt x="956" y="1"/>
                </a:moveTo>
                <a:cubicBezTo>
                  <a:pt x="848" y="1"/>
                  <a:pt x="739" y="22"/>
                  <a:pt x="634" y="66"/>
                </a:cubicBezTo>
                <a:cubicBezTo>
                  <a:pt x="204" y="243"/>
                  <a:pt x="0" y="734"/>
                  <a:pt x="179" y="1163"/>
                </a:cubicBezTo>
                <a:cubicBezTo>
                  <a:pt x="312" y="1487"/>
                  <a:pt x="625" y="1683"/>
                  <a:pt x="956" y="1683"/>
                </a:cubicBezTo>
                <a:cubicBezTo>
                  <a:pt x="1063" y="1683"/>
                  <a:pt x="1172" y="1662"/>
                  <a:pt x="1278" y="1619"/>
                </a:cubicBezTo>
                <a:cubicBezTo>
                  <a:pt x="1706" y="1441"/>
                  <a:pt x="1910" y="949"/>
                  <a:pt x="1733" y="521"/>
                </a:cubicBezTo>
                <a:cubicBezTo>
                  <a:pt x="1598" y="197"/>
                  <a:pt x="1285" y="1"/>
                  <a:pt x="95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8" name="Google Shape;748;p31"/>
          <p:cNvSpPr/>
          <p:nvPr/>
        </p:nvSpPr>
        <p:spPr>
          <a:xfrm flipH="1">
            <a:off x="8273796" y="395982"/>
            <a:ext cx="193894" cy="176645"/>
          </a:xfrm>
          <a:custGeom>
            <a:avLst/>
            <a:gdLst/>
            <a:ahLst/>
            <a:cxnLst/>
            <a:rect l="l" t="t" r="r" b="b"/>
            <a:pathLst>
              <a:path w="1214" h="1106" extrusionOk="0">
                <a:moveTo>
                  <a:pt x="607" y="0"/>
                </a:moveTo>
                <a:cubicBezTo>
                  <a:pt x="465" y="0"/>
                  <a:pt x="324" y="54"/>
                  <a:pt x="216" y="162"/>
                </a:cubicBezTo>
                <a:cubicBezTo>
                  <a:pt x="0" y="377"/>
                  <a:pt x="0" y="727"/>
                  <a:pt x="216" y="943"/>
                </a:cubicBezTo>
                <a:cubicBezTo>
                  <a:pt x="324" y="1051"/>
                  <a:pt x="465" y="1105"/>
                  <a:pt x="607" y="1105"/>
                </a:cubicBezTo>
                <a:cubicBezTo>
                  <a:pt x="748" y="1105"/>
                  <a:pt x="889" y="1051"/>
                  <a:pt x="997" y="943"/>
                </a:cubicBezTo>
                <a:cubicBezTo>
                  <a:pt x="1213" y="727"/>
                  <a:pt x="1213" y="377"/>
                  <a:pt x="997" y="162"/>
                </a:cubicBezTo>
                <a:cubicBezTo>
                  <a:pt x="889" y="54"/>
                  <a:pt x="748" y="0"/>
                  <a:pt x="607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9" name="Google Shape;749;p31"/>
          <p:cNvSpPr/>
          <p:nvPr/>
        </p:nvSpPr>
        <p:spPr>
          <a:xfrm flipH="1">
            <a:off x="8885669" y="416641"/>
            <a:ext cx="324860" cy="324860"/>
          </a:xfrm>
          <a:custGeom>
            <a:avLst/>
            <a:gdLst/>
            <a:ahLst/>
            <a:cxnLst/>
            <a:rect l="l" t="t" r="r" b="b"/>
            <a:pathLst>
              <a:path w="2034" h="2034" extrusionOk="0">
                <a:moveTo>
                  <a:pt x="1017" y="1"/>
                </a:moveTo>
                <a:cubicBezTo>
                  <a:pt x="456" y="1"/>
                  <a:pt x="1" y="456"/>
                  <a:pt x="1" y="1017"/>
                </a:cubicBezTo>
                <a:cubicBezTo>
                  <a:pt x="1" y="1579"/>
                  <a:pt x="456" y="2034"/>
                  <a:pt x="1017" y="2034"/>
                </a:cubicBezTo>
                <a:cubicBezTo>
                  <a:pt x="1579" y="2034"/>
                  <a:pt x="2034" y="1579"/>
                  <a:pt x="2034" y="1017"/>
                </a:cubicBezTo>
                <a:cubicBezTo>
                  <a:pt x="2034" y="456"/>
                  <a:pt x="1579" y="1"/>
                  <a:pt x="101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0" name="Google Shape;750;p31"/>
          <p:cNvSpPr/>
          <p:nvPr/>
        </p:nvSpPr>
        <p:spPr>
          <a:xfrm flipH="1">
            <a:off x="-358914" y="-85348"/>
            <a:ext cx="588869" cy="588709"/>
          </a:xfrm>
          <a:custGeom>
            <a:avLst/>
            <a:gdLst/>
            <a:ahLst/>
            <a:cxnLst/>
            <a:rect l="l" t="t" r="r" b="b"/>
            <a:pathLst>
              <a:path w="3687" h="3686" extrusionOk="0">
                <a:moveTo>
                  <a:pt x="1844" y="0"/>
                </a:moveTo>
                <a:cubicBezTo>
                  <a:pt x="826" y="0"/>
                  <a:pt x="1" y="825"/>
                  <a:pt x="1" y="1843"/>
                </a:cubicBezTo>
                <a:cubicBezTo>
                  <a:pt x="1" y="2861"/>
                  <a:pt x="826" y="3686"/>
                  <a:pt x="1844" y="3686"/>
                </a:cubicBezTo>
                <a:cubicBezTo>
                  <a:pt x="2861" y="3686"/>
                  <a:pt x="3686" y="2861"/>
                  <a:pt x="3686" y="1843"/>
                </a:cubicBezTo>
                <a:cubicBezTo>
                  <a:pt x="3686" y="825"/>
                  <a:pt x="2861" y="0"/>
                  <a:pt x="184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1" name="Google Shape;751;p31"/>
          <p:cNvSpPr/>
          <p:nvPr/>
        </p:nvSpPr>
        <p:spPr>
          <a:xfrm flipH="1">
            <a:off x="376189" y="503371"/>
            <a:ext cx="166263" cy="151410"/>
          </a:xfrm>
          <a:custGeom>
            <a:avLst/>
            <a:gdLst/>
            <a:ahLst/>
            <a:cxnLst/>
            <a:rect l="l" t="t" r="r" b="b"/>
            <a:pathLst>
              <a:path w="1041" h="948" extrusionOk="0">
                <a:moveTo>
                  <a:pt x="521" y="0"/>
                </a:moveTo>
                <a:cubicBezTo>
                  <a:pt x="399" y="0"/>
                  <a:pt x="278" y="47"/>
                  <a:pt x="186" y="139"/>
                </a:cubicBezTo>
                <a:cubicBezTo>
                  <a:pt x="1" y="324"/>
                  <a:pt x="1" y="624"/>
                  <a:pt x="186" y="809"/>
                </a:cubicBezTo>
                <a:cubicBezTo>
                  <a:pt x="278" y="901"/>
                  <a:pt x="399" y="948"/>
                  <a:pt x="521" y="948"/>
                </a:cubicBezTo>
                <a:cubicBezTo>
                  <a:pt x="642" y="948"/>
                  <a:pt x="763" y="901"/>
                  <a:pt x="856" y="809"/>
                </a:cubicBezTo>
                <a:cubicBezTo>
                  <a:pt x="1041" y="624"/>
                  <a:pt x="1041" y="324"/>
                  <a:pt x="856" y="139"/>
                </a:cubicBezTo>
                <a:cubicBezTo>
                  <a:pt x="763" y="47"/>
                  <a:pt x="642" y="0"/>
                  <a:pt x="52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2" name="Google Shape;752;p31"/>
          <p:cNvSpPr/>
          <p:nvPr/>
        </p:nvSpPr>
        <p:spPr>
          <a:xfrm flipH="1">
            <a:off x="8031695" y="4596855"/>
            <a:ext cx="179839" cy="151570"/>
          </a:xfrm>
          <a:custGeom>
            <a:avLst/>
            <a:gdLst/>
            <a:ahLst/>
            <a:cxnLst/>
            <a:rect l="l" t="t" r="r" b="b"/>
            <a:pathLst>
              <a:path w="1126" h="949" extrusionOk="0">
                <a:moveTo>
                  <a:pt x="598" y="0"/>
                </a:moveTo>
                <a:cubicBezTo>
                  <a:pt x="246" y="0"/>
                  <a:pt x="0" y="397"/>
                  <a:pt x="200" y="723"/>
                </a:cubicBezTo>
                <a:cubicBezTo>
                  <a:pt x="286" y="864"/>
                  <a:pt x="439" y="949"/>
                  <a:pt x="602" y="949"/>
                </a:cubicBezTo>
                <a:cubicBezTo>
                  <a:pt x="627" y="949"/>
                  <a:pt x="653" y="947"/>
                  <a:pt x="678" y="943"/>
                </a:cubicBezTo>
                <a:cubicBezTo>
                  <a:pt x="867" y="913"/>
                  <a:pt x="1020" y="772"/>
                  <a:pt x="1065" y="586"/>
                </a:cubicBezTo>
                <a:cubicBezTo>
                  <a:pt x="1126" y="331"/>
                  <a:pt x="969" y="75"/>
                  <a:pt x="715" y="14"/>
                </a:cubicBezTo>
                <a:cubicBezTo>
                  <a:pt x="675" y="5"/>
                  <a:pt x="636" y="0"/>
                  <a:pt x="59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3" name="Google Shape;753;p31"/>
          <p:cNvSpPr/>
          <p:nvPr/>
        </p:nvSpPr>
        <p:spPr>
          <a:xfrm flipH="1">
            <a:off x="8743755" y="4040320"/>
            <a:ext cx="179999" cy="151889"/>
          </a:xfrm>
          <a:custGeom>
            <a:avLst/>
            <a:gdLst/>
            <a:ahLst/>
            <a:cxnLst/>
            <a:rect l="l" t="t" r="r" b="b"/>
            <a:pathLst>
              <a:path w="1127" h="951" extrusionOk="0">
                <a:moveTo>
                  <a:pt x="600" y="1"/>
                </a:moveTo>
                <a:cubicBezTo>
                  <a:pt x="247" y="1"/>
                  <a:pt x="0" y="398"/>
                  <a:pt x="201" y="723"/>
                </a:cubicBezTo>
                <a:cubicBezTo>
                  <a:pt x="288" y="866"/>
                  <a:pt x="442" y="950"/>
                  <a:pt x="605" y="950"/>
                </a:cubicBezTo>
                <a:cubicBezTo>
                  <a:pt x="630" y="950"/>
                  <a:pt x="654" y="948"/>
                  <a:pt x="679" y="944"/>
                </a:cubicBezTo>
                <a:cubicBezTo>
                  <a:pt x="869" y="915"/>
                  <a:pt x="1022" y="772"/>
                  <a:pt x="1066" y="586"/>
                </a:cubicBezTo>
                <a:cubicBezTo>
                  <a:pt x="1126" y="331"/>
                  <a:pt x="970" y="75"/>
                  <a:pt x="715" y="14"/>
                </a:cubicBezTo>
                <a:cubicBezTo>
                  <a:pt x="676" y="5"/>
                  <a:pt x="638" y="1"/>
                  <a:pt x="600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4" name="Google Shape;754;p31"/>
          <p:cNvSpPr/>
          <p:nvPr/>
        </p:nvSpPr>
        <p:spPr>
          <a:xfrm flipH="1">
            <a:off x="8536453" y="4646987"/>
            <a:ext cx="207310" cy="191658"/>
          </a:xfrm>
          <a:custGeom>
            <a:avLst/>
            <a:gdLst/>
            <a:ahLst/>
            <a:cxnLst/>
            <a:rect l="l" t="t" r="r" b="b"/>
            <a:pathLst>
              <a:path w="1298" h="1200" extrusionOk="0">
                <a:moveTo>
                  <a:pt x="639" y="1"/>
                </a:moveTo>
                <a:cubicBezTo>
                  <a:pt x="449" y="1"/>
                  <a:pt x="267" y="90"/>
                  <a:pt x="153" y="248"/>
                </a:cubicBezTo>
                <a:cubicBezTo>
                  <a:pt x="11" y="444"/>
                  <a:pt x="0" y="707"/>
                  <a:pt x="127" y="913"/>
                </a:cubicBezTo>
                <a:cubicBezTo>
                  <a:pt x="237" y="1093"/>
                  <a:pt x="432" y="1200"/>
                  <a:pt x="639" y="1200"/>
                </a:cubicBezTo>
                <a:cubicBezTo>
                  <a:pt x="670" y="1200"/>
                  <a:pt x="701" y="1197"/>
                  <a:pt x="732" y="1192"/>
                </a:cubicBezTo>
                <a:cubicBezTo>
                  <a:pt x="971" y="1154"/>
                  <a:pt x="1164" y="975"/>
                  <a:pt x="1221" y="740"/>
                </a:cubicBezTo>
                <a:cubicBezTo>
                  <a:pt x="1297" y="418"/>
                  <a:pt x="1099" y="95"/>
                  <a:pt x="777" y="17"/>
                </a:cubicBezTo>
                <a:cubicBezTo>
                  <a:pt x="731" y="6"/>
                  <a:pt x="685" y="1"/>
                  <a:pt x="639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5" name="Google Shape;755;p31"/>
          <p:cNvSpPr/>
          <p:nvPr/>
        </p:nvSpPr>
        <p:spPr>
          <a:xfrm flipH="1">
            <a:off x="770933" y="4748412"/>
            <a:ext cx="494957" cy="449917"/>
          </a:xfrm>
          <a:custGeom>
            <a:avLst/>
            <a:gdLst/>
            <a:ahLst/>
            <a:cxnLst/>
            <a:rect l="l" t="t" r="r" b="b"/>
            <a:pathLst>
              <a:path w="3099" h="2817" extrusionOk="0">
                <a:moveTo>
                  <a:pt x="1548" y="0"/>
                </a:moveTo>
                <a:cubicBezTo>
                  <a:pt x="910" y="0"/>
                  <a:pt x="332" y="437"/>
                  <a:pt x="179" y="1086"/>
                </a:cubicBezTo>
                <a:cubicBezTo>
                  <a:pt x="1" y="1842"/>
                  <a:pt x="469" y="2600"/>
                  <a:pt x="1226" y="2778"/>
                </a:cubicBezTo>
                <a:cubicBezTo>
                  <a:pt x="1335" y="2804"/>
                  <a:pt x="1444" y="2817"/>
                  <a:pt x="1552" y="2817"/>
                </a:cubicBezTo>
                <a:cubicBezTo>
                  <a:pt x="2190" y="2817"/>
                  <a:pt x="2767" y="2379"/>
                  <a:pt x="2920" y="1732"/>
                </a:cubicBezTo>
                <a:cubicBezTo>
                  <a:pt x="3098" y="976"/>
                  <a:pt x="2630" y="217"/>
                  <a:pt x="1873" y="38"/>
                </a:cubicBezTo>
                <a:cubicBezTo>
                  <a:pt x="1765" y="12"/>
                  <a:pt x="1656" y="0"/>
                  <a:pt x="1548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6" name="Google Shape;756;p31"/>
          <p:cNvSpPr/>
          <p:nvPr/>
        </p:nvSpPr>
        <p:spPr>
          <a:xfrm flipH="1">
            <a:off x="-312041" y="741505"/>
            <a:ext cx="495117" cy="449917"/>
          </a:xfrm>
          <a:custGeom>
            <a:avLst/>
            <a:gdLst/>
            <a:ahLst/>
            <a:cxnLst/>
            <a:rect l="l" t="t" r="r" b="b"/>
            <a:pathLst>
              <a:path w="3100" h="2817" extrusionOk="0">
                <a:moveTo>
                  <a:pt x="1549" y="0"/>
                </a:moveTo>
                <a:cubicBezTo>
                  <a:pt x="910" y="0"/>
                  <a:pt x="332" y="437"/>
                  <a:pt x="179" y="1085"/>
                </a:cubicBezTo>
                <a:cubicBezTo>
                  <a:pt x="1" y="1842"/>
                  <a:pt x="470" y="2600"/>
                  <a:pt x="1227" y="2778"/>
                </a:cubicBezTo>
                <a:cubicBezTo>
                  <a:pt x="1335" y="2804"/>
                  <a:pt x="1444" y="2816"/>
                  <a:pt x="1551" y="2816"/>
                </a:cubicBezTo>
                <a:cubicBezTo>
                  <a:pt x="2189" y="2816"/>
                  <a:pt x="2766" y="2380"/>
                  <a:pt x="2919" y="1732"/>
                </a:cubicBezTo>
                <a:cubicBezTo>
                  <a:pt x="3099" y="974"/>
                  <a:pt x="2630" y="216"/>
                  <a:pt x="1873" y="38"/>
                </a:cubicBezTo>
                <a:cubicBezTo>
                  <a:pt x="1764" y="12"/>
                  <a:pt x="1656" y="0"/>
                  <a:pt x="1549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7" name="Google Shape;757;p31"/>
          <p:cNvSpPr/>
          <p:nvPr/>
        </p:nvSpPr>
        <p:spPr>
          <a:xfrm rot="-1799986">
            <a:off x="7160187" y="-237909"/>
            <a:ext cx="6269639" cy="691908"/>
          </a:xfrm>
          <a:custGeom>
            <a:avLst/>
            <a:gdLst/>
            <a:ahLst/>
            <a:cxnLst/>
            <a:rect l="l" t="t" r="r" b="b"/>
            <a:pathLst>
              <a:path w="52112" h="5751" extrusionOk="0">
                <a:moveTo>
                  <a:pt x="3269" y="1"/>
                </a:moveTo>
                <a:cubicBezTo>
                  <a:pt x="3210" y="1"/>
                  <a:pt x="3153" y="39"/>
                  <a:pt x="3155" y="117"/>
                </a:cubicBezTo>
                <a:cubicBezTo>
                  <a:pt x="3155" y="117"/>
                  <a:pt x="3155" y="117"/>
                  <a:pt x="3155" y="117"/>
                </a:cubicBezTo>
                <a:lnTo>
                  <a:pt x="3155" y="117"/>
                </a:lnTo>
                <a:cubicBezTo>
                  <a:pt x="3197" y="1798"/>
                  <a:pt x="2863" y="3465"/>
                  <a:pt x="2180" y="5000"/>
                </a:cubicBezTo>
                <a:lnTo>
                  <a:pt x="2180" y="5000"/>
                </a:lnTo>
                <a:cubicBezTo>
                  <a:pt x="1725" y="4827"/>
                  <a:pt x="1251" y="4743"/>
                  <a:pt x="770" y="4743"/>
                </a:cubicBezTo>
                <a:cubicBezTo>
                  <a:pt x="563" y="4743"/>
                  <a:pt x="355" y="4758"/>
                  <a:pt x="147" y="4790"/>
                </a:cubicBezTo>
                <a:cubicBezTo>
                  <a:pt x="1" y="4812"/>
                  <a:pt x="53" y="5025"/>
                  <a:pt x="191" y="5025"/>
                </a:cubicBezTo>
                <a:cubicBezTo>
                  <a:pt x="198" y="5025"/>
                  <a:pt x="205" y="5025"/>
                  <a:pt x="212" y="5024"/>
                </a:cubicBezTo>
                <a:cubicBezTo>
                  <a:pt x="396" y="4996"/>
                  <a:pt x="581" y="4982"/>
                  <a:pt x="765" y="4982"/>
                </a:cubicBezTo>
                <a:cubicBezTo>
                  <a:pt x="1259" y="4982"/>
                  <a:pt x="1747" y="5081"/>
                  <a:pt x="2212" y="5271"/>
                </a:cubicBezTo>
                <a:cubicBezTo>
                  <a:pt x="2222" y="5275"/>
                  <a:pt x="2232" y="5277"/>
                  <a:pt x="2243" y="5277"/>
                </a:cubicBezTo>
                <a:cubicBezTo>
                  <a:pt x="2285" y="5277"/>
                  <a:pt x="2333" y="5251"/>
                  <a:pt x="2348" y="5215"/>
                </a:cubicBezTo>
                <a:cubicBezTo>
                  <a:pt x="2835" y="4153"/>
                  <a:pt x="3157" y="3027"/>
                  <a:pt x="3306" y="1875"/>
                </a:cubicBezTo>
                <a:lnTo>
                  <a:pt x="3306" y="1875"/>
                </a:lnTo>
                <a:cubicBezTo>
                  <a:pt x="3419" y="3129"/>
                  <a:pt x="3546" y="4382"/>
                  <a:pt x="3686" y="5634"/>
                </a:cubicBezTo>
                <a:cubicBezTo>
                  <a:pt x="3695" y="5712"/>
                  <a:pt x="3752" y="5751"/>
                  <a:pt x="3808" y="5751"/>
                </a:cubicBezTo>
                <a:cubicBezTo>
                  <a:pt x="3865" y="5751"/>
                  <a:pt x="3921" y="5712"/>
                  <a:pt x="3928" y="5634"/>
                </a:cubicBezTo>
                <a:lnTo>
                  <a:pt x="3930" y="5634"/>
                </a:lnTo>
                <a:cubicBezTo>
                  <a:pt x="3929" y="5632"/>
                  <a:pt x="3929" y="5630"/>
                  <a:pt x="3929" y="5628"/>
                </a:cubicBezTo>
                <a:lnTo>
                  <a:pt x="3929" y="5628"/>
                </a:lnTo>
                <a:cubicBezTo>
                  <a:pt x="3977" y="5225"/>
                  <a:pt x="4433" y="5080"/>
                  <a:pt x="4766" y="4984"/>
                </a:cubicBezTo>
                <a:cubicBezTo>
                  <a:pt x="5141" y="4875"/>
                  <a:pt x="5514" y="4799"/>
                  <a:pt x="5864" y="4620"/>
                </a:cubicBezTo>
                <a:cubicBezTo>
                  <a:pt x="6547" y="4272"/>
                  <a:pt x="7079" y="3685"/>
                  <a:pt x="7375" y="2982"/>
                </a:cubicBezTo>
                <a:lnTo>
                  <a:pt x="7375" y="2982"/>
                </a:lnTo>
                <a:cubicBezTo>
                  <a:pt x="7832" y="3089"/>
                  <a:pt x="7959" y="3793"/>
                  <a:pt x="8128" y="4157"/>
                </a:cubicBezTo>
                <a:cubicBezTo>
                  <a:pt x="8329" y="4591"/>
                  <a:pt x="8679" y="4920"/>
                  <a:pt x="9107" y="5127"/>
                </a:cubicBezTo>
                <a:cubicBezTo>
                  <a:pt x="9798" y="5460"/>
                  <a:pt x="10572" y="5521"/>
                  <a:pt x="11338" y="5521"/>
                </a:cubicBezTo>
                <a:cubicBezTo>
                  <a:pt x="11671" y="5521"/>
                  <a:pt x="12003" y="5509"/>
                  <a:pt x="12326" y="5503"/>
                </a:cubicBezTo>
                <a:lnTo>
                  <a:pt x="16958" y="5417"/>
                </a:lnTo>
                <a:lnTo>
                  <a:pt x="19326" y="5373"/>
                </a:lnTo>
                <a:cubicBezTo>
                  <a:pt x="19697" y="5365"/>
                  <a:pt x="20073" y="5375"/>
                  <a:pt x="20444" y="5350"/>
                </a:cubicBezTo>
                <a:cubicBezTo>
                  <a:pt x="20703" y="5333"/>
                  <a:pt x="20901" y="5232"/>
                  <a:pt x="21008" y="4988"/>
                </a:cubicBezTo>
                <a:cubicBezTo>
                  <a:pt x="21126" y="4724"/>
                  <a:pt x="21118" y="4402"/>
                  <a:pt x="21143" y="4120"/>
                </a:cubicBezTo>
                <a:lnTo>
                  <a:pt x="21262" y="2799"/>
                </a:lnTo>
                <a:lnTo>
                  <a:pt x="21404" y="1224"/>
                </a:lnTo>
                <a:lnTo>
                  <a:pt x="21957" y="5260"/>
                </a:lnTo>
                <a:cubicBezTo>
                  <a:pt x="21967" y="5321"/>
                  <a:pt x="22030" y="5346"/>
                  <a:pt x="22085" y="5346"/>
                </a:cubicBezTo>
                <a:cubicBezTo>
                  <a:pt x="22092" y="5346"/>
                  <a:pt x="22100" y="5345"/>
                  <a:pt x="22107" y="5344"/>
                </a:cubicBezTo>
                <a:cubicBezTo>
                  <a:pt x="23314" y="5179"/>
                  <a:pt x="24434" y="4624"/>
                  <a:pt x="25298" y="3767"/>
                </a:cubicBezTo>
                <a:cubicBezTo>
                  <a:pt x="25431" y="3635"/>
                  <a:pt x="25546" y="3487"/>
                  <a:pt x="25673" y="3352"/>
                </a:cubicBezTo>
                <a:cubicBezTo>
                  <a:pt x="25764" y="3255"/>
                  <a:pt x="25849" y="3205"/>
                  <a:pt x="25929" y="3205"/>
                </a:cubicBezTo>
                <a:cubicBezTo>
                  <a:pt x="26016" y="3205"/>
                  <a:pt x="26097" y="3264"/>
                  <a:pt x="26174" y="3388"/>
                </a:cubicBezTo>
                <a:cubicBezTo>
                  <a:pt x="26344" y="3659"/>
                  <a:pt x="26388" y="3989"/>
                  <a:pt x="26546" y="4267"/>
                </a:cubicBezTo>
                <a:cubicBezTo>
                  <a:pt x="26694" y="4525"/>
                  <a:pt x="26918" y="4730"/>
                  <a:pt x="27173" y="4879"/>
                </a:cubicBezTo>
                <a:cubicBezTo>
                  <a:pt x="27739" y="5213"/>
                  <a:pt x="28432" y="5297"/>
                  <a:pt x="29076" y="5324"/>
                </a:cubicBezTo>
                <a:cubicBezTo>
                  <a:pt x="29535" y="5343"/>
                  <a:pt x="29995" y="5347"/>
                  <a:pt x="30454" y="5347"/>
                </a:cubicBezTo>
                <a:cubicBezTo>
                  <a:pt x="30863" y="5347"/>
                  <a:pt x="31272" y="5344"/>
                  <a:pt x="31681" y="5344"/>
                </a:cubicBezTo>
                <a:cubicBezTo>
                  <a:pt x="31782" y="5344"/>
                  <a:pt x="31883" y="5344"/>
                  <a:pt x="31983" y="5344"/>
                </a:cubicBezTo>
                <a:lnTo>
                  <a:pt x="35123" y="5361"/>
                </a:lnTo>
                <a:cubicBezTo>
                  <a:pt x="36909" y="5370"/>
                  <a:pt x="38696" y="5396"/>
                  <a:pt x="40482" y="5396"/>
                </a:cubicBezTo>
                <a:cubicBezTo>
                  <a:pt x="40783" y="5396"/>
                  <a:pt x="41085" y="5395"/>
                  <a:pt x="41386" y="5394"/>
                </a:cubicBezTo>
                <a:cubicBezTo>
                  <a:pt x="41731" y="5391"/>
                  <a:pt x="42128" y="5353"/>
                  <a:pt x="42339" y="5041"/>
                </a:cubicBezTo>
                <a:cubicBezTo>
                  <a:pt x="42449" y="4879"/>
                  <a:pt x="42479" y="4684"/>
                  <a:pt x="42504" y="4494"/>
                </a:cubicBezTo>
                <a:cubicBezTo>
                  <a:pt x="42543" y="4208"/>
                  <a:pt x="42577" y="3921"/>
                  <a:pt x="42605" y="3634"/>
                </a:cubicBezTo>
                <a:cubicBezTo>
                  <a:pt x="42612" y="3568"/>
                  <a:pt x="42618" y="3502"/>
                  <a:pt x="42624" y="3436"/>
                </a:cubicBezTo>
                <a:lnTo>
                  <a:pt x="42624" y="3436"/>
                </a:lnTo>
                <a:cubicBezTo>
                  <a:pt x="42698" y="4175"/>
                  <a:pt x="42799" y="4912"/>
                  <a:pt x="42927" y="5644"/>
                </a:cubicBezTo>
                <a:cubicBezTo>
                  <a:pt x="42938" y="5704"/>
                  <a:pt x="42987" y="5731"/>
                  <a:pt x="43038" y="5731"/>
                </a:cubicBezTo>
                <a:cubicBezTo>
                  <a:pt x="43091" y="5731"/>
                  <a:pt x="43147" y="5701"/>
                  <a:pt x="43161" y="5644"/>
                </a:cubicBezTo>
                <a:cubicBezTo>
                  <a:pt x="43381" y="4804"/>
                  <a:pt x="44645" y="5119"/>
                  <a:pt x="45251" y="4852"/>
                </a:cubicBezTo>
                <a:cubicBezTo>
                  <a:pt x="45816" y="4602"/>
                  <a:pt x="46074" y="4009"/>
                  <a:pt x="46390" y="3520"/>
                </a:cubicBezTo>
                <a:cubicBezTo>
                  <a:pt x="46497" y="3355"/>
                  <a:pt x="46788" y="2903"/>
                  <a:pt x="47041" y="2903"/>
                </a:cubicBezTo>
                <a:cubicBezTo>
                  <a:pt x="47066" y="2903"/>
                  <a:pt x="47091" y="2907"/>
                  <a:pt x="47116" y="2917"/>
                </a:cubicBezTo>
                <a:cubicBezTo>
                  <a:pt x="47407" y="3036"/>
                  <a:pt x="47468" y="3581"/>
                  <a:pt x="47557" y="3838"/>
                </a:cubicBezTo>
                <a:cubicBezTo>
                  <a:pt x="47783" y="4499"/>
                  <a:pt x="48335" y="4969"/>
                  <a:pt x="48973" y="5223"/>
                </a:cubicBezTo>
                <a:cubicBezTo>
                  <a:pt x="49426" y="5405"/>
                  <a:pt x="49902" y="5466"/>
                  <a:pt x="50383" y="5466"/>
                </a:cubicBezTo>
                <a:cubicBezTo>
                  <a:pt x="50912" y="5466"/>
                  <a:pt x="51447" y="5392"/>
                  <a:pt x="51964" y="5320"/>
                </a:cubicBezTo>
                <a:cubicBezTo>
                  <a:pt x="52111" y="5300"/>
                  <a:pt x="52058" y="5084"/>
                  <a:pt x="51918" y="5084"/>
                </a:cubicBezTo>
                <a:cubicBezTo>
                  <a:pt x="51912" y="5084"/>
                  <a:pt x="51906" y="5085"/>
                  <a:pt x="51899" y="5086"/>
                </a:cubicBezTo>
                <a:cubicBezTo>
                  <a:pt x="51409" y="5154"/>
                  <a:pt x="50894" y="5226"/>
                  <a:pt x="50386" y="5226"/>
                </a:cubicBezTo>
                <a:cubicBezTo>
                  <a:pt x="49883" y="5226"/>
                  <a:pt x="49386" y="5155"/>
                  <a:pt x="48925" y="4941"/>
                </a:cubicBezTo>
                <a:cubicBezTo>
                  <a:pt x="48534" y="4759"/>
                  <a:pt x="48175" y="4484"/>
                  <a:pt x="47949" y="4113"/>
                </a:cubicBezTo>
                <a:cubicBezTo>
                  <a:pt x="47761" y="3804"/>
                  <a:pt x="47718" y="3443"/>
                  <a:pt x="47571" y="3119"/>
                </a:cubicBezTo>
                <a:cubicBezTo>
                  <a:pt x="47485" y="2930"/>
                  <a:pt x="47289" y="2636"/>
                  <a:pt x="47047" y="2636"/>
                </a:cubicBezTo>
                <a:cubicBezTo>
                  <a:pt x="47034" y="2636"/>
                  <a:pt x="47020" y="2637"/>
                  <a:pt x="47006" y="2639"/>
                </a:cubicBezTo>
                <a:cubicBezTo>
                  <a:pt x="46751" y="2675"/>
                  <a:pt x="46495" y="2970"/>
                  <a:pt x="46349" y="3159"/>
                </a:cubicBezTo>
                <a:cubicBezTo>
                  <a:pt x="45947" y="3679"/>
                  <a:pt x="45719" y="4446"/>
                  <a:pt x="45040" y="4673"/>
                </a:cubicBezTo>
                <a:cubicBezTo>
                  <a:pt x="44452" y="4869"/>
                  <a:pt x="43522" y="4702"/>
                  <a:pt x="43101" y="5225"/>
                </a:cubicBezTo>
                <a:lnTo>
                  <a:pt x="43101" y="5225"/>
                </a:lnTo>
                <a:cubicBezTo>
                  <a:pt x="42895" y="3953"/>
                  <a:pt x="42772" y="2670"/>
                  <a:pt x="42733" y="1382"/>
                </a:cubicBezTo>
                <a:lnTo>
                  <a:pt x="42733" y="1382"/>
                </a:lnTo>
                <a:cubicBezTo>
                  <a:pt x="42739" y="973"/>
                  <a:pt x="42735" y="564"/>
                  <a:pt x="42721" y="155"/>
                </a:cubicBezTo>
                <a:lnTo>
                  <a:pt x="42721" y="155"/>
                </a:lnTo>
                <a:cubicBezTo>
                  <a:pt x="42721" y="146"/>
                  <a:pt x="42722" y="137"/>
                  <a:pt x="42722" y="128"/>
                </a:cubicBezTo>
                <a:lnTo>
                  <a:pt x="42720" y="128"/>
                </a:lnTo>
                <a:cubicBezTo>
                  <a:pt x="42720" y="127"/>
                  <a:pt x="42720" y="127"/>
                  <a:pt x="42720" y="127"/>
                </a:cubicBezTo>
                <a:cubicBezTo>
                  <a:pt x="42718" y="48"/>
                  <a:pt x="42658" y="9"/>
                  <a:pt x="42598" y="9"/>
                </a:cubicBezTo>
                <a:cubicBezTo>
                  <a:pt x="42538" y="9"/>
                  <a:pt x="42479" y="48"/>
                  <a:pt x="42479" y="127"/>
                </a:cubicBezTo>
                <a:cubicBezTo>
                  <a:pt x="42474" y="547"/>
                  <a:pt x="42478" y="968"/>
                  <a:pt x="42491" y="1388"/>
                </a:cubicBezTo>
                <a:lnTo>
                  <a:pt x="42491" y="1388"/>
                </a:lnTo>
                <a:cubicBezTo>
                  <a:pt x="42483" y="1969"/>
                  <a:pt x="42456" y="2550"/>
                  <a:pt x="42410" y="3129"/>
                </a:cubicBezTo>
                <a:cubicBezTo>
                  <a:pt x="42370" y="3623"/>
                  <a:pt x="42340" y="4134"/>
                  <a:pt x="42242" y="4620"/>
                </a:cubicBezTo>
                <a:cubicBezTo>
                  <a:pt x="42144" y="5115"/>
                  <a:pt x="41735" y="5153"/>
                  <a:pt x="41323" y="5153"/>
                </a:cubicBezTo>
                <a:cubicBezTo>
                  <a:pt x="41263" y="5153"/>
                  <a:pt x="41203" y="5152"/>
                  <a:pt x="41144" y="5152"/>
                </a:cubicBezTo>
                <a:lnTo>
                  <a:pt x="35073" y="5119"/>
                </a:lnTo>
                <a:cubicBezTo>
                  <a:pt x="34771" y="5118"/>
                  <a:pt x="34469" y="5117"/>
                  <a:pt x="34166" y="5117"/>
                </a:cubicBezTo>
                <a:cubicBezTo>
                  <a:pt x="33486" y="5117"/>
                  <a:pt x="32806" y="5120"/>
                  <a:pt x="32125" y="5120"/>
                </a:cubicBezTo>
                <a:cubicBezTo>
                  <a:pt x="31142" y="5120"/>
                  <a:pt x="30159" y="5114"/>
                  <a:pt x="29178" y="5086"/>
                </a:cubicBezTo>
                <a:cubicBezTo>
                  <a:pt x="28519" y="5065"/>
                  <a:pt x="27783" y="4994"/>
                  <a:pt x="27217" y="4622"/>
                </a:cubicBezTo>
                <a:cubicBezTo>
                  <a:pt x="26919" y="4426"/>
                  <a:pt x="26740" y="4160"/>
                  <a:pt x="26622" y="3828"/>
                </a:cubicBezTo>
                <a:cubicBezTo>
                  <a:pt x="26533" y="3574"/>
                  <a:pt x="26445" y="3278"/>
                  <a:pt x="26246" y="3087"/>
                </a:cubicBezTo>
                <a:cubicBezTo>
                  <a:pt x="26151" y="2995"/>
                  <a:pt x="26043" y="2953"/>
                  <a:pt x="25934" y="2953"/>
                </a:cubicBezTo>
                <a:cubicBezTo>
                  <a:pt x="25798" y="2953"/>
                  <a:pt x="25663" y="3017"/>
                  <a:pt x="25552" y="3125"/>
                </a:cubicBezTo>
                <a:cubicBezTo>
                  <a:pt x="25223" y="3451"/>
                  <a:pt x="24945" y="3797"/>
                  <a:pt x="24571" y="4078"/>
                </a:cubicBezTo>
                <a:cubicBezTo>
                  <a:pt x="23868" y="4607"/>
                  <a:pt x="23044" y="4950"/>
                  <a:pt x="22179" y="5091"/>
                </a:cubicBezTo>
                <a:lnTo>
                  <a:pt x="22179" y="5091"/>
                </a:lnTo>
                <a:lnTo>
                  <a:pt x="21497" y="127"/>
                </a:lnTo>
                <a:cubicBezTo>
                  <a:pt x="21488" y="65"/>
                  <a:pt x="21446" y="39"/>
                  <a:pt x="21399" y="39"/>
                </a:cubicBezTo>
                <a:cubicBezTo>
                  <a:pt x="21336" y="39"/>
                  <a:pt x="21265" y="87"/>
                  <a:pt x="21258" y="159"/>
                </a:cubicBezTo>
                <a:cubicBezTo>
                  <a:pt x="21127" y="1614"/>
                  <a:pt x="21026" y="3075"/>
                  <a:pt x="20866" y="4526"/>
                </a:cubicBezTo>
                <a:cubicBezTo>
                  <a:pt x="20849" y="4672"/>
                  <a:pt x="20838" y="4844"/>
                  <a:pt x="20746" y="4966"/>
                </a:cubicBezTo>
                <a:cubicBezTo>
                  <a:pt x="20643" y="5102"/>
                  <a:pt x="20478" y="5116"/>
                  <a:pt x="20315" y="5116"/>
                </a:cubicBezTo>
                <a:cubicBezTo>
                  <a:pt x="20271" y="5116"/>
                  <a:pt x="20228" y="5115"/>
                  <a:pt x="20185" y="5115"/>
                </a:cubicBezTo>
                <a:cubicBezTo>
                  <a:pt x="20173" y="5115"/>
                  <a:pt x="20161" y="5115"/>
                  <a:pt x="20150" y="5116"/>
                </a:cubicBezTo>
                <a:lnTo>
                  <a:pt x="19018" y="5136"/>
                </a:lnTo>
                <a:lnTo>
                  <a:pt x="16856" y="5176"/>
                </a:lnTo>
                <a:lnTo>
                  <a:pt x="12431" y="5259"/>
                </a:lnTo>
                <a:cubicBezTo>
                  <a:pt x="12062" y="5266"/>
                  <a:pt x="11674" y="5285"/>
                  <a:pt x="11285" y="5285"/>
                </a:cubicBezTo>
                <a:cubicBezTo>
                  <a:pt x="10553" y="5285"/>
                  <a:pt x="9814" y="5219"/>
                  <a:pt x="9173" y="4889"/>
                </a:cubicBezTo>
                <a:cubicBezTo>
                  <a:pt x="8635" y="4611"/>
                  <a:pt x="8395" y="4182"/>
                  <a:pt x="8178" y="3639"/>
                </a:cubicBezTo>
                <a:cubicBezTo>
                  <a:pt x="8011" y="3221"/>
                  <a:pt x="7804" y="2767"/>
                  <a:pt x="7300" y="2728"/>
                </a:cubicBezTo>
                <a:cubicBezTo>
                  <a:pt x="7297" y="2728"/>
                  <a:pt x="7294" y="2728"/>
                  <a:pt x="7291" y="2728"/>
                </a:cubicBezTo>
                <a:cubicBezTo>
                  <a:pt x="7240" y="2728"/>
                  <a:pt x="7200" y="2772"/>
                  <a:pt x="7183" y="2816"/>
                </a:cubicBezTo>
                <a:cubicBezTo>
                  <a:pt x="6850" y="3684"/>
                  <a:pt x="6109" y="4365"/>
                  <a:pt x="5212" y="4616"/>
                </a:cubicBezTo>
                <a:cubicBezTo>
                  <a:pt x="4778" y="4737"/>
                  <a:pt x="4185" y="4833"/>
                  <a:pt x="3880" y="5183"/>
                </a:cubicBezTo>
                <a:lnTo>
                  <a:pt x="3880" y="5183"/>
                </a:lnTo>
                <a:cubicBezTo>
                  <a:pt x="3695" y="3497"/>
                  <a:pt x="3535" y="1808"/>
                  <a:pt x="3398" y="117"/>
                </a:cubicBezTo>
                <a:cubicBezTo>
                  <a:pt x="3392" y="40"/>
                  <a:pt x="3329" y="1"/>
                  <a:pt x="326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8" name="Google Shape;758;p31"/>
          <p:cNvSpPr/>
          <p:nvPr/>
        </p:nvSpPr>
        <p:spPr>
          <a:xfrm rot="-1799986">
            <a:off x="-1831413" y="233116"/>
            <a:ext cx="6269639" cy="691908"/>
          </a:xfrm>
          <a:custGeom>
            <a:avLst/>
            <a:gdLst/>
            <a:ahLst/>
            <a:cxnLst/>
            <a:rect l="l" t="t" r="r" b="b"/>
            <a:pathLst>
              <a:path w="52112" h="5751" extrusionOk="0">
                <a:moveTo>
                  <a:pt x="3269" y="1"/>
                </a:moveTo>
                <a:cubicBezTo>
                  <a:pt x="3210" y="1"/>
                  <a:pt x="3153" y="39"/>
                  <a:pt x="3155" y="117"/>
                </a:cubicBezTo>
                <a:cubicBezTo>
                  <a:pt x="3155" y="117"/>
                  <a:pt x="3155" y="117"/>
                  <a:pt x="3155" y="117"/>
                </a:cubicBezTo>
                <a:lnTo>
                  <a:pt x="3155" y="117"/>
                </a:lnTo>
                <a:cubicBezTo>
                  <a:pt x="3197" y="1798"/>
                  <a:pt x="2863" y="3465"/>
                  <a:pt x="2180" y="5000"/>
                </a:cubicBezTo>
                <a:lnTo>
                  <a:pt x="2180" y="5000"/>
                </a:lnTo>
                <a:cubicBezTo>
                  <a:pt x="1725" y="4827"/>
                  <a:pt x="1251" y="4743"/>
                  <a:pt x="770" y="4743"/>
                </a:cubicBezTo>
                <a:cubicBezTo>
                  <a:pt x="563" y="4743"/>
                  <a:pt x="355" y="4758"/>
                  <a:pt x="147" y="4790"/>
                </a:cubicBezTo>
                <a:cubicBezTo>
                  <a:pt x="1" y="4812"/>
                  <a:pt x="53" y="5025"/>
                  <a:pt x="191" y="5025"/>
                </a:cubicBezTo>
                <a:cubicBezTo>
                  <a:pt x="198" y="5025"/>
                  <a:pt x="205" y="5025"/>
                  <a:pt x="212" y="5024"/>
                </a:cubicBezTo>
                <a:cubicBezTo>
                  <a:pt x="396" y="4996"/>
                  <a:pt x="581" y="4982"/>
                  <a:pt x="765" y="4982"/>
                </a:cubicBezTo>
                <a:cubicBezTo>
                  <a:pt x="1259" y="4982"/>
                  <a:pt x="1747" y="5081"/>
                  <a:pt x="2212" y="5271"/>
                </a:cubicBezTo>
                <a:cubicBezTo>
                  <a:pt x="2222" y="5275"/>
                  <a:pt x="2232" y="5277"/>
                  <a:pt x="2243" y="5277"/>
                </a:cubicBezTo>
                <a:cubicBezTo>
                  <a:pt x="2285" y="5277"/>
                  <a:pt x="2333" y="5251"/>
                  <a:pt x="2348" y="5215"/>
                </a:cubicBezTo>
                <a:cubicBezTo>
                  <a:pt x="2835" y="4153"/>
                  <a:pt x="3157" y="3027"/>
                  <a:pt x="3306" y="1875"/>
                </a:cubicBezTo>
                <a:lnTo>
                  <a:pt x="3306" y="1875"/>
                </a:lnTo>
                <a:cubicBezTo>
                  <a:pt x="3419" y="3129"/>
                  <a:pt x="3546" y="4382"/>
                  <a:pt x="3686" y="5634"/>
                </a:cubicBezTo>
                <a:cubicBezTo>
                  <a:pt x="3695" y="5712"/>
                  <a:pt x="3752" y="5751"/>
                  <a:pt x="3808" y="5751"/>
                </a:cubicBezTo>
                <a:cubicBezTo>
                  <a:pt x="3865" y="5751"/>
                  <a:pt x="3921" y="5712"/>
                  <a:pt x="3928" y="5634"/>
                </a:cubicBezTo>
                <a:lnTo>
                  <a:pt x="3930" y="5634"/>
                </a:lnTo>
                <a:cubicBezTo>
                  <a:pt x="3929" y="5632"/>
                  <a:pt x="3929" y="5630"/>
                  <a:pt x="3929" y="5628"/>
                </a:cubicBezTo>
                <a:lnTo>
                  <a:pt x="3929" y="5628"/>
                </a:lnTo>
                <a:cubicBezTo>
                  <a:pt x="3977" y="5225"/>
                  <a:pt x="4433" y="5080"/>
                  <a:pt x="4766" y="4984"/>
                </a:cubicBezTo>
                <a:cubicBezTo>
                  <a:pt x="5141" y="4875"/>
                  <a:pt x="5514" y="4799"/>
                  <a:pt x="5864" y="4620"/>
                </a:cubicBezTo>
                <a:cubicBezTo>
                  <a:pt x="6547" y="4272"/>
                  <a:pt x="7079" y="3685"/>
                  <a:pt x="7375" y="2982"/>
                </a:cubicBezTo>
                <a:lnTo>
                  <a:pt x="7375" y="2982"/>
                </a:lnTo>
                <a:cubicBezTo>
                  <a:pt x="7832" y="3089"/>
                  <a:pt x="7959" y="3793"/>
                  <a:pt x="8128" y="4157"/>
                </a:cubicBezTo>
                <a:cubicBezTo>
                  <a:pt x="8329" y="4591"/>
                  <a:pt x="8679" y="4920"/>
                  <a:pt x="9107" y="5127"/>
                </a:cubicBezTo>
                <a:cubicBezTo>
                  <a:pt x="9798" y="5460"/>
                  <a:pt x="10572" y="5521"/>
                  <a:pt x="11338" y="5521"/>
                </a:cubicBezTo>
                <a:cubicBezTo>
                  <a:pt x="11671" y="5521"/>
                  <a:pt x="12003" y="5509"/>
                  <a:pt x="12326" y="5503"/>
                </a:cubicBezTo>
                <a:lnTo>
                  <a:pt x="16958" y="5417"/>
                </a:lnTo>
                <a:lnTo>
                  <a:pt x="19326" y="5373"/>
                </a:lnTo>
                <a:cubicBezTo>
                  <a:pt x="19697" y="5365"/>
                  <a:pt x="20073" y="5375"/>
                  <a:pt x="20444" y="5350"/>
                </a:cubicBezTo>
                <a:cubicBezTo>
                  <a:pt x="20703" y="5333"/>
                  <a:pt x="20901" y="5232"/>
                  <a:pt x="21008" y="4988"/>
                </a:cubicBezTo>
                <a:cubicBezTo>
                  <a:pt x="21126" y="4724"/>
                  <a:pt x="21118" y="4402"/>
                  <a:pt x="21143" y="4120"/>
                </a:cubicBezTo>
                <a:lnTo>
                  <a:pt x="21262" y="2799"/>
                </a:lnTo>
                <a:lnTo>
                  <a:pt x="21404" y="1224"/>
                </a:lnTo>
                <a:lnTo>
                  <a:pt x="21957" y="5260"/>
                </a:lnTo>
                <a:cubicBezTo>
                  <a:pt x="21967" y="5321"/>
                  <a:pt x="22030" y="5346"/>
                  <a:pt x="22085" y="5346"/>
                </a:cubicBezTo>
                <a:cubicBezTo>
                  <a:pt x="22092" y="5346"/>
                  <a:pt x="22100" y="5345"/>
                  <a:pt x="22107" y="5344"/>
                </a:cubicBezTo>
                <a:cubicBezTo>
                  <a:pt x="23314" y="5179"/>
                  <a:pt x="24434" y="4624"/>
                  <a:pt x="25298" y="3767"/>
                </a:cubicBezTo>
                <a:cubicBezTo>
                  <a:pt x="25431" y="3635"/>
                  <a:pt x="25546" y="3487"/>
                  <a:pt x="25673" y="3352"/>
                </a:cubicBezTo>
                <a:cubicBezTo>
                  <a:pt x="25764" y="3255"/>
                  <a:pt x="25849" y="3205"/>
                  <a:pt x="25929" y="3205"/>
                </a:cubicBezTo>
                <a:cubicBezTo>
                  <a:pt x="26016" y="3205"/>
                  <a:pt x="26097" y="3264"/>
                  <a:pt x="26174" y="3388"/>
                </a:cubicBezTo>
                <a:cubicBezTo>
                  <a:pt x="26344" y="3659"/>
                  <a:pt x="26388" y="3989"/>
                  <a:pt x="26546" y="4267"/>
                </a:cubicBezTo>
                <a:cubicBezTo>
                  <a:pt x="26694" y="4525"/>
                  <a:pt x="26918" y="4730"/>
                  <a:pt x="27173" y="4879"/>
                </a:cubicBezTo>
                <a:cubicBezTo>
                  <a:pt x="27739" y="5213"/>
                  <a:pt x="28432" y="5297"/>
                  <a:pt x="29076" y="5324"/>
                </a:cubicBezTo>
                <a:cubicBezTo>
                  <a:pt x="29535" y="5343"/>
                  <a:pt x="29995" y="5347"/>
                  <a:pt x="30454" y="5347"/>
                </a:cubicBezTo>
                <a:cubicBezTo>
                  <a:pt x="30863" y="5347"/>
                  <a:pt x="31272" y="5344"/>
                  <a:pt x="31681" y="5344"/>
                </a:cubicBezTo>
                <a:cubicBezTo>
                  <a:pt x="31782" y="5344"/>
                  <a:pt x="31883" y="5344"/>
                  <a:pt x="31983" y="5344"/>
                </a:cubicBezTo>
                <a:lnTo>
                  <a:pt x="35123" y="5361"/>
                </a:lnTo>
                <a:cubicBezTo>
                  <a:pt x="36909" y="5370"/>
                  <a:pt x="38696" y="5396"/>
                  <a:pt x="40482" y="5396"/>
                </a:cubicBezTo>
                <a:cubicBezTo>
                  <a:pt x="40783" y="5396"/>
                  <a:pt x="41085" y="5395"/>
                  <a:pt x="41386" y="5394"/>
                </a:cubicBezTo>
                <a:cubicBezTo>
                  <a:pt x="41731" y="5391"/>
                  <a:pt x="42128" y="5353"/>
                  <a:pt x="42339" y="5041"/>
                </a:cubicBezTo>
                <a:cubicBezTo>
                  <a:pt x="42449" y="4879"/>
                  <a:pt x="42479" y="4684"/>
                  <a:pt x="42504" y="4494"/>
                </a:cubicBezTo>
                <a:cubicBezTo>
                  <a:pt x="42543" y="4208"/>
                  <a:pt x="42577" y="3921"/>
                  <a:pt x="42605" y="3634"/>
                </a:cubicBezTo>
                <a:cubicBezTo>
                  <a:pt x="42612" y="3568"/>
                  <a:pt x="42618" y="3502"/>
                  <a:pt x="42624" y="3436"/>
                </a:cubicBezTo>
                <a:lnTo>
                  <a:pt x="42624" y="3436"/>
                </a:lnTo>
                <a:cubicBezTo>
                  <a:pt x="42698" y="4175"/>
                  <a:pt x="42799" y="4912"/>
                  <a:pt x="42927" y="5644"/>
                </a:cubicBezTo>
                <a:cubicBezTo>
                  <a:pt x="42938" y="5704"/>
                  <a:pt x="42987" y="5731"/>
                  <a:pt x="43038" y="5731"/>
                </a:cubicBezTo>
                <a:cubicBezTo>
                  <a:pt x="43091" y="5731"/>
                  <a:pt x="43147" y="5701"/>
                  <a:pt x="43161" y="5644"/>
                </a:cubicBezTo>
                <a:cubicBezTo>
                  <a:pt x="43381" y="4804"/>
                  <a:pt x="44645" y="5119"/>
                  <a:pt x="45251" y="4852"/>
                </a:cubicBezTo>
                <a:cubicBezTo>
                  <a:pt x="45816" y="4602"/>
                  <a:pt x="46074" y="4009"/>
                  <a:pt x="46390" y="3520"/>
                </a:cubicBezTo>
                <a:cubicBezTo>
                  <a:pt x="46497" y="3355"/>
                  <a:pt x="46788" y="2903"/>
                  <a:pt x="47041" y="2903"/>
                </a:cubicBezTo>
                <a:cubicBezTo>
                  <a:pt x="47066" y="2903"/>
                  <a:pt x="47091" y="2907"/>
                  <a:pt x="47116" y="2917"/>
                </a:cubicBezTo>
                <a:cubicBezTo>
                  <a:pt x="47407" y="3036"/>
                  <a:pt x="47468" y="3581"/>
                  <a:pt x="47557" y="3838"/>
                </a:cubicBezTo>
                <a:cubicBezTo>
                  <a:pt x="47783" y="4499"/>
                  <a:pt x="48335" y="4969"/>
                  <a:pt x="48973" y="5223"/>
                </a:cubicBezTo>
                <a:cubicBezTo>
                  <a:pt x="49426" y="5405"/>
                  <a:pt x="49902" y="5466"/>
                  <a:pt x="50383" y="5466"/>
                </a:cubicBezTo>
                <a:cubicBezTo>
                  <a:pt x="50912" y="5466"/>
                  <a:pt x="51447" y="5392"/>
                  <a:pt x="51964" y="5320"/>
                </a:cubicBezTo>
                <a:cubicBezTo>
                  <a:pt x="52111" y="5300"/>
                  <a:pt x="52058" y="5084"/>
                  <a:pt x="51918" y="5084"/>
                </a:cubicBezTo>
                <a:cubicBezTo>
                  <a:pt x="51912" y="5084"/>
                  <a:pt x="51906" y="5085"/>
                  <a:pt x="51899" y="5086"/>
                </a:cubicBezTo>
                <a:cubicBezTo>
                  <a:pt x="51409" y="5154"/>
                  <a:pt x="50894" y="5226"/>
                  <a:pt x="50386" y="5226"/>
                </a:cubicBezTo>
                <a:cubicBezTo>
                  <a:pt x="49883" y="5226"/>
                  <a:pt x="49386" y="5155"/>
                  <a:pt x="48925" y="4941"/>
                </a:cubicBezTo>
                <a:cubicBezTo>
                  <a:pt x="48534" y="4759"/>
                  <a:pt x="48175" y="4484"/>
                  <a:pt x="47949" y="4113"/>
                </a:cubicBezTo>
                <a:cubicBezTo>
                  <a:pt x="47761" y="3804"/>
                  <a:pt x="47718" y="3443"/>
                  <a:pt x="47571" y="3119"/>
                </a:cubicBezTo>
                <a:cubicBezTo>
                  <a:pt x="47485" y="2930"/>
                  <a:pt x="47289" y="2636"/>
                  <a:pt x="47047" y="2636"/>
                </a:cubicBezTo>
                <a:cubicBezTo>
                  <a:pt x="47034" y="2636"/>
                  <a:pt x="47020" y="2637"/>
                  <a:pt x="47006" y="2639"/>
                </a:cubicBezTo>
                <a:cubicBezTo>
                  <a:pt x="46751" y="2675"/>
                  <a:pt x="46495" y="2970"/>
                  <a:pt x="46349" y="3159"/>
                </a:cubicBezTo>
                <a:cubicBezTo>
                  <a:pt x="45947" y="3679"/>
                  <a:pt x="45719" y="4446"/>
                  <a:pt x="45040" y="4673"/>
                </a:cubicBezTo>
                <a:cubicBezTo>
                  <a:pt x="44452" y="4869"/>
                  <a:pt x="43522" y="4702"/>
                  <a:pt x="43101" y="5225"/>
                </a:cubicBezTo>
                <a:lnTo>
                  <a:pt x="43101" y="5225"/>
                </a:lnTo>
                <a:cubicBezTo>
                  <a:pt x="42895" y="3953"/>
                  <a:pt x="42772" y="2670"/>
                  <a:pt x="42733" y="1382"/>
                </a:cubicBezTo>
                <a:lnTo>
                  <a:pt x="42733" y="1382"/>
                </a:lnTo>
                <a:cubicBezTo>
                  <a:pt x="42739" y="973"/>
                  <a:pt x="42735" y="564"/>
                  <a:pt x="42721" y="155"/>
                </a:cubicBezTo>
                <a:lnTo>
                  <a:pt x="42721" y="155"/>
                </a:lnTo>
                <a:cubicBezTo>
                  <a:pt x="42721" y="146"/>
                  <a:pt x="42722" y="137"/>
                  <a:pt x="42722" y="128"/>
                </a:cubicBezTo>
                <a:lnTo>
                  <a:pt x="42720" y="128"/>
                </a:lnTo>
                <a:cubicBezTo>
                  <a:pt x="42720" y="127"/>
                  <a:pt x="42720" y="127"/>
                  <a:pt x="42720" y="127"/>
                </a:cubicBezTo>
                <a:cubicBezTo>
                  <a:pt x="42718" y="48"/>
                  <a:pt x="42658" y="9"/>
                  <a:pt x="42598" y="9"/>
                </a:cubicBezTo>
                <a:cubicBezTo>
                  <a:pt x="42538" y="9"/>
                  <a:pt x="42479" y="48"/>
                  <a:pt x="42479" y="127"/>
                </a:cubicBezTo>
                <a:cubicBezTo>
                  <a:pt x="42474" y="547"/>
                  <a:pt x="42478" y="968"/>
                  <a:pt x="42491" y="1388"/>
                </a:cubicBezTo>
                <a:lnTo>
                  <a:pt x="42491" y="1388"/>
                </a:lnTo>
                <a:cubicBezTo>
                  <a:pt x="42483" y="1969"/>
                  <a:pt x="42456" y="2550"/>
                  <a:pt x="42410" y="3129"/>
                </a:cubicBezTo>
                <a:cubicBezTo>
                  <a:pt x="42370" y="3623"/>
                  <a:pt x="42340" y="4134"/>
                  <a:pt x="42242" y="4620"/>
                </a:cubicBezTo>
                <a:cubicBezTo>
                  <a:pt x="42144" y="5115"/>
                  <a:pt x="41735" y="5153"/>
                  <a:pt x="41323" y="5153"/>
                </a:cubicBezTo>
                <a:cubicBezTo>
                  <a:pt x="41263" y="5153"/>
                  <a:pt x="41203" y="5152"/>
                  <a:pt x="41144" y="5152"/>
                </a:cubicBezTo>
                <a:lnTo>
                  <a:pt x="35073" y="5119"/>
                </a:lnTo>
                <a:cubicBezTo>
                  <a:pt x="34771" y="5118"/>
                  <a:pt x="34469" y="5117"/>
                  <a:pt x="34166" y="5117"/>
                </a:cubicBezTo>
                <a:cubicBezTo>
                  <a:pt x="33486" y="5117"/>
                  <a:pt x="32806" y="5120"/>
                  <a:pt x="32125" y="5120"/>
                </a:cubicBezTo>
                <a:cubicBezTo>
                  <a:pt x="31142" y="5120"/>
                  <a:pt x="30159" y="5114"/>
                  <a:pt x="29178" y="5086"/>
                </a:cubicBezTo>
                <a:cubicBezTo>
                  <a:pt x="28519" y="5065"/>
                  <a:pt x="27783" y="4994"/>
                  <a:pt x="27217" y="4622"/>
                </a:cubicBezTo>
                <a:cubicBezTo>
                  <a:pt x="26919" y="4426"/>
                  <a:pt x="26740" y="4160"/>
                  <a:pt x="26622" y="3828"/>
                </a:cubicBezTo>
                <a:cubicBezTo>
                  <a:pt x="26533" y="3574"/>
                  <a:pt x="26445" y="3278"/>
                  <a:pt x="26246" y="3087"/>
                </a:cubicBezTo>
                <a:cubicBezTo>
                  <a:pt x="26151" y="2995"/>
                  <a:pt x="26043" y="2953"/>
                  <a:pt x="25934" y="2953"/>
                </a:cubicBezTo>
                <a:cubicBezTo>
                  <a:pt x="25798" y="2953"/>
                  <a:pt x="25663" y="3017"/>
                  <a:pt x="25552" y="3125"/>
                </a:cubicBezTo>
                <a:cubicBezTo>
                  <a:pt x="25223" y="3451"/>
                  <a:pt x="24945" y="3797"/>
                  <a:pt x="24571" y="4078"/>
                </a:cubicBezTo>
                <a:cubicBezTo>
                  <a:pt x="23868" y="4607"/>
                  <a:pt x="23044" y="4950"/>
                  <a:pt x="22179" y="5091"/>
                </a:cubicBezTo>
                <a:lnTo>
                  <a:pt x="22179" y="5091"/>
                </a:lnTo>
                <a:lnTo>
                  <a:pt x="21497" y="127"/>
                </a:lnTo>
                <a:cubicBezTo>
                  <a:pt x="21488" y="65"/>
                  <a:pt x="21446" y="39"/>
                  <a:pt x="21399" y="39"/>
                </a:cubicBezTo>
                <a:cubicBezTo>
                  <a:pt x="21336" y="39"/>
                  <a:pt x="21265" y="87"/>
                  <a:pt x="21258" y="159"/>
                </a:cubicBezTo>
                <a:cubicBezTo>
                  <a:pt x="21127" y="1614"/>
                  <a:pt x="21026" y="3075"/>
                  <a:pt x="20866" y="4526"/>
                </a:cubicBezTo>
                <a:cubicBezTo>
                  <a:pt x="20849" y="4672"/>
                  <a:pt x="20838" y="4844"/>
                  <a:pt x="20746" y="4966"/>
                </a:cubicBezTo>
                <a:cubicBezTo>
                  <a:pt x="20643" y="5102"/>
                  <a:pt x="20478" y="5116"/>
                  <a:pt x="20315" y="5116"/>
                </a:cubicBezTo>
                <a:cubicBezTo>
                  <a:pt x="20271" y="5116"/>
                  <a:pt x="20228" y="5115"/>
                  <a:pt x="20185" y="5115"/>
                </a:cubicBezTo>
                <a:cubicBezTo>
                  <a:pt x="20173" y="5115"/>
                  <a:pt x="20161" y="5115"/>
                  <a:pt x="20150" y="5116"/>
                </a:cubicBezTo>
                <a:lnTo>
                  <a:pt x="19018" y="5136"/>
                </a:lnTo>
                <a:lnTo>
                  <a:pt x="16856" y="5176"/>
                </a:lnTo>
                <a:lnTo>
                  <a:pt x="12431" y="5259"/>
                </a:lnTo>
                <a:cubicBezTo>
                  <a:pt x="12062" y="5266"/>
                  <a:pt x="11674" y="5285"/>
                  <a:pt x="11285" y="5285"/>
                </a:cubicBezTo>
                <a:cubicBezTo>
                  <a:pt x="10553" y="5285"/>
                  <a:pt x="9814" y="5219"/>
                  <a:pt x="9173" y="4889"/>
                </a:cubicBezTo>
                <a:cubicBezTo>
                  <a:pt x="8635" y="4611"/>
                  <a:pt x="8395" y="4182"/>
                  <a:pt x="8178" y="3639"/>
                </a:cubicBezTo>
                <a:cubicBezTo>
                  <a:pt x="8011" y="3221"/>
                  <a:pt x="7804" y="2767"/>
                  <a:pt x="7300" y="2728"/>
                </a:cubicBezTo>
                <a:cubicBezTo>
                  <a:pt x="7297" y="2728"/>
                  <a:pt x="7294" y="2728"/>
                  <a:pt x="7291" y="2728"/>
                </a:cubicBezTo>
                <a:cubicBezTo>
                  <a:pt x="7240" y="2728"/>
                  <a:pt x="7200" y="2772"/>
                  <a:pt x="7183" y="2816"/>
                </a:cubicBezTo>
                <a:cubicBezTo>
                  <a:pt x="6850" y="3684"/>
                  <a:pt x="6109" y="4365"/>
                  <a:pt x="5212" y="4616"/>
                </a:cubicBezTo>
                <a:cubicBezTo>
                  <a:pt x="4778" y="4737"/>
                  <a:pt x="4185" y="4833"/>
                  <a:pt x="3880" y="5183"/>
                </a:cubicBezTo>
                <a:lnTo>
                  <a:pt x="3880" y="5183"/>
                </a:lnTo>
                <a:cubicBezTo>
                  <a:pt x="3695" y="3497"/>
                  <a:pt x="3535" y="1808"/>
                  <a:pt x="3398" y="117"/>
                </a:cubicBezTo>
                <a:cubicBezTo>
                  <a:pt x="3392" y="40"/>
                  <a:pt x="3329" y="1"/>
                  <a:pt x="326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9" name="Google Shape;759;p31"/>
          <p:cNvSpPr/>
          <p:nvPr/>
        </p:nvSpPr>
        <p:spPr>
          <a:xfrm rot="-1799986">
            <a:off x="6069412" y="3428516"/>
            <a:ext cx="6269639" cy="691908"/>
          </a:xfrm>
          <a:custGeom>
            <a:avLst/>
            <a:gdLst/>
            <a:ahLst/>
            <a:cxnLst/>
            <a:rect l="l" t="t" r="r" b="b"/>
            <a:pathLst>
              <a:path w="52112" h="5751" extrusionOk="0">
                <a:moveTo>
                  <a:pt x="3269" y="1"/>
                </a:moveTo>
                <a:cubicBezTo>
                  <a:pt x="3210" y="1"/>
                  <a:pt x="3153" y="39"/>
                  <a:pt x="3155" y="117"/>
                </a:cubicBezTo>
                <a:cubicBezTo>
                  <a:pt x="3155" y="117"/>
                  <a:pt x="3155" y="117"/>
                  <a:pt x="3155" y="117"/>
                </a:cubicBezTo>
                <a:lnTo>
                  <a:pt x="3155" y="117"/>
                </a:lnTo>
                <a:cubicBezTo>
                  <a:pt x="3197" y="1798"/>
                  <a:pt x="2863" y="3465"/>
                  <a:pt x="2180" y="5000"/>
                </a:cubicBezTo>
                <a:lnTo>
                  <a:pt x="2180" y="5000"/>
                </a:lnTo>
                <a:cubicBezTo>
                  <a:pt x="1725" y="4827"/>
                  <a:pt x="1251" y="4743"/>
                  <a:pt x="770" y="4743"/>
                </a:cubicBezTo>
                <a:cubicBezTo>
                  <a:pt x="563" y="4743"/>
                  <a:pt x="355" y="4758"/>
                  <a:pt x="147" y="4790"/>
                </a:cubicBezTo>
                <a:cubicBezTo>
                  <a:pt x="1" y="4812"/>
                  <a:pt x="53" y="5025"/>
                  <a:pt x="191" y="5025"/>
                </a:cubicBezTo>
                <a:cubicBezTo>
                  <a:pt x="198" y="5025"/>
                  <a:pt x="205" y="5025"/>
                  <a:pt x="212" y="5024"/>
                </a:cubicBezTo>
                <a:cubicBezTo>
                  <a:pt x="396" y="4996"/>
                  <a:pt x="581" y="4982"/>
                  <a:pt x="765" y="4982"/>
                </a:cubicBezTo>
                <a:cubicBezTo>
                  <a:pt x="1259" y="4982"/>
                  <a:pt x="1747" y="5081"/>
                  <a:pt x="2212" y="5271"/>
                </a:cubicBezTo>
                <a:cubicBezTo>
                  <a:pt x="2222" y="5275"/>
                  <a:pt x="2232" y="5277"/>
                  <a:pt x="2243" y="5277"/>
                </a:cubicBezTo>
                <a:cubicBezTo>
                  <a:pt x="2285" y="5277"/>
                  <a:pt x="2333" y="5251"/>
                  <a:pt x="2348" y="5215"/>
                </a:cubicBezTo>
                <a:cubicBezTo>
                  <a:pt x="2835" y="4153"/>
                  <a:pt x="3157" y="3027"/>
                  <a:pt x="3306" y="1875"/>
                </a:cubicBezTo>
                <a:lnTo>
                  <a:pt x="3306" y="1875"/>
                </a:lnTo>
                <a:cubicBezTo>
                  <a:pt x="3419" y="3129"/>
                  <a:pt x="3546" y="4382"/>
                  <a:pt x="3686" y="5634"/>
                </a:cubicBezTo>
                <a:cubicBezTo>
                  <a:pt x="3695" y="5712"/>
                  <a:pt x="3752" y="5751"/>
                  <a:pt x="3808" y="5751"/>
                </a:cubicBezTo>
                <a:cubicBezTo>
                  <a:pt x="3865" y="5751"/>
                  <a:pt x="3921" y="5712"/>
                  <a:pt x="3928" y="5634"/>
                </a:cubicBezTo>
                <a:lnTo>
                  <a:pt x="3930" y="5634"/>
                </a:lnTo>
                <a:cubicBezTo>
                  <a:pt x="3929" y="5632"/>
                  <a:pt x="3929" y="5630"/>
                  <a:pt x="3929" y="5628"/>
                </a:cubicBezTo>
                <a:lnTo>
                  <a:pt x="3929" y="5628"/>
                </a:lnTo>
                <a:cubicBezTo>
                  <a:pt x="3977" y="5225"/>
                  <a:pt x="4433" y="5080"/>
                  <a:pt x="4766" y="4984"/>
                </a:cubicBezTo>
                <a:cubicBezTo>
                  <a:pt x="5141" y="4875"/>
                  <a:pt x="5514" y="4799"/>
                  <a:pt x="5864" y="4620"/>
                </a:cubicBezTo>
                <a:cubicBezTo>
                  <a:pt x="6547" y="4272"/>
                  <a:pt x="7079" y="3685"/>
                  <a:pt x="7375" y="2982"/>
                </a:cubicBezTo>
                <a:lnTo>
                  <a:pt x="7375" y="2982"/>
                </a:lnTo>
                <a:cubicBezTo>
                  <a:pt x="7832" y="3089"/>
                  <a:pt x="7959" y="3793"/>
                  <a:pt x="8128" y="4157"/>
                </a:cubicBezTo>
                <a:cubicBezTo>
                  <a:pt x="8329" y="4591"/>
                  <a:pt x="8679" y="4920"/>
                  <a:pt x="9107" y="5127"/>
                </a:cubicBezTo>
                <a:cubicBezTo>
                  <a:pt x="9798" y="5460"/>
                  <a:pt x="10572" y="5521"/>
                  <a:pt x="11338" y="5521"/>
                </a:cubicBezTo>
                <a:cubicBezTo>
                  <a:pt x="11671" y="5521"/>
                  <a:pt x="12003" y="5509"/>
                  <a:pt x="12326" y="5503"/>
                </a:cubicBezTo>
                <a:lnTo>
                  <a:pt x="16958" y="5417"/>
                </a:lnTo>
                <a:lnTo>
                  <a:pt x="19326" y="5373"/>
                </a:lnTo>
                <a:cubicBezTo>
                  <a:pt x="19697" y="5365"/>
                  <a:pt x="20073" y="5375"/>
                  <a:pt x="20444" y="5350"/>
                </a:cubicBezTo>
                <a:cubicBezTo>
                  <a:pt x="20703" y="5333"/>
                  <a:pt x="20901" y="5232"/>
                  <a:pt x="21008" y="4988"/>
                </a:cubicBezTo>
                <a:cubicBezTo>
                  <a:pt x="21126" y="4724"/>
                  <a:pt x="21118" y="4402"/>
                  <a:pt x="21143" y="4120"/>
                </a:cubicBezTo>
                <a:lnTo>
                  <a:pt x="21262" y="2799"/>
                </a:lnTo>
                <a:lnTo>
                  <a:pt x="21404" y="1224"/>
                </a:lnTo>
                <a:lnTo>
                  <a:pt x="21957" y="5260"/>
                </a:lnTo>
                <a:cubicBezTo>
                  <a:pt x="21967" y="5321"/>
                  <a:pt x="22030" y="5346"/>
                  <a:pt x="22085" y="5346"/>
                </a:cubicBezTo>
                <a:cubicBezTo>
                  <a:pt x="22092" y="5346"/>
                  <a:pt x="22100" y="5345"/>
                  <a:pt x="22107" y="5344"/>
                </a:cubicBezTo>
                <a:cubicBezTo>
                  <a:pt x="23314" y="5179"/>
                  <a:pt x="24434" y="4624"/>
                  <a:pt x="25298" y="3767"/>
                </a:cubicBezTo>
                <a:cubicBezTo>
                  <a:pt x="25431" y="3635"/>
                  <a:pt x="25546" y="3487"/>
                  <a:pt x="25673" y="3352"/>
                </a:cubicBezTo>
                <a:cubicBezTo>
                  <a:pt x="25764" y="3255"/>
                  <a:pt x="25849" y="3205"/>
                  <a:pt x="25929" y="3205"/>
                </a:cubicBezTo>
                <a:cubicBezTo>
                  <a:pt x="26016" y="3205"/>
                  <a:pt x="26097" y="3264"/>
                  <a:pt x="26174" y="3388"/>
                </a:cubicBezTo>
                <a:cubicBezTo>
                  <a:pt x="26344" y="3659"/>
                  <a:pt x="26388" y="3989"/>
                  <a:pt x="26546" y="4267"/>
                </a:cubicBezTo>
                <a:cubicBezTo>
                  <a:pt x="26694" y="4525"/>
                  <a:pt x="26918" y="4730"/>
                  <a:pt x="27173" y="4879"/>
                </a:cubicBezTo>
                <a:cubicBezTo>
                  <a:pt x="27739" y="5213"/>
                  <a:pt x="28432" y="5297"/>
                  <a:pt x="29076" y="5324"/>
                </a:cubicBezTo>
                <a:cubicBezTo>
                  <a:pt x="29535" y="5343"/>
                  <a:pt x="29995" y="5347"/>
                  <a:pt x="30454" y="5347"/>
                </a:cubicBezTo>
                <a:cubicBezTo>
                  <a:pt x="30863" y="5347"/>
                  <a:pt x="31272" y="5344"/>
                  <a:pt x="31681" y="5344"/>
                </a:cubicBezTo>
                <a:cubicBezTo>
                  <a:pt x="31782" y="5344"/>
                  <a:pt x="31883" y="5344"/>
                  <a:pt x="31983" y="5344"/>
                </a:cubicBezTo>
                <a:lnTo>
                  <a:pt x="35123" y="5361"/>
                </a:lnTo>
                <a:cubicBezTo>
                  <a:pt x="36909" y="5370"/>
                  <a:pt x="38696" y="5396"/>
                  <a:pt x="40482" y="5396"/>
                </a:cubicBezTo>
                <a:cubicBezTo>
                  <a:pt x="40783" y="5396"/>
                  <a:pt x="41085" y="5395"/>
                  <a:pt x="41386" y="5394"/>
                </a:cubicBezTo>
                <a:cubicBezTo>
                  <a:pt x="41731" y="5391"/>
                  <a:pt x="42128" y="5353"/>
                  <a:pt x="42339" y="5041"/>
                </a:cubicBezTo>
                <a:cubicBezTo>
                  <a:pt x="42449" y="4879"/>
                  <a:pt x="42479" y="4684"/>
                  <a:pt x="42504" y="4494"/>
                </a:cubicBezTo>
                <a:cubicBezTo>
                  <a:pt x="42543" y="4208"/>
                  <a:pt x="42577" y="3921"/>
                  <a:pt x="42605" y="3634"/>
                </a:cubicBezTo>
                <a:cubicBezTo>
                  <a:pt x="42612" y="3568"/>
                  <a:pt x="42618" y="3502"/>
                  <a:pt x="42624" y="3436"/>
                </a:cubicBezTo>
                <a:lnTo>
                  <a:pt x="42624" y="3436"/>
                </a:lnTo>
                <a:cubicBezTo>
                  <a:pt x="42698" y="4175"/>
                  <a:pt x="42799" y="4912"/>
                  <a:pt x="42927" y="5644"/>
                </a:cubicBezTo>
                <a:cubicBezTo>
                  <a:pt x="42938" y="5704"/>
                  <a:pt x="42987" y="5731"/>
                  <a:pt x="43038" y="5731"/>
                </a:cubicBezTo>
                <a:cubicBezTo>
                  <a:pt x="43091" y="5731"/>
                  <a:pt x="43147" y="5701"/>
                  <a:pt x="43161" y="5644"/>
                </a:cubicBezTo>
                <a:cubicBezTo>
                  <a:pt x="43381" y="4804"/>
                  <a:pt x="44645" y="5119"/>
                  <a:pt x="45251" y="4852"/>
                </a:cubicBezTo>
                <a:cubicBezTo>
                  <a:pt x="45816" y="4602"/>
                  <a:pt x="46074" y="4009"/>
                  <a:pt x="46390" y="3520"/>
                </a:cubicBezTo>
                <a:cubicBezTo>
                  <a:pt x="46497" y="3355"/>
                  <a:pt x="46788" y="2903"/>
                  <a:pt x="47041" y="2903"/>
                </a:cubicBezTo>
                <a:cubicBezTo>
                  <a:pt x="47066" y="2903"/>
                  <a:pt x="47091" y="2907"/>
                  <a:pt x="47116" y="2917"/>
                </a:cubicBezTo>
                <a:cubicBezTo>
                  <a:pt x="47407" y="3036"/>
                  <a:pt x="47468" y="3581"/>
                  <a:pt x="47557" y="3838"/>
                </a:cubicBezTo>
                <a:cubicBezTo>
                  <a:pt x="47783" y="4499"/>
                  <a:pt x="48335" y="4969"/>
                  <a:pt x="48973" y="5223"/>
                </a:cubicBezTo>
                <a:cubicBezTo>
                  <a:pt x="49426" y="5405"/>
                  <a:pt x="49902" y="5466"/>
                  <a:pt x="50383" y="5466"/>
                </a:cubicBezTo>
                <a:cubicBezTo>
                  <a:pt x="50912" y="5466"/>
                  <a:pt x="51447" y="5392"/>
                  <a:pt x="51964" y="5320"/>
                </a:cubicBezTo>
                <a:cubicBezTo>
                  <a:pt x="52111" y="5300"/>
                  <a:pt x="52058" y="5084"/>
                  <a:pt x="51918" y="5084"/>
                </a:cubicBezTo>
                <a:cubicBezTo>
                  <a:pt x="51912" y="5084"/>
                  <a:pt x="51906" y="5085"/>
                  <a:pt x="51899" y="5086"/>
                </a:cubicBezTo>
                <a:cubicBezTo>
                  <a:pt x="51409" y="5154"/>
                  <a:pt x="50894" y="5226"/>
                  <a:pt x="50386" y="5226"/>
                </a:cubicBezTo>
                <a:cubicBezTo>
                  <a:pt x="49883" y="5226"/>
                  <a:pt x="49386" y="5155"/>
                  <a:pt x="48925" y="4941"/>
                </a:cubicBezTo>
                <a:cubicBezTo>
                  <a:pt x="48534" y="4759"/>
                  <a:pt x="48175" y="4484"/>
                  <a:pt x="47949" y="4113"/>
                </a:cubicBezTo>
                <a:cubicBezTo>
                  <a:pt x="47761" y="3804"/>
                  <a:pt x="47718" y="3443"/>
                  <a:pt x="47571" y="3119"/>
                </a:cubicBezTo>
                <a:cubicBezTo>
                  <a:pt x="47485" y="2930"/>
                  <a:pt x="47289" y="2636"/>
                  <a:pt x="47047" y="2636"/>
                </a:cubicBezTo>
                <a:cubicBezTo>
                  <a:pt x="47034" y="2636"/>
                  <a:pt x="47020" y="2637"/>
                  <a:pt x="47006" y="2639"/>
                </a:cubicBezTo>
                <a:cubicBezTo>
                  <a:pt x="46751" y="2675"/>
                  <a:pt x="46495" y="2970"/>
                  <a:pt x="46349" y="3159"/>
                </a:cubicBezTo>
                <a:cubicBezTo>
                  <a:pt x="45947" y="3679"/>
                  <a:pt x="45719" y="4446"/>
                  <a:pt x="45040" y="4673"/>
                </a:cubicBezTo>
                <a:cubicBezTo>
                  <a:pt x="44452" y="4869"/>
                  <a:pt x="43522" y="4702"/>
                  <a:pt x="43101" y="5225"/>
                </a:cubicBezTo>
                <a:lnTo>
                  <a:pt x="43101" y="5225"/>
                </a:lnTo>
                <a:cubicBezTo>
                  <a:pt x="42895" y="3953"/>
                  <a:pt x="42772" y="2670"/>
                  <a:pt x="42733" y="1382"/>
                </a:cubicBezTo>
                <a:lnTo>
                  <a:pt x="42733" y="1382"/>
                </a:lnTo>
                <a:cubicBezTo>
                  <a:pt x="42739" y="973"/>
                  <a:pt x="42735" y="564"/>
                  <a:pt x="42721" y="155"/>
                </a:cubicBezTo>
                <a:lnTo>
                  <a:pt x="42721" y="155"/>
                </a:lnTo>
                <a:cubicBezTo>
                  <a:pt x="42721" y="146"/>
                  <a:pt x="42722" y="137"/>
                  <a:pt x="42722" y="128"/>
                </a:cubicBezTo>
                <a:lnTo>
                  <a:pt x="42720" y="128"/>
                </a:lnTo>
                <a:cubicBezTo>
                  <a:pt x="42720" y="127"/>
                  <a:pt x="42720" y="127"/>
                  <a:pt x="42720" y="127"/>
                </a:cubicBezTo>
                <a:cubicBezTo>
                  <a:pt x="42718" y="48"/>
                  <a:pt x="42658" y="9"/>
                  <a:pt x="42598" y="9"/>
                </a:cubicBezTo>
                <a:cubicBezTo>
                  <a:pt x="42538" y="9"/>
                  <a:pt x="42479" y="48"/>
                  <a:pt x="42479" y="127"/>
                </a:cubicBezTo>
                <a:cubicBezTo>
                  <a:pt x="42474" y="547"/>
                  <a:pt x="42478" y="968"/>
                  <a:pt x="42491" y="1388"/>
                </a:cubicBezTo>
                <a:lnTo>
                  <a:pt x="42491" y="1388"/>
                </a:lnTo>
                <a:cubicBezTo>
                  <a:pt x="42483" y="1969"/>
                  <a:pt x="42456" y="2550"/>
                  <a:pt x="42410" y="3129"/>
                </a:cubicBezTo>
                <a:cubicBezTo>
                  <a:pt x="42370" y="3623"/>
                  <a:pt x="42340" y="4134"/>
                  <a:pt x="42242" y="4620"/>
                </a:cubicBezTo>
                <a:cubicBezTo>
                  <a:pt x="42144" y="5115"/>
                  <a:pt x="41735" y="5153"/>
                  <a:pt x="41323" y="5153"/>
                </a:cubicBezTo>
                <a:cubicBezTo>
                  <a:pt x="41263" y="5153"/>
                  <a:pt x="41203" y="5152"/>
                  <a:pt x="41144" y="5152"/>
                </a:cubicBezTo>
                <a:lnTo>
                  <a:pt x="35073" y="5119"/>
                </a:lnTo>
                <a:cubicBezTo>
                  <a:pt x="34771" y="5118"/>
                  <a:pt x="34469" y="5117"/>
                  <a:pt x="34166" y="5117"/>
                </a:cubicBezTo>
                <a:cubicBezTo>
                  <a:pt x="33486" y="5117"/>
                  <a:pt x="32806" y="5120"/>
                  <a:pt x="32125" y="5120"/>
                </a:cubicBezTo>
                <a:cubicBezTo>
                  <a:pt x="31142" y="5120"/>
                  <a:pt x="30159" y="5114"/>
                  <a:pt x="29178" y="5086"/>
                </a:cubicBezTo>
                <a:cubicBezTo>
                  <a:pt x="28519" y="5065"/>
                  <a:pt x="27783" y="4994"/>
                  <a:pt x="27217" y="4622"/>
                </a:cubicBezTo>
                <a:cubicBezTo>
                  <a:pt x="26919" y="4426"/>
                  <a:pt x="26740" y="4160"/>
                  <a:pt x="26622" y="3828"/>
                </a:cubicBezTo>
                <a:cubicBezTo>
                  <a:pt x="26533" y="3574"/>
                  <a:pt x="26445" y="3278"/>
                  <a:pt x="26246" y="3087"/>
                </a:cubicBezTo>
                <a:cubicBezTo>
                  <a:pt x="26151" y="2995"/>
                  <a:pt x="26043" y="2953"/>
                  <a:pt x="25934" y="2953"/>
                </a:cubicBezTo>
                <a:cubicBezTo>
                  <a:pt x="25798" y="2953"/>
                  <a:pt x="25663" y="3017"/>
                  <a:pt x="25552" y="3125"/>
                </a:cubicBezTo>
                <a:cubicBezTo>
                  <a:pt x="25223" y="3451"/>
                  <a:pt x="24945" y="3797"/>
                  <a:pt x="24571" y="4078"/>
                </a:cubicBezTo>
                <a:cubicBezTo>
                  <a:pt x="23868" y="4607"/>
                  <a:pt x="23044" y="4950"/>
                  <a:pt x="22179" y="5091"/>
                </a:cubicBezTo>
                <a:lnTo>
                  <a:pt x="22179" y="5091"/>
                </a:lnTo>
                <a:lnTo>
                  <a:pt x="21497" y="127"/>
                </a:lnTo>
                <a:cubicBezTo>
                  <a:pt x="21488" y="65"/>
                  <a:pt x="21446" y="39"/>
                  <a:pt x="21399" y="39"/>
                </a:cubicBezTo>
                <a:cubicBezTo>
                  <a:pt x="21336" y="39"/>
                  <a:pt x="21265" y="87"/>
                  <a:pt x="21258" y="159"/>
                </a:cubicBezTo>
                <a:cubicBezTo>
                  <a:pt x="21127" y="1614"/>
                  <a:pt x="21026" y="3075"/>
                  <a:pt x="20866" y="4526"/>
                </a:cubicBezTo>
                <a:cubicBezTo>
                  <a:pt x="20849" y="4672"/>
                  <a:pt x="20838" y="4844"/>
                  <a:pt x="20746" y="4966"/>
                </a:cubicBezTo>
                <a:cubicBezTo>
                  <a:pt x="20643" y="5102"/>
                  <a:pt x="20478" y="5116"/>
                  <a:pt x="20315" y="5116"/>
                </a:cubicBezTo>
                <a:cubicBezTo>
                  <a:pt x="20271" y="5116"/>
                  <a:pt x="20228" y="5115"/>
                  <a:pt x="20185" y="5115"/>
                </a:cubicBezTo>
                <a:cubicBezTo>
                  <a:pt x="20173" y="5115"/>
                  <a:pt x="20161" y="5115"/>
                  <a:pt x="20150" y="5116"/>
                </a:cubicBezTo>
                <a:lnTo>
                  <a:pt x="19018" y="5136"/>
                </a:lnTo>
                <a:lnTo>
                  <a:pt x="16856" y="5176"/>
                </a:lnTo>
                <a:lnTo>
                  <a:pt x="12431" y="5259"/>
                </a:lnTo>
                <a:cubicBezTo>
                  <a:pt x="12062" y="5266"/>
                  <a:pt x="11674" y="5285"/>
                  <a:pt x="11285" y="5285"/>
                </a:cubicBezTo>
                <a:cubicBezTo>
                  <a:pt x="10553" y="5285"/>
                  <a:pt x="9814" y="5219"/>
                  <a:pt x="9173" y="4889"/>
                </a:cubicBezTo>
                <a:cubicBezTo>
                  <a:pt x="8635" y="4611"/>
                  <a:pt x="8395" y="4182"/>
                  <a:pt x="8178" y="3639"/>
                </a:cubicBezTo>
                <a:cubicBezTo>
                  <a:pt x="8011" y="3221"/>
                  <a:pt x="7804" y="2767"/>
                  <a:pt x="7300" y="2728"/>
                </a:cubicBezTo>
                <a:cubicBezTo>
                  <a:pt x="7297" y="2728"/>
                  <a:pt x="7294" y="2728"/>
                  <a:pt x="7291" y="2728"/>
                </a:cubicBezTo>
                <a:cubicBezTo>
                  <a:pt x="7240" y="2728"/>
                  <a:pt x="7200" y="2772"/>
                  <a:pt x="7183" y="2816"/>
                </a:cubicBezTo>
                <a:cubicBezTo>
                  <a:pt x="6850" y="3684"/>
                  <a:pt x="6109" y="4365"/>
                  <a:pt x="5212" y="4616"/>
                </a:cubicBezTo>
                <a:cubicBezTo>
                  <a:pt x="4778" y="4737"/>
                  <a:pt x="4185" y="4833"/>
                  <a:pt x="3880" y="5183"/>
                </a:cubicBezTo>
                <a:lnTo>
                  <a:pt x="3880" y="5183"/>
                </a:lnTo>
                <a:cubicBezTo>
                  <a:pt x="3695" y="3497"/>
                  <a:pt x="3535" y="1808"/>
                  <a:pt x="3398" y="117"/>
                </a:cubicBezTo>
                <a:cubicBezTo>
                  <a:pt x="3392" y="40"/>
                  <a:pt x="3329" y="1"/>
                  <a:pt x="326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0" name="Google Shape;760;p31"/>
          <p:cNvSpPr/>
          <p:nvPr/>
        </p:nvSpPr>
        <p:spPr>
          <a:xfrm rot="1799986" flipH="1">
            <a:off x="-2204888" y="3993366"/>
            <a:ext cx="6269639" cy="691908"/>
          </a:xfrm>
          <a:custGeom>
            <a:avLst/>
            <a:gdLst/>
            <a:ahLst/>
            <a:cxnLst/>
            <a:rect l="l" t="t" r="r" b="b"/>
            <a:pathLst>
              <a:path w="52112" h="5751" extrusionOk="0">
                <a:moveTo>
                  <a:pt x="3269" y="1"/>
                </a:moveTo>
                <a:cubicBezTo>
                  <a:pt x="3210" y="1"/>
                  <a:pt x="3153" y="39"/>
                  <a:pt x="3155" y="117"/>
                </a:cubicBezTo>
                <a:cubicBezTo>
                  <a:pt x="3155" y="117"/>
                  <a:pt x="3155" y="117"/>
                  <a:pt x="3155" y="117"/>
                </a:cubicBezTo>
                <a:lnTo>
                  <a:pt x="3155" y="117"/>
                </a:lnTo>
                <a:cubicBezTo>
                  <a:pt x="3197" y="1798"/>
                  <a:pt x="2863" y="3465"/>
                  <a:pt x="2180" y="5000"/>
                </a:cubicBezTo>
                <a:lnTo>
                  <a:pt x="2180" y="5000"/>
                </a:lnTo>
                <a:cubicBezTo>
                  <a:pt x="1725" y="4827"/>
                  <a:pt x="1251" y="4743"/>
                  <a:pt x="770" y="4743"/>
                </a:cubicBezTo>
                <a:cubicBezTo>
                  <a:pt x="563" y="4743"/>
                  <a:pt x="355" y="4758"/>
                  <a:pt x="147" y="4790"/>
                </a:cubicBezTo>
                <a:cubicBezTo>
                  <a:pt x="1" y="4812"/>
                  <a:pt x="53" y="5025"/>
                  <a:pt x="191" y="5025"/>
                </a:cubicBezTo>
                <a:cubicBezTo>
                  <a:pt x="198" y="5025"/>
                  <a:pt x="205" y="5025"/>
                  <a:pt x="212" y="5024"/>
                </a:cubicBezTo>
                <a:cubicBezTo>
                  <a:pt x="396" y="4996"/>
                  <a:pt x="581" y="4982"/>
                  <a:pt x="765" y="4982"/>
                </a:cubicBezTo>
                <a:cubicBezTo>
                  <a:pt x="1259" y="4982"/>
                  <a:pt x="1747" y="5081"/>
                  <a:pt x="2212" y="5271"/>
                </a:cubicBezTo>
                <a:cubicBezTo>
                  <a:pt x="2222" y="5275"/>
                  <a:pt x="2232" y="5277"/>
                  <a:pt x="2243" y="5277"/>
                </a:cubicBezTo>
                <a:cubicBezTo>
                  <a:pt x="2285" y="5277"/>
                  <a:pt x="2333" y="5251"/>
                  <a:pt x="2348" y="5215"/>
                </a:cubicBezTo>
                <a:cubicBezTo>
                  <a:pt x="2835" y="4153"/>
                  <a:pt x="3157" y="3027"/>
                  <a:pt x="3306" y="1875"/>
                </a:cubicBezTo>
                <a:lnTo>
                  <a:pt x="3306" y="1875"/>
                </a:lnTo>
                <a:cubicBezTo>
                  <a:pt x="3419" y="3129"/>
                  <a:pt x="3546" y="4382"/>
                  <a:pt x="3686" y="5634"/>
                </a:cubicBezTo>
                <a:cubicBezTo>
                  <a:pt x="3695" y="5712"/>
                  <a:pt x="3752" y="5751"/>
                  <a:pt x="3808" y="5751"/>
                </a:cubicBezTo>
                <a:cubicBezTo>
                  <a:pt x="3865" y="5751"/>
                  <a:pt x="3921" y="5712"/>
                  <a:pt x="3928" y="5634"/>
                </a:cubicBezTo>
                <a:lnTo>
                  <a:pt x="3930" y="5634"/>
                </a:lnTo>
                <a:cubicBezTo>
                  <a:pt x="3929" y="5632"/>
                  <a:pt x="3929" y="5630"/>
                  <a:pt x="3929" y="5628"/>
                </a:cubicBezTo>
                <a:lnTo>
                  <a:pt x="3929" y="5628"/>
                </a:lnTo>
                <a:cubicBezTo>
                  <a:pt x="3977" y="5225"/>
                  <a:pt x="4433" y="5080"/>
                  <a:pt x="4766" y="4984"/>
                </a:cubicBezTo>
                <a:cubicBezTo>
                  <a:pt x="5141" y="4875"/>
                  <a:pt x="5514" y="4799"/>
                  <a:pt x="5864" y="4620"/>
                </a:cubicBezTo>
                <a:cubicBezTo>
                  <a:pt x="6547" y="4272"/>
                  <a:pt x="7079" y="3685"/>
                  <a:pt x="7375" y="2982"/>
                </a:cubicBezTo>
                <a:lnTo>
                  <a:pt x="7375" y="2982"/>
                </a:lnTo>
                <a:cubicBezTo>
                  <a:pt x="7832" y="3089"/>
                  <a:pt x="7959" y="3793"/>
                  <a:pt x="8128" y="4157"/>
                </a:cubicBezTo>
                <a:cubicBezTo>
                  <a:pt x="8329" y="4591"/>
                  <a:pt x="8679" y="4920"/>
                  <a:pt x="9107" y="5127"/>
                </a:cubicBezTo>
                <a:cubicBezTo>
                  <a:pt x="9798" y="5460"/>
                  <a:pt x="10572" y="5521"/>
                  <a:pt x="11338" y="5521"/>
                </a:cubicBezTo>
                <a:cubicBezTo>
                  <a:pt x="11671" y="5521"/>
                  <a:pt x="12003" y="5509"/>
                  <a:pt x="12326" y="5503"/>
                </a:cubicBezTo>
                <a:lnTo>
                  <a:pt x="16958" y="5417"/>
                </a:lnTo>
                <a:lnTo>
                  <a:pt x="19326" y="5373"/>
                </a:lnTo>
                <a:cubicBezTo>
                  <a:pt x="19697" y="5365"/>
                  <a:pt x="20073" y="5375"/>
                  <a:pt x="20444" y="5350"/>
                </a:cubicBezTo>
                <a:cubicBezTo>
                  <a:pt x="20703" y="5333"/>
                  <a:pt x="20901" y="5232"/>
                  <a:pt x="21008" y="4988"/>
                </a:cubicBezTo>
                <a:cubicBezTo>
                  <a:pt x="21126" y="4724"/>
                  <a:pt x="21118" y="4402"/>
                  <a:pt x="21143" y="4120"/>
                </a:cubicBezTo>
                <a:lnTo>
                  <a:pt x="21262" y="2799"/>
                </a:lnTo>
                <a:lnTo>
                  <a:pt x="21404" y="1224"/>
                </a:lnTo>
                <a:lnTo>
                  <a:pt x="21957" y="5260"/>
                </a:lnTo>
                <a:cubicBezTo>
                  <a:pt x="21967" y="5321"/>
                  <a:pt x="22030" y="5346"/>
                  <a:pt x="22085" y="5346"/>
                </a:cubicBezTo>
                <a:cubicBezTo>
                  <a:pt x="22092" y="5346"/>
                  <a:pt x="22100" y="5345"/>
                  <a:pt x="22107" y="5344"/>
                </a:cubicBezTo>
                <a:cubicBezTo>
                  <a:pt x="23314" y="5179"/>
                  <a:pt x="24434" y="4624"/>
                  <a:pt x="25298" y="3767"/>
                </a:cubicBezTo>
                <a:cubicBezTo>
                  <a:pt x="25431" y="3635"/>
                  <a:pt x="25546" y="3487"/>
                  <a:pt x="25673" y="3352"/>
                </a:cubicBezTo>
                <a:cubicBezTo>
                  <a:pt x="25764" y="3255"/>
                  <a:pt x="25849" y="3205"/>
                  <a:pt x="25929" y="3205"/>
                </a:cubicBezTo>
                <a:cubicBezTo>
                  <a:pt x="26016" y="3205"/>
                  <a:pt x="26097" y="3264"/>
                  <a:pt x="26174" y="3388"/>
                </a:cubicBezTo>
                <a:cubicBezTo>
                  <a:pt x="26344" y="3659"/>
                  <a:pt x="26388" y="3989"/>
                  <a:pt x="26546" y="4267"/>
                </a:cubicBezTo>
                <a:cubicBezTo>
                  <a:pt x="26694" y="4525"/>
                  <a:pt x="26918" y="4730"/>
                  <a:pt x="27173" y="4879"/>
                </a:cubicBezTo>
                <a:cubicBezTo>
                  <a:pt x="27739" y="5213"/>
                  <a:pt x="28432" y="5297"/>
                  <a:pt x="29076" y="5324"/>
                </a:cubicBezTo>
                <a:cubicBezTo>
                  <a:pt x="29535" y="5343"/>
                  <a:pt x="29995" y="5347"/>
                  <a:pt x="30454" y="5347"/>
                </a:cubicBezTo>
                <a:cubicBezTo>
                  <a:pt x="30863" y="5347"/>
                  <a:pt x="31272" y="5344"/>
                  <a:pt x="31681" y="5344"/>
                </a:cubicBezTo>
                <a:cubicBezTo>
                  <a:pt x="31782" y="5344"/>
                  <a:pt x="31883" y="5344"/>
                  <a:pt x="31983" y="5344"/>
                </a:cubicBezTo>
                <a:lnTo>
                  <a:pt x="35123" y="5361"/>
                </a:lnTo>
                <a:cubicBezTo>
                  <a:pt x="36909" y="5370"/>
                  <a:pt x="38696" y="5396"/>
                  <a:pt x="40482" y="5396"/>
                </a:cubicBezTo>
                <a:cubicBezTo>
                  <a:pt x="40783" y="5396"/>
                  <a:pt x="41085" y="5395"/>
                  <a:pt x="41386" y="5394"/>
                </a:cubicBezTo>
                <a:cubicBezTo>
                  <a:pt x="41731" y="5391"/>
                  <a:pt x="42128" y="5353"/>
                  <a:pt x="42339" y="5041"/>
                </a:cubicBezTo>
                <a:cubicBezTo>
                  <a:pt x="42449" y="4879"/>
                  <a:pt x="42479" y="4684"/>
                  <a:pt x="42504" y="4494"/>
                </a:cubicBezTo>
                <a:cubicBezTo>
                  <a:pt x="42543" y="4208"/>
                  <a:pt x="42577" y="3921"/>
                  <a:pt x="42605" y="3634"/>
                </a:cubicBezTo>
                <a:cubicBezTo>
                  <a:pt x="42612" y="3568"/>
                  <a:pt x="42618" y="3502"/>
                  <a:pt x="42624" y="3436"/>
                </a:cubicBezTo>
                <a:lnTo>
                  <a:pt x="42624" y="3436"/>
                </a:lnTo>
                <a:cubicBezTo>
                  <a:pt x="42698" y="4175"/>
                  <a:pt x="42799" y="4912"/>
                  <a:pt x="42927" y="5644"/>
                </a:cubicBezTo>
                <a:cubicBezTo>
                  <a:pt x="42938" y="5704"/>
                  <a:pt x="42987" y="5731"/>
                  <a:pt x="43038" y="5731"/>
                </a:cubicBezTo>
                <a:cubicBezTo>
                  <a:pt x="43091" y="5731"/>
                  <a:pt x="43147" y="5701"/>
                  <a:pt x="43161" y="5644"/>
                </a:cubicBezTo>
                <a:cubicBezTo>
                  <a:pt x="43381" y="4804"/>
                  <a:pt x="44645" y="5119"/>
                  <a:pt x="45251" y="4852"/>
                </a:cubicBezTo>
                <a:cubicBezTo>
                  <a:pt x="45816" y="4602"/>
                  <a:pt x="46074" y="4009"/>
                  <a:pt x="46390" y="3520"/>
                </a:cubicBezTo>
                <a:cubicBezTo>
                  <a:pt x="46497" y="3355"/>
                  <a:pt x="46788" y="2903"/>
                  <a:pt x="47041" y="2903"/>
                </a:cubicBezTo>
                <a:cubicBezTo>
                  <a:pt x="47066" y="2903"/>
                  <a:pt x="47091" y="2907"/>
                  <a:pt x="47116" y="2917"/>
                </a:cubicBezTo>
                <a:cubicBezTo>
                  <a:pt x="47407" y="3036"/>
                  <a:pt x="47468" y="3581"/>
                  <a:pt x="47557" y="3838"/>
                </a:cubicBezTo>
                <a:cubicBezTo>
                  <a:pt x="47783" y="4499"/>
                  <a:pt x="48335" y="4969"/>
                  <a:pt x="48973" y="5223"/>
                </a:cubicBezTo>
                <a:cubicBezTo>
                  <a:pt x="49426" y="5405"/>
                  <a:pt x="49902" y="5466"/>
                  <a:pt x="50383" y="5466"/>
                </a:cubicBezTo>
                <a:cubicBezTo>
                  <a:pt x="50912" y="5466"/>
                  <a:pt x="51447" y="5392"/>
                  <a:pt x="51964" y="5320"/>
                </a:cubicBezTo>
                <a:cubicBezTo>
                  <a:pt x="52111" y="5300"/>
                  <a:pt x="52058" y="5084"/>
                  <a:pt x="51918" y="5084"/>
                </a:cubicBezTo>
                <a:cubicBezTo>
                  <a:pt x="51912" y="5084"/>
                  <a:pt x="51906" y="5085"/>
                  <a:pt x="51899" y="5086"/>
                </a:cubicBezTo>
                <a:cubicBezTo>
                  <a:pt x="51409" y="5154"/>
                  <a:pt x="50894" y="5226"/>
                  <a:pt x="50386" y="5226"/>
                </a:cubicBezTo>
                <a:cubicBezTo>
                  <a:pt x="49883" y="5226"/>
                  <a:pt x="49386" y="5155"/>
                  <a:pt x="48925" y="4941"/>
                </a:cubicBezTo>
                <a:cubicBezTo>
                  <a:pt x="48534" y="4759"/>
                  <a:pt x="48175" y="4484"/>
                  <a:pt x="47949" y="4113"/>
                </a:cubicBezTo>
                <a:cubicBezTo>
                  <a:pt x="47761" y="3804"/>
                  <a:pt x="47718" y="3443"/>
                  <a:pt x="47571" y="3119"/>
                </a:cubicBezTo>
                <a:cubicBezTo>
                  <a:pt x="47485" y="2930"/>
                  <a:pt x="47289" y="2636"/>
                  <a:pt x="47047" y="2636"/>
                </a:cubicBezTo>
                <a:cubicBezTo>
                  <a:pt x="47034" y="2636"/>
                  <a:pt x="47020" y="2637"/>
                  <a:pt x="47006" y="2639"/>
                </a:cubicBezTo>
                <a:cubicBezTo>
                  <a:pt x="46751" y="2675"/>
                  <a:pt x="46495" y="2970"/>
                  <a:pt x="46349" y="3159"/>
                </a:cubicBezTo>
                <a:cubicBezTo>
                  <a:pt x="45947" y="3679"/>
                  <a:pt x="45719" y="4446"/>
                  <a:pt x="45040" y="4673"/>
                </a:cubicBezTo>
                <a:cubicBezTo>
                  <a:pt x="44452" y="4869"/>
                  <a:pt x="43522" y="4702"/>
                  <a:pt x="43101" y="5225"/>
                </a:cubicBezTo>
                <a:lnTo>
                  <a:pt x="43101" y="5225"/>
                </a:lnTo>
                <a:cubicBezTo>
                  <a:pt x="42895" y="3953"/>
                  <a:pt x="42772" y="2670"/>
                  <a:pt x="42733" y="1382"/>
                </a:cubicBezTo>
                <a:lnTo>
                  <a:pt x="42733" y="1382"/>
                </a:lnTo>
                <a:cubicBezTo>
                  <a:pt x="42739" y="973"/>
                  <a:pt x="42735" y="564"/>
                  <a:pt x="42721" y="155"/>
                </a:cubicBezTo>
                <a:lnTo>
                  <a:pt x="42721" y="155"/>
                </a:lnTo>
                <a:cubicBezTo>
                  <a:pt x="42721" y="146"/>
                  <a:pt x="42722" y="137"/>
                  <a:pt x="42722" y="128"/>
                </a:cubicBezTo>
                <a:lnTo>
                  <a:pt x="42720" y="128"/>
                </a:lnTo>
                <a:cubicBezTo>
                  <a:pt x="42720" y="127"/>
                  <a:pt x="42720" y="127"/>
                  <a:pt x="42720" y="127"/>
                </a:cubicBezTo>
                <a:cubicBezTo>
                  <a:pt x="42718" y="48"/>
                  <a:pt x="42658" y="9"/>
                  <a:pt x="42598" y="9"/>
                </a:cubicBezTo>
                <a:cubicBezTo>
                  <a:pt x="42538" y="9"/>
                  <a:pt x="42479" y="48"/>
                  <a:pt x="42479" y="127"/>
                </a:cubicBezTo>
                <a:cubicBezTo>
                  <a:pt x="42474" y="547"/>
                  <a:pt x="42478" y="968"/>
                  <a:pt x="42491" y="1388"/>
                </a:cubicBezTo>
                <a:lnTo>
                  <a:pt x="42491" y="1388"/>
                </a:lnTo>
                <a:cubicBezTo>
                  <a:pt x="42483" y="1969"/>
                  <a:pt x="42456" y="2550"/>
                  <a:pt x="42410" y="3129"/>
                </a:cubicBezTo>
                <a:cubicBezTo>
                  <a:pt x="42370" y="3623"/>
                  <a:pt x="42340" y="4134"/>
                  <a:pt x="42242" y="4620"/>
                </a:cubicBezTo>
                <a:cubicBezTo>
                  <a:pt x="42144" y="5115"/>
                  <a:pt x="41735" y="5153"/>
                  <a:pt x="41323" y="5153"/>
                </a:cubicBezTo>
                <a:cubicBezTo>
                  <a:pt x="41263" y="5153"/>
                  <a:pt x="41203" y="5152"/>
                  <a:pt x="41144" y="5152"/>
                </a:cubicBezTo>
                <a:lnTo>
                  <a:pt x="35073" y="5119"/>
                </a:lnTo>
                <a:cubicBezTo>
                  <a:pt x="34771" y="5118"/>
                  <a:pt x="34469" y="5117"/>
                  <a:pt x="34166" y="5117"/>
                </a:cubicBezTo>
                <a:cubicBezTo>
                  <a:pt x="33486" y="5117"/>
                  <a:pt x="32806" y="5120"/>
                  <a:pt x="32125" y="5120"/>
                </a:cubicBezTo>
                <a:cubicBezTo>
                  <a:pt x="31142" y="5120"/>
                  <a:pt x="30159" y="5114"/>
                  <a:pt x="29178" y="5086"/>
                </a:cubicBezTo>
                <a:cubicBezTo>
                  <a:pt x="28519" y="5065"/>
                  <a:pt x="27783" y="4994"/>
                  <a:pt x="27217" y="4622"/>
                </a:cubicBezTo>
                <a:cubicBezTo>
                  <a:pt x="26919" y="4426"/>
                  <a:pt x="26740" y="4160"/>
                  <a:pt x="26622" y="3828"/>
                </a:cubicBezTo>
                <a:cubicBezTo>
                  <a:pt x="26533" y="3574"/>
                  <a:pt x="26445" y="3278"/>
                  <a:pt x="26246" y="3087"/>
                </a:cubicBezTo>
                <a:cubicBezTo>
                  <a:pt x="26151" y="2995"/>
                  <a:pt x="26043" y="2953"/>
                  <a:pt x="25934" y="2953"/>
                </a:cubicBezTo>
                <a:cubicBezTo>
                  <a:pt x="25798" y="2953"/>
                  <a:pt x="25663" y="3017"/>
                  <a:pt x="25552" y="3125"/>
                </a:cubicBezTo>
                <a:cubicBezTo>
                  <a:pt x="25223" y="3451"/>
                  <a:pt x="24945" y="3797"/>
                  <a:pt x="24571" y="4078"/>
                </a:cubicBezTo>
                <a:cubicBezTo>
                  <a:pt x="23868" y="4607"/>
                  <a:pt x="23044" y="4950"/>
                  <a:pt x="22179" y="5091"/>
                </a:cubicBezTo>
                <a:lnTo>
                  <a:pt x="22179" y="5091"/>
                </a:lnTo>
                <a:lnTo>
                  <a:pt x="21497" y="127"/>
                </a:lnTo>
                <a:cubicBezTo>
                  <a:pt x="21488" y="65"/>
                  <a:pt x="21446" y="39"/>
                  <a:pt x="21399" y="39"/>
                </a:cubicBezTo>
                <a:cubicBezTo>
                  <a:pt x="21336" y="39"/>
                  <a:pt x="21265" y="87"/>
                  <a:pt x="21258" y="159"/>
                </a:cubicBezTo>
                <a:cubicBezTo>
                  <a:pt x="21127" y="1614"/>
                  <a:pt x="21026" y="3075"/>
                  <a:pt x="20866" y="4526"/>
                </a:cubicBezTo>
                <a:cubicBezTo>
                  <a:pt x="20849" y="4672"/>
                  <a:pt x="20838" y="4844"/>
                  <a:pt x="20746" y="4966"/>
                </a:cubicBezTo>
                <a:cubicBezTo>
                  <a:pt x="20643" y="5102"/>
                  <a:pt x="20478" y="5116"/>
                  <a:pt x="20315" y="5116"/>
                </a:cubicBezTo>
                <a:cubicBezTo>
                  <a:pt x="20271" y="5116"/>
                  <a:pt x="20228" y="5115"/>
                  <a:pt x="20185" y="5115"/>
                </a:cubicBezTo>
                <a:cubicBezTo>
                  <a:pt x="20173" y="5115"/>
                  <a:pt x="20161" y="5115"/>
                  <a:pt x="20150" y="5116"/>
                </a:cubicBezTo>
                <a:lnTo>
                  <a:pt x="19018" y="5136"/>
                </a:lnTo>
                <a:lnTo>
                  <a:pt x="16856" y="5176"/>
                </a:lnTo>
                <a:lnTo>
                  <a:pt x="12431" y="5259"/>
                </a:lnTo>
                <a:cubicBezTo>
                  <a:pt x="12062" y="5266"/>
                  <a:pt x="11674" y="5285"/>
                  <a:pt x="11285" y="5285"/>
                </a:cubicBezTo>
                <a:cubicBezTo>
                  <a:pt x="10553" y="5285"/>
                  <a:pt x="9814" y="5219"/>
                  <a:pt x="9173" y="4889"/>
                </a:cubicBezTo>
                <a:cubicBezTo>
                  <a:pt x="8635" y="4611"/>
                  <a:pt x="8395" y="4182"/>
                  <a:pt x="8178" y="3639"/>
                </a:cubicBezTo>
                <a:cubicBezTo>
                  <a:pt x="8011" y="3221"/>
                  <a:pt x="7804" y="2767"/>
                  <a:pt x="7300" y="2728"/>
                </a:cubicBezTo>
                <a:cubicBezTo>
                  <a:pt x="7297" y="2728"/>
                  <a:pt x="7294" y="2728"/>
                  <a:pt x="7291" y="2728"/>
                </a:cubicBezTo>
                <a:cubicBezTo>
                  <a:pt x="7240" y="2728"/>
                  <a:pt x="7200" y="2772"/>
                  <a:pt x="7183" y="2816"/>
                </a:cubicBezTo>
                <a:cubicBezTo>
                  <a:pt x="6850" y="3684"/>
                  <a:pt x="6109" y="4365"/>
                  <a:pt x="5212" y="4616"/>
                </a:cubicBezTo>
                <a:cubicBezTo>
                  <a:pt x="4778" y="4737"/>
                  <a:pt x="4185" y="4833"/>
                  <a:pt x="3880" y="5183"/>
                </a:cubicBezTo>
                <a:lnTo>
                  <a:pt x="3880" y="5183"/>
                </a:lnTo>
                <a:cubicBezTo>
                  <a:pt x="3695" y="3497"/>
                  <a:pt x="3535" y="1808"/>
                  <a:pt x="3398" y="117"/>
                </a:cubicBezTo>
                <a:cubicBezTo>
                  <a:pt x="3392" y="40"/>
                  <a:pt x="3329" y="1"/>
                  <a:pt x="326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3"/>
          <p:cNvSpPr txBox="1">
            <a:spLocks noGrp="1"/>
          </p:cNvSpPr>
          <p:nvPr>
            <p:ph type="title"/>
          </p:nvPr>
        </p:nvSpPr>
        <p:spPr>
          <a:xfrm>
            <a:off x="720000" y="1849000"/>
            <a:ext cx="2336400" cy="37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47" name="Google Shape;247;p13"/>
          <p:cNvSpPr txBox="1">
            <a:spLocks noGrp="1"/>
          </p:cNvSpPr>
          <p:nvPr>
            <p:ph type="title" idx="2" hasCustomPrompt="1"/>
          </p:nvPr>
        </p:nvSpPr>
        <p:spPr>
          <a:xfrm>
            <a:off x="1250550" y="1388288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48" name="Google Shape;248;p13"/>
          <p:cNvSpPr txBox="1">
            <a:spLocks noGrp="1"/>
          </p:cNvSpPr>
          <p:nvPr>
            <p:ph type="subTitle" idx="1"/>
          </p:nvPr>
        </p:nvSpPr>
        <p:spPr>
          <a:xfrm>
            <a:off x="720000" y="2186565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9" name="Google Shape;249;p13"/>
          <p:cNvSpPr txBox="1">
            <a:spLocks noGrp="1"/>
          </p:cNvSpPr>
          <p:nvPr>
            <p:ph type="title" idx="3"/>
          </p:nvPr>
        </p:nvSpPr>
        <p:spPr>
          <a:xfrm>
            <a:off x="3403800" y="1849000"/>
            <a:ext cx="2336400" cy="37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50" name="Google Shape;250;p13"/>
          <p:cNvSpPr txBox="1">
            <a:spLocks noGrp="1"/>
          </p:cNvSpPr>
          <p:nvPr>
            <p:ph type="title" idx="4" hasCustomPrompt="1"/>
          </p:nvPr>
        </p:nvSpPr>
        <p:spPr>
          <a:xfrm>
            <a:off x="3934350" y="1388288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51" name="Google Shape;251;p13"/>
          <p:cNvSpPr txBox="1">
            <a:spLocks noGrp="1"/>
          </p:cNvSpPr>
          <p:nvPr>
            <p:ph type="subTitle" idx="5"/>
          </p:nvPr>
        </p:nvSpPr>
        <p:spPr>
          <a:xfrm>
            <a:off x="3403800" y="2186565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2" name="Google Shape;252;p13"/>
          <p:cNvSpPr txBox="1">
            <a:spLocks noGrp="1"/>
          </p:cNvSpPr>
          <p:nvPr>
            <p:ph type="title" idx="6"/>
          </p:nvPr>
        </p:nvSpPr>
        <p:spPr>
          <a:xfrm>
            <a:off x="5965900" y="1849000"/>
            <a:ext cx="2458200" cy="37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53" name="Google Shape;253;p13"/>
          <p:cNvSpPr txBox="1">
            <a:spLocks noGrp="1"/>
          </p:cNvSpPr>
          <p:nvPr>
            <p:ph type="title" idx="7" hasCustomPrompt="1"/>
          </p:nvPr>
        </p:nvSpPr>
        <p:spPr>
          <a:xfrm>
            <a:off x="6524200" y="1388288"/>
            <a:ext cx="1341600" cy="59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54" name="Google Shape;254;p13"/>
          <p:cNvSpPr txBox="1">
            <a:spLocks noGrp="1"/>
          </p:cNvSpPr>
          <p:nvPr>
            <p:ph type="subTitle" idx="8"/>
          </p:nvPr>
        </p:nvSpPr>
        <p:spPr>
          <a:xfrm>
            <a:off x="5965900" y="2186565"/>
            <a:ext cx="24582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5" name="Google Shape;255;p13"/>
          <p:cNvSpPr txBox="1">
            <a:spLocks noGrp="1"/>
          </p:cNvSpPr>
          <p:nvPr>
            <p:ph type="title" idx="9"/>
          </p:nvPr>
        </p:nvSpPr>
        <p:spPr>
          <a:xfrm>
            <a:off x="720000" y="3400479"/>
            <a:ext cx="2336400" cy="37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56" name="Google Shape;256;p13"/>
          <p:cNvSpPr txBox="1">
            <a:spLocks noGrp="1"/>
          </p:cNvSpPr>
          <p:nvPr>
            <p:ph type="title" idx="13" hasCustomPrompt="1"/>
          </p:nvPr>
        </p:nvSpPr>
        <p:spPr>
          <a:xfrm>
            <a:off x="1250550" y="2939767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57" name="Google Shape;257;p13"/>
          <p:cNvSpPr txBox="1">
            <a:spLocks noGrp="1"/>
          </p:cNvSpPr>
          <p:nvPr>
            <p:ph type="subTitle" idx="14"/>
          </p:nvPr>
        </p:nvSpPr>
        <p:spPr>
          <a:xfrm>
            <a:off x="720000" y="3758925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8" name="Google Shape;258;p13"/>
          <p:cNvSpPr txBox="1">
            <a:spLocks noGrp="1"/>
          </p:cNvSpPr>
          <p:nvPr>
            <p:ph type="title" idx="15"/>
          </p:nvPr>
        </p:nvSpPr>
        <p:spPr>
          <a:xfrm>
            <a:off x="3403800" y="3400479"/>
            <a:ext cx="2336400" cy="37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59" name="Google Shape;259;p13"/>
          <p:cNvSpPr txBox="1">
            <a:spLocks noGrp="1"/>
          </p:cNvSpPr>
          <p:nvPr>
            <p:ph type="title" idx="16" hasCustomPrompt="1"/>
          </p:nvPr>
        </p:nvSpPr>
        <p:spPr>
          <a:xfrm>
            <a:off x="3934350" y="2939767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60" name="Google Shape;260;p13"/>
          <p:cNvSpPr txBox="1">
            <a:spLocks noGrp="1"/>
          </p:cNvSpPr>
          <p:nvPr>
            <p:ph type="subTitle" idx="17"/>
          </p:nvPr>
        </p:nvSpPr>
        <p:spPr>
          <a:xfrm>
            <a:off x="3403800" y="3758925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1" name="Google Shape;261;p13"/>
          <p:cNvSpPr txBox="1">
            <a:spLocks noGrp="1"/>
          </p:cNvSpPr>
          <p:nvPr>
            <p:ph type="title" idx="18"/>
          </p:nvPr>
        </p:nvSpPr>
        <p:spPr>
          <a:xfrm>
            <a:off x="5965900" y="3400479"/>
            <a:ext cx="2458200" cy="37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62" name="Google Shape;262;p13"/>
          <p:cNvSpPr txBox="1">
            <a:spLocks noGrp="1"/>
          </p:cNvSpPr>
          <p:nvPr>
            <p:ph type="title" idx="19" hasCustomPrompt="1"/>
          </p:nvPr>
        </p:nvSpPr>
        <p:spPr>
          <a:xfrm>
            <a:off x="6524200" y="2939767"/>
            <a:ext cx="1341600" cy="59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63" name="Google Shape;263;p13"/>
          <p:cNvSpPr txBox="1">
            <a:spLocks noGrp="1"/>
          </p:cNvSpPr>
          <p:nvPr>
            <p:ph type="subTitle" idx="20"/>
          </p:nvPr>
        </p:nvSpPr>
        <p:spPr>
          <a:xfrm>
            <a:off x="5965900" y="3758925"/>
            <a:ext cx="24582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4" name="Google Shape;264;p13"/>
          <p:cNvSpPr txBox="1">
            <a:spLocks noGrp="1"/>
          </p:cNvSpPr>
          <p:nvPr>
            <p:ph type="title" idx="21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>
                <a:solidFill>
                  <a:srgbClr val="01044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65" name="Google Shape;265;p13"/>
          <p:cNvSpPr/>
          <p:nvPr/>
        </p:nvSpPr>
        <p:spPr>
          <a:xfrm rot="5400000">
            <a:off x="9658283" y="1539125"/>
            <a:ext cx="50" cy="15452"/>
          </a:xfrm>
          <a:custGeom>
            <a:avLst/>
            <a:gdLst/>
            <a:ahLst/>
            <a:cxnLst/>
            <a:rect l="l" t="t" r="r" b="b"/>
            <a:pathLst>
              <a:path w="1" h="306" extrusionOk="0">
                <a:moveTo>
                  <a:pt x="0" y="0"/>
                </a:moveTo>
                <a:lnTo>
                  <a:pt x="0" y="306"/>
                </a:lnTo>
                <a:lnTo>
                  <a:pt x="0" y="306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13"/>
          <p:cNvSpPr/>
          <p:nvPr/>
        </p:nvSpPr>
        <p:spPr>
          <a:xfrm rot="10800000">
            <a:off x="-2436713" y="-2457872"/>
            <a:ext cx="3549666" cy="3549666"/>
          </a:xfrm>
          <a:custGeom>
            <a:avLst/>
            <a:gdLst/>
            <a:ahLst/>
            <a:cxnLst/>
            <a:rect l="l" t="t" r="r" b="b"/>
            <a:pathLst>
              <a:path w="22225" h="22225" extrusionOk="0">
                <a:moveTo>
                  <a:pt x="11113" y="1"/>
                </a:moveTo>
                <a:cubicBezTo>
                  <a:pt x="8166" y="1"/>
                  <a:pt x="5339" y="1171"/>
                  <a:pt x="3255" y="3255"/>
                </a:cubicBezTo>
                <a:cubicBezTo>
                  <a:pt x="1171" y="5339"/>
                  <a:pt x="1" y="8166"/>
                  <a:pt x="1" y="11113"/>
                </a:cubicBezTo>
                <a:cubicBezTo>
                  <a:pt x="1" y="14060"/>
                  <a:pt x="1171" y="16885"/>
                  <a:pt x="3255" y="18970"/>
                </a:cubicBezTo>
                <a:cubicBezTo>
                  <a:pt x="5339" y="21053"/>
                  <a:pt x="8166" y="22225"/>
                  <a:pt x="11113" y="22225"/>
                </a:cubicBezTo>
                <a:cubicBezTo>
                  <a:pt x="14060" y="22225"/>
                  <a:pt x="16887" y="21053"/>
                  <a:pt x="18970" y="18970"/>
                </a:cubicBezTo>
                <a:cubicBezTo>
                  <a:pt x="21054" y="16885"/>
                  <a:pt x="22225" y="14060"/>
                  <a:pt x="22225" y="11113"/>
                </a:cubicBezTo>
                <a:cubicBezTo>
                  <a:pt x="22225" y="8166"/>
                  <a:pt x="21054" y="5339"/>
                  <a:pt x="18970" y="3255"/>
                </a:cubicBezTo>
                <a:cubicBezTo>
                  <a:pt x="16887" y="1171"/>
                  <a:pt x="14060" y="1"/>
                  <a:pt x="11113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13"/>
          <p:cNvSpPr/>
          <p:nvPr/>
        </p:nvSpPr>
        <p:spPr>
          <a:xfrm rot="10800000">
            <a:off x="7873497" y="-1311075"/>
            <a:ext cx="1649377" cy="1649377"/>
          </a:xfrm>
          <a:custGeom>
            <a:avLst/>
            <a:gdLst/>
            <a:ahLst/>
            <a:cxnLst/>
            <a:rect l="l" t="t" r="r" b="b"/>
            <a:pathLst>
              <a:path w="10327" h="10327" extrusionOk="0">
                <a:moveTo>
                  <a:pt x="5164" y="1"/>
                </a:moveTo>
                <a:cubicBezTo>
                  <a:pt x="2312" y="1"/>
                  <a:pt x="1" y="2312"/>
                  <a:pt x="1" y="5164"/>
                </a:cubicBezTo>
                <a:cubicBezTo>
                  <a:pt x="1" y="8016"/>
                  <a:pt x="2312" y="10327"/>
                  <a:pt x="5164" y="10327"/>
                </a:cubicBezTo>
                <a:cubicBezTo>
                  <a:pt x="8016" y="10327"/>
                  <a:pt x="10327" y="8016"/>
                  <a:pt x="10327" y="5164"/>
                </a:cubicBezTo>
                <a:cubicBezTo>
                  <a:pt x="10327" y="2312"/>
                  <a:pt x="8016" y="1"/>
                  <a:pt x="5164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13"/>
          <p:cNvSpPr/>
          <p:nvPr/>
        </p:nvSpPr>
        <p:spPr>
          <a:xfrm rot="10800000">
            <a:off x="8114987" y="-1069744"/>
            <a:ext cx="1166399" cy="1166558"/>
          </a:xfrm>
          <a:custGeom>
            <a:avLst/>
            <a:gdLst/>
            <a:ahLst/>
            <a:cxnLst/>
            <a:rect l="l" t="t" r="r" b="b"/>
            <a:pathLst>
              <a:path w="7303" h="7304" extrusionOk="0">
                <a:moveTo>
                  <a:pt x="3652" y="1"/>
                </a:moveTo>
                <a:cubicBezTo>
                  <a:pt x="1635" y="1"/>
                  <a:pt x="0" y="1635"/>
                  <a:pt x="0" y="3652"/>
                </a:cubicBezTo>
                <a:cubicBezTo>
                  <a:pt x="0" y="5669"/>
                  <a:pt x="1635" y="7303"/>
                  <a:pt x="3652" y="7303"/>
                </a:cubicBezTo>
                <a:cubicBezTo>
                  <a:pt x="5668" y="7303"/>
                  <a:pt x="7303" y="5669"/>
                  <a:pt x="7303" y="3652"/>
                </a:cubicBezTo>
                <a:cubicBezTo>
                  <a:pt x="7303" y="1635"/>
                  <a:pt x="5668" y="1"/>
                  <a:pt x="365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13"/>
          <p:cNvSpPr/>
          <p:nvPr/>
        </p:nvSpPr>
        <p:spPr>
          <a:xfrm rot="10800000">
            <a:off x="41358" y="4802774"/>
            <a:ext cx="1435039" cy="1368119"/>
          </a:xfrm>
          <a:custGeom>
            <a:avLst/>
            <a:gdLst/>
            <a:ahLst/>
            <a:cxnLst/>
            <a:rect l="l" t="t" r="r" b="b"/>
            <a:pathLst>
              <a:path w="8985" h="8566" extrusionOk="0">
                <a:moveTo>
                  <a:pt x="4702" y="1"/>
                </a:moveTo>
                <a:cubicBezTo>
                  <a:pt x="3606" y="1"/>
                  <a:pt x="2510" y="419"/>
                  <a:pt x="1674" y="1256"/>
                </a:cubicBezTo>
                <a:cubicBezTo>
                  <a:pt x="1" y="2928"/>
                  <a:pt x="1" y="5639"/>
                  <a:pt x="1674" y="7311"/>
                </a:cubicBezTo>
                <a:cubicBezTo>
                  <a:pt x="2477" y="8114"/>
                  <a:pt x="3566" y="8566"/>
                  <a:pt x="4701" y="8566"/>
                </a:cubicBezTo>
                <a:cubicBezTo>
                  <a:pt x="5838" y="8566"/>
                  <a:pt x="6927" y="8114"/>
                  <a:pt x="7730" y="7311"/>
                </a:cubicBezTo>
                <a:cubicBezTo>
                  <a:pt x="8533" y="6508"/>
                  <a:pt x="8984" y="5419"/>
                  <a:pt x="8984" y="4283"/>
                </a:cubicBezTo>
                <a:cubicBezTo>
                  <a:pt x="8984" y="3147"/>
                  <a:pt x="8533" y="2059"/>
                  <a:pt x="7730" y="1256"/>
                </a:cubicBezTo>
                <a:cubicBezTo>
                  <a:pt x="6894" y="419"/>
                  <a:pt x="5798" y="1"/>
                  <a:pt x="470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3"/>
          <p:cNvSpPr/>
          <p:nvPr/>
        </p:nvSpPr>
        <p:spPr>
          <a:xfrm rot="10800000">
            <a:off x="492395" y="5253811"/>
            <a:ext cx="465889" cy="465889"/>
          </a:xfrm>
          <a:custGeom>
            <a:avLst/>
            <a:gdLst/>
            <a:ahLst/>
            <a:cxnLst/>
            <a:rect l="l" t="t" r="r" b="b"/>
            <a:pathLst>
              <a:path w="2917" h="2917" extrusionOk="0">
                <a:moveTo>
                  <a:pt x="1457" y="0"/>
                </a:moveTo>
                <a:cubicBezTo>
                  <a:pt x="652" y="0"/>
                  <a:pt x="0" y="653"/>
                  <a:pt x="0" y="1458"/>
                </a:cubicBezTo>
                <a:cubicBezTo>
                  <a:pt x="0" y="2263"/>
                  <a:pt x="652" y="2916"/>
                  <a:pt x="1457" y="2916"/>
                </a:cubicBezTo>
                <a:cubicBezTo>
                  <a:pt x="2263" y="2916"/>
                  <a:pt x="2916" y="2263"/>
                  <a:pt x="2916" y="1458"/>
                </a:cubicBezTo>
                <a:cubicBezTo>
                  <a:pt x="2916" y="653"/>
                  <a:pt x="2263" y="0"/>
                  <a:pt x="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13"/>
          <p:cNvSpPr/>
          <p:nvPr/>
        </p:nvSpPr>
        <p:spPr>
          <a:xfrm rot="10800000">
            <a:off x="8183904" y="4964174"/>
            <a:ext cx="454549" cy="413502"/>
          </a:xfrm>
          <a:custGeom>
            <a:avLst/>
            <a:gdLst/>
            <a:ahLst/>
            <a:cxnLst/>
            <a:rect l="l" t="t" r="r" b="b"/>
            <a:pathLst>
              <a:path w="2846" h="2589" extrusionOk="0">
                <a:moveTo>
                  <a:pt x="1422" y="1"/>
                </a:moveTo>
                <a:cubicBezTo>
                  <a:pt x="835" y="1"/>
                  <a:pt x="304" y="402"/>
                  <a:pt x="163" y="998"/>
                </a:cubicBezTo>
                <a:cubicBezTo>
                  <a:pt x="0" y="1694"/>
                  <a:pt x="431" y="2389"/>
                  <a:pt x="1125" y="2554"/>
                </a:cubicBezTo>
                <a:cubicBezTo>
                  <a:pt x="1225" y="2577"/>
                  <a:pt x="1326" y="2589"/>
                  <a:pt x="1424" y="2589"/>
                </a:cubicBezTo>
                <a:cubicBezTo>
                  <a:pt x="2011" y="2589"/>
                  <a:pt x="2542" y="2187"/>
                  <a:pt x="2681" y="1593"/>
                </a:cubicBezTo>
                <a:cubicBezTo>
                  <a:pt x="2845" y="897"/>
                  <a:pt x="2415" y="200"/>
                  <a:pt x="1720" y="36"/>
                </a:cubicBezTo>
                <a:cubicBezTo>
                  <a:pt x="1620" y="12"/>
                  <a:pt x="1520" y="1"/>
                  <a:pt x="142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13"/>
          <p:cNvSpPr/>
          <p:nvPr/>
        </p:nvSpPr>
        <p:spPr>
          <a:xfrm rot="10800000">
            <a:off x="118103" y="857869"/>
            <a:ext cx="305215" cy="268960"/>
          </a:xfrm>
          <a:custGeom>
            <a:avLst/>
            <a:gdLst/>
            <a:ahLst/>
            <a:cxnLst/>
            <a:rect l="l" t="t" r="r" b="b"/>
            <a:pathLst>
              <a:path w="1911" h="1684" extrusionOk="0">
                <a:moveTo>
                  <a:pt x="956" y="1"/>
                </a:moveTo>
                <a:cubicBezTo>
                  <a:pt x="848" y="1"/>
                  <a:pt x="739" y="22"/>
                  <a:pt x="634" y="66"/>
                </a:cubicBezTo>
                <a:cubicBezTo>
                  <a:pt x="204" y="243"/>
                  <a:pt x="0" y="734"/>
                  <a:pt x="179" y="1163"/>
                </a:cubicBezTo>
                <a:cubicBezTo>
                  <a:pt x="312" y="1487"/>
                  <a:pt x="625" y="1683"/>
                  <a:pt x="956" y="1683"/>
                </a:cubicBezTo>
                <a:cubicBezTo>
                  <a:pt x="1063" y="1683"/>
                  <a:pt x="1172" y="1662"/>
                  <a:pt x="1278" y="1619"/>
                </a:cubicBezTo>
                <a:cubicBezTo>
                  <a:pt x="1706" y="1441"/>
                  <a:pt x="1910" y="949"/>
                  <a:pt x="1733" y="521"/>
                </a:cubicBezTo>
                <a:cubicBezTo>
                  <a:pt x="1598" y="197"/>
                  <a:pt x="1285" y="1"/>
                  <a:pt x="956" y="1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3"/>
          <p:cNvSpPr/>
          <p:nvPr/>
        </p:nvSpPr>
        <p:spPr>
          <a:xfrm rot="10800000">
            <a:off x="8880813" y="2248822"/>
            <a:ext cx="193894" cy="176645"/>
          </a:xfrm>
          <a:custGeom>
            <a:avLst/>
            <a:gdLst/>
            <a:ahLst/>
            <a:cxnLst/>
            <a:rect l="l" t="t" r="r" b="b"/>
            <a:pathLst>
              <a:path w="1214" h="1106" extrusionOk="0">
                <a:moveTo>
                  <a:pt x="607" y="0"/>
                </a:moveTo>
                <a:cubicBezTo>
                  <a:pt x="465" y="0"/>
                  <a:pt x="324" y="54"/>
                  <a:pt x="216" y="162"/>
                </a:cubicBezTo>
                <a:cubicBezTo>
                  <a:pt x="0" y="377"/>
                  <a:pt x="0" y="727"/>
                  <a:pt x="216" y="943"/>
                </a:cubicBezTo>
                <a:cubicBezTo>
                  <a:pt x="324" y="1051"/>
                  <a:pt x="465" y="1105"/>
                  <a:pt x="607" y="1105"/>
                </a:cubicBezTo>
                <a:cubicBezTo>
                  <a:pt x="748" y="1105"/>
                  <a:pt x="889" y="1051"/>
                  <a:pt x="997" y="943"/>
                </a:cubicBezTo>
                <a:cubicBezTo>
                  <a:pt x="1213" y="727"/>
                  <a:pt x="1213" y="377"/>
                  <a:pt x="997" y="162"/>
                </a:cubicBezTo>
                <a:cubicBezTo>
                  <a:pt x="889" y="54"/>
                  <a:pt x="748" y="0"/>
                  <a:pt x="607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p13"/>
          <p:cNvSpPr/>
          <p:nvPr/>
        </p:nvSpPr>
        <p:spPr>
          <a:xfrm rot="10800000">
            <a:off x="8742584" y="3050662"/>
            <a:ext cx="1297365" cy="1182051"/>
          </a:xfrm>
          <a:custGeom>
            <a:avLst/>
            <a:gdLst/>
            <a:ahLst/>
            <a:cxnLst/>
            <a:rect l="l" t="t" r="r" b="b"/>
            <a:pathLst>
              <a:path w="8123" h="7401" extrusionOk="0">
                <a:moveTo>
                  <a:pt x="4061" y="1"/>
                </a:moveTo>
                <a:cubicBezTo>
                  <a:pt x="3115" y="1"/>
                  <a:pt x="2168" y="362"/>
                  <a:pt x="1446" y="1085"/>
                </a:cubicBezTo>
                <a:cubicBezTo>
                  <a:pt x="0" y="2529"/>
                  <a:pt x="0" y="4871"/>
                  <a:pt x="1446" y="6317"/>
                </a:cubicBezTo>
                <a:cubicBezTo>
                  <a:pt x="2168" y="7039"/>
                  <a:pt x="3115" y="7400"/>
                  <a:pt x="4061" y="7400"/>
                </a:cubicBezTo>
                <a:cubicBezTo>
                  <a:pt x="5008" y="7400"/>
                  <a:pt x="5955" y="7039"/>
                  <a:pt x="6678" y="6317"/>
                </a:cubicBezTo>
                <a:cubicBezTo>
                  <a:pt x="8122" y="4871"/>
                  <a:pt x="8122" y="2529"/>
                  <a:pt x="6678" y="1085"/>
                </a:cubicBezTo>
                <a:cubicBezTo>
                  <a:pt x="5955" y="362"/>
                  <a:pt x="5008" y="1"/>
                  <a:pt x="406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p13"/>
          <p:cNvSpPr/>
          <p:nvPr/>
        </p:nvSpPr>
        <p:spPr>
          <a:xfrm rot="10800000">
            <a:off x="8697061" y="4503186"/>
            <a:ext cx="324860" cy="324860"/>
          </a:xfrm>
          <a:custGeom>
            <a:avLst/>
            <a:gdLst/>
            <a:ahLst/>
            <a:cxnLst/>
            <a:rect l="l" t="t" r="r" b="b"/>
            <a:pathLst>
              <a:path w="2034" h="2034" extrusionOk="0">
                <a:moveTo>
                  <a:pt x="1017" y="1"/>
                </a:moveTo>
                <a:cubicBezTo>
                  <a:pt x="456" y="1"/>
                  <a:pt x="1" y="456"/>
                  <a:pt x="1" y="1017"/>
                </a:cubicBezTo>
                <a:cubicBezTo>
                  <a:pt x="1" y="1579"/>
                  <a:pt x="456" y="2034"/>
                  <a:pt x="1017" y="2034"/>
                </a:cubicBezTo>
                <a:cubicBezTo>
                  <a:pt x="1579" y="2034"/>
                  <a:pt x="2034" y="1579"/>
                  <a:pt x="2034" y="1017"/>
                </a:cubicBezTo>
                <a:cubicBezTo>
                  <a:pt x="2034" y="456"/>
                  <a:pt x="1579" y="1"/>
                  <a:pt x="1017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13"/>
          <p:cNvSpPr/>
          <p:nvPr/>
        </p:nvSpPr>
        <p:spPr>
          <a:xfrm rot="10800000">
            <a:off x="-250748" y="4802775"/>
            <a:ext cx="588869" cy="588709"/>
          </a:xfrm>
          <a:custGeom>
            <a:avLst/>
            <a:gdLst/>
            <a:ahLst/>
            <a:cxnLst/>
            <a:rect l="l" t="t" r="r" b="b"/>
            <a:pathLst>
              <a:path w="3687" h="3686" extrusionOk="0">
                <a:moveTo>
                  <a:pt x="1844" y="0"/>
                </a:moveTo>
                <a:cubicBezTo>
                  <a:pt x="826" y="0"/>
                  <a:pt x="1" y="825"/>
                  <a:pt x="1" y="1843"/>
                </a:cubicBezTo>
                <a:cubicBezTo>
                  <a:pt x="1" y="2861"/>
                  <a:pt x="826" y="3686"/>
                  <a:pt x="1844" y="3686"/>
                </a:cubicBezTo>
                <a:cubicBezTo>
                  <a:pt x="2861" y="3686"/>
                  <a:pt x="3686" y="2861"/>
                  <a:pt x="3686" y="1843"/>
                </a:cubicBezTo>
                <a:cubicBezTo>
                  <a:pt x="3686" y="825"/>
                  <a:pt x="2861" y="0"/>
                  <a:pt x="1844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13"/>
          <p:cNvSpPr/>
          <p:nvPr/>
        </p:nvSpPr>
        <p:spPr>
          <a:xfrm rot="10800000">
            <a:off x="187580" y="4589907"/>
            <a:ext cx="166263" cy="151410"/>
          </a:xfrm>
          <a:custGeom>
            <a:avLst/>
            <a:gdLst/>
            <a:ahLst/>
            <a:cxnLst/>
            <a:rect l="l" t="t" r="r" b="b"/>
            <a:pathLst>
              <a:path w="1041" h="948" extrusionOk="0">
                <a:moveTo>
                  <a:pt x="521" y="0"/>
                </a:moveTo>
                <a:cubicBezTo>
                  <a:pt x="399" y="0"/>
                  <a:pt x="278" y="47"/>
                  <a:pt x="186" y="139"/>
                </a:cubicBezTo>
                <a:cubicBezTo>
                  <a:pt x="1" y="324"/>
                  <a:pt x="1" y="624"/>
                  <a:pt x="186" y="809"/>
                </a:cubicBezTo>
                <a:cubicBezTo>
                  <a:pt x="278" y="901"/>
                  <a:pt x="399" y="948"/>
                  <a:pt x="521" y="948"/>
                </a:cubicBezTo>
                <a:cubicBezTo>
                  <a:pt x="642" y="948"/>
                  <a:pt x="763" y="901"/>
                  <a:pt x="856" y="809"/>
                </a:cubicBezTo>
                <a:cubicBezTo>
                  <a:pt x="1041" y="624"/>
                  <a:pt x="1041" y="324"/>
                  <a:pt x="856" y="139"/>
                </a:cubicBezTo>
                <a:cubicBezTo>
                  <a:pt x="763" y="47"/>
                  <a:pt x="642" y="0"/>
                  <a:pt x="52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13"/>
          <p:cNvSpPr/>
          <p:nvPr/>
        </p:nvSpPr>
        <p:spPr>
          <a:xfrm rot="10800000">
            <a:off x="7679503" y="-102638"/>
            <a:ext cx="256183" cy="224719"/>
          </a:xfrm>
          <a:custGeom>
            <a:avLst/>
            <a:gdLst/>
            <a:ahLst/>
            <a:cxnLst/>
            <a:rect l="l" t="t" r="r" b="b"/>
            <a:pathLst>
              <a:path w="1604" h="1407" extrusionOk="0">
                <a:moveTo>
                  <a:pt x="800" y="0"/>
                </a:moveTo>
                <a:cubicBezTo>
                  <a:pt x="676" y="0"/>
                  <a:pt x="549" y="34"/>
                  <a:pt x="435" y="104"/>
                </a:cubicBezTo>
                <a:cubicBezTo>
                  <a:pt x="104" y="307"/>
                  <a:pt x="0" y="740"/>
                  <a:pt x="203" y="1071"/>
                </a:cubicBezTo>
                <a:cubicBezTo>
                  <a:pt x="336" y="1288"/>
                  <a:pt x="566" y="1407"/>
                  <a:pt x="802" y="1407"/>
                </a:cubicBezTo>
                <a:cubicBezTo>
                  <a:pt x="927" y="1407"/>
                  <a:pt x="1054" y="1373"/>
                  <a:pt x="1169" y="1303"/>
                </a:cubicBezTo>
                <a:cubicBezTo>
                  <a:pt x="1500" y="1100"/>
                  <a:pt x="1604" y="667"/>
                  <a:pt x="1401" y="337"/>
                </a:cubicBezTo>
                <a:cubicBezTo>
                  <a:pt x="1268" y="120"/>
                  <a:pt x="1037" y="0"/>
                  <a:pt x="800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3"/>
          <p:cNvSpPr/>
          <p:nvPr/>
        </p:nvSpPr>
        <p:spPr>
          <a:xfrm rot="10800000">
            <a:off x="1322165" y="129271"/>
            <a:ext cx="197727" cy="182714"/>
          </a:xfrm>
          <a:custGeom>
            <a:avLst/>
            <a:gdLst/>
            <a:ahLst/>
            <a:cxnLst/>
            <a:rect l="l" t="t" r="r" b="b"/>
            <a:pathLst>
              <a:path w="1238" h="1144" extrusionOk="0">
                <a:moveTo>
                  <a:pt x="608" y="0"/>
                </a:moveTo>
                <a:cubicBezTo>
                  <a:pt x="428" y="0"/>
                  <a:pt x="255" y="86"/>
                  <a:pt x="146" y="236"/>
                </a:cubicBezTo>
                <a:cubicBezTo>
                  <a:pt x="11" y="424"/>
                  <a:pt x="0" y="673"/>
                  <a:pt x="122" y="871"/>
                </a:cubicBezTo>
                <a:cubicBezTo>
                  <a:pt x="226" y="1042"/>
                  <a:pt x="412" y="1143"/>
                  <a:pt x="609" y="1143"/>
                </a:cubicBezTo>
                <a:cubicBezTo>
                  <a:pt x="638" y="1143"/>
                  <a:pt x="669" y="1141"/>
                  <a:pt x="699" y="1136"/>
                </a:cubicBezTo>
                <a:cubicBezTo>
                  <a:pt x="926" y="1100"/>
                  <a:pt x="1111" y="929"/>
                  <a:pt x="1164" y="706"/>
                </a:cubicBezTo>
                <a:cubicBezTo>
                  <a:pt x="1238" y="398"/>
                  <a:pt x="1049" y="90"/>
                  <a:pt x="743" y="16"/>
                </a:cubicBezTo>
                <a:cubicBezTo>
                  <a:pt x="698" y="6"/>
                  <a:pt x="653" y="0"/>
                  <a:pt x="608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" name="Google Shape;280;p13"/>
          <p:cNvSpPr/>
          <p:nvPr/>
        </p:nvSpPr>
        <p:spPr>
          <a:xfrm rot="10800000">
            <a:off x="568550" y="-102654"/>
            <a:ext cx="494957" cy="449917"/>
          </a:xfrm>
          <a:custGeom>
            <a:avLst/>
            <a:gdLst/>
            <a:ahLst/>
            <a:cxnLst/>
            <a:rect l="l" t="t" r="r" b="b"/>
            <a:pathLst>
              <a:path w="3099" h="2817" extrusionOk="0">
                <a:moveTo>
                  <a:pt x="1548" y="0"/>
                </a:moveTo>
                <a:cubicBezTo>
                  <a:pt x="910" y="0"/>
                  <a:pt x="332" y="437"/>
                  <a:pt x="179" y="1086"/>
                </a:cubicBezTo>
                <a:cubicBezTo>
                  <a:pt x="1" y="1842"/>
                  <a:pt x="469" y="2600"/>
                  <a:pt x="1226" y="2778"/>
                </a:cubicBezTo>
                <a:cubicBezTo>
                  <a:pt x="1335" y="2804"/>
                  <a:pt x="1444" y="2817"/>
                  <a:pt x="1552" y="2817"/>
                </a:cubicBezTo>
                <a:cubicBezTo>
                  <a:pt x="2190" y="2817"/>
                  <a:pt x="2767" y="2379"/>
                  <a:pt x="2920" y="1732"/>
                </a:cubicBezTo>
                <a:cubicBezTo>
                  <a:pt x="3098" y="976"/>
                  <a:pt x="2630" y="217"/>
                  <a:pt x="1873" y="38"/>
                </a:cubicBezTo>
                <a:cubicBezTo>
                  <a:pt x="1765" y="12"/>
                  <a:pt x="1656" y="0"/>
                  <a:pt x="154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p13"/>
          <p:cNvSpPr/>
          <p:nvPr/>
        </p:nvSpPr>
        <p:spPr>
          <a:xfrm rot="10800000">
            <a:off x="9143701" y="2317977"/>
            <a:ext cx="495116" cy="449917"/>
          </a:xfrm>
          <a:custGeom>
            <a:avLst/>
            <a:gdLst/>
            <a:ahLst/>
            <a:cxnLst/>
            <a:rect l="l" t="t" r="r" b="b"/>
            <a:pathLst>
              <a:path w="3100" h="2817" extrusionOk="0">
                <a:moveTo>
                  <a:pt x="1549" y="0"/>
                </a:moveTo>
                <a:cubicBezTo>
                  <a:pt x="910" y="0"/>
                  <a:pt x="332" y="437"/>
                  <a:pt x="179" y="1085"/>
                </a:cubicBezTo>
                <a:cubicBezTo>
                  <a:pt x="1" y="1842"/>
                  <a:pt x="470" y="2600"/>
                  <a:pt x="1227" y="2778"/>
                </a:cubicBezTo>
                <a:cubicBezTo>
                  <a:pt x="1335" y="2804"/>
                  <a:pt x="1444" y="2816"/>
                  <a:pt x="1551" y="2816"/>
                </a:cubicBezTo>
                <a:cubicBezTo>
                  <a:pt x="2189" y="2816"/>
                  <a:pt x="2766" y="2380"/>
                  <a:pt x="2919" y="1732"/>
                </a:cubicBezTo>
                <a:cubicBezTo>
                  <a:pt x="3099" y="974"/>
                  <a:pt x="2630" y="216"/>
                  <a:pt x="1873" y="38"/>
                </a:cubicBezTo>
                <a:cubicBezTo>
                  <a:pt x="1764" y="12"/>
                  <a:pt x="1656" y="0"/>
                  <a:pt x="1549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p13"/>
          <p:cNvSpPr/>
          <p:nvPr/>
        </p:nvSpPr>
        <p:spPr>
          <a:xfrm>
            <a:off x="7394509" y="-21490"/>
            <a:ext cx="5846984" cy="795307"/>
          </a:xfrm>
          <a:custGeom>
            <a:avLst/>
            <a:gdLst/>
            <a:ahLst/>
            <a:cxnLst/>
            <a:rect l="l" t="t" r="r" b="b"/>
            <a:pathLst>
              <a:path w="51588" h="7017" extrusionOk="0">
                <a:moveTo>
                  <a:pt x="40194" y="0"/>
                </a:moveTo>
                <a:cubicBezTo>
                  <a:pt x="40147" y="0"/>
                  <a:pt x="40101" y="26"/>
                  <a:pt x="40086" y="87"/>
                </a:cubicBezTo>
                <a:cubicBezTo>
                  <a:pt x="39609" y="1998"/>
                  <a:pt x="39290" y="3945"/>
                  <a:pt x="39132" y="5911"/>
                </a:cubicBezTo>
                <a:lnTo>
                  <a:pt x="39132" y="5911"/>
                </a:lnTo>
                <a:cubicBezTo>
                  <a:pt x="37627" y="5730"/>
                  <a:pt x="36112" y="5637"/>
                  <a:pt x="34595" y="5632"/>
                </a:cubicBezTo>
                <a:cubicBezTo>
                  <a:pt x="34552" y="5631"/>
                  <a:pt x="34509" y="5631"/>
                  <a:pt x="34466" y="5631"/>
                </a:cubicBezTo>
                <a:cubicBezTo>
                  <a:pt x="33733" y="5631"/>
                  <a:pt x="33000" y="5652"/>
                  <a:pt x="32268" y="5694"/>
                </a:cubicBezTo>
                <a:cubicBezTo>
                  <a:pt x="32063" y="5705"/>
                  <a:pt x="31847" y="5721"/>
                  <a:pt x="31632" y="5721"/>
                </a:cubicBezTo>
                <a:cubicBezTo>
                  <a:pt x="31203" y="5721"/>
                  <a:pt x="30776" y="5658"/>
                  <a:pt x="30444" y="5370"/>
                </a:cubicBezTo>
                <a:cubicBezTo>
                  <a:pt x="30421" y="5348"/>
                  <a:pt x="30390" y="5336"/>
                  <a:pt x="30358" y="5336"/>
                </a:cubicBezTo>
                <a:cubicBezTo>
                  <a:pt x="30338" y="5336"/>
                  <a:pt x="30317" y="5341"/>
                  <a:pt x="30298" y="5351"/>
                </a:cubicBezTo>
                <a:cubicBezTo>
                  <a:pt x="29530" y="5752"/>
                  <a:pt x="28691" y="6027"/>
                  <a:pt x="27824" y="6100"/>
                </a:cubicBezTo>
                <a:cubicBezTo>
                  <a:pt x="27667" y="6114"/>
                  <a:pt x="27509" y="6121"/>
                  <a:pt x="27352" y="6121"/>
                </a:cubicBezTo>
                <a:cubicBezTo>
                  <a:pt x="27081" y="6121"/>
                  <a:pt x="26809" y="6100"/>
                  <a:pt x="26540" y="6058"/>
                </a:cubicBezTo>
                <a:cubicBezTo>
                  <a:pt x="26145" y="5994"/>
                  <a:pt x="25771" y="5859"/>
                  <a:pt x="25384" y="5757"/>
                </a:cubicBezTo>
                <a:cubicBezTo>
                  <a:pt x="25163" y="5699"/>
                  <a:pt x="24931" y="5651"/>
                  <a:pt x="24701" y="5651"/>
                </a:cubicBezTo>
                <a:cubicBezTo>
                  <a:pt x="24569" y="5651"/>
                  <a:pt x="24439" y="5666"/>
                  <a:pt x="24311" y="5704"/>
                </a:cubicBezTo>
                <a:cubicBezTo>
                  <a:pt x="24066" y="5776"/>
                  <a:pt x="23773" y="6065"/>
                  <a:pt x="23508" y="6065"/>
                </a:cubicBezTo>
                <a:cubicBezTo>
                  <a:pt x="23423" y="6065"/>
                  <a:pt x="23340" y="6036"/>
                  <a:pt x="23263" y="5960"/>
                </a:cubicBezTo>
                <a:cubicBezTo>
                  <a:pt x="22985" y="5685"/>
                  <a:pt x="22901" y="5165"/>
                  <a:pt x="22794" y="4805"/>
                </a:cubicBezTo>
                <a:cubicBezTo>
                  <a:pt x="22665" y="4375"/>
                  <a:pt x="22548" y="3939"/>
                  <a:pt x="22445" y="3500"/>
                </a:cubicBezTo>
                <a:cubicBezTo>
                  <a:pt x="22208" y="2493"/>
                  <a:pt x="22040" y="1472"/>
                  <a:pt x="21943" y="441"/>
                </a:cubicBezTo>
                <a:cubicBezTo>
                  <a:pt x="21936" y="369"/>
                  <a:pt x="21865" y="321"/>
                  <a:pt x="21802" y="321"/>
                </a:cubicBezTo>
                <a:cubicBezTo>
                  <a:pt x="21755" y="321"/>
                  <a:pt x="21713" y="347"/>
                  <a:pt x="21705" y="409"/>
                </a:cubicBezTo>
                <a:cubicBezTo>
                  <a:pt x="21704" y="419"/>
                  <a:pt x="21702" y="430"/>
                  <a:pt x="21701" y="441"/>
                </a:cubicBezTo>
                <a:lnTo>
                  <a:pt x="21701" y="441"/>
                </a:lnTo>
                <a:lnTo>
                  <a:pt x="21700" y="441"/>
                </a:lnTo>
                <a:lnTo>
                  <a:pt x="21700" y="441"/>
                </a:lnTo>
                <a:cubicBezTo>
                  <a:pt x="21700" y="442"/>
                  <a:pt x="21700" y="443"/>
                  <a:pt x="21700" y="443"/>
                </a:cubicBezTo>
                <a:lnTo>
                  <a:pt x="21700" y="443"/>
                </a:lnTo>
                <a:cubicBezTo>
                  <a:pt x="21422" y="2412"/>
                  <a:pt x="21064" y="4367"/>
                  <a:pt x="20627" y="6308"/>
                </a:cubicBezTo>
                <a:lnTo>
                  <a:pt x="20627" y="6308"/>
                </a:lnTo>
                <a:cubicBezTo>
                  <a:pt x="20193" y="5809"/>
                  <a:pt x="19613" y="5656"/>
                  <a:pt x="18985" y="5656"/>
                </a:cubicBezTo>
                <a:cubicBezTo>
                  <a:pt x="18017" y="5656"/>
                  <a:pt x="16934" y="6019"/>
                  <a:pt x="16086" y="6040"/>
                </a:cubicBezTo>
                <a:cubicBezTo>
                  <a:pt x="16026" y="6042"/>
                  <a:pt x="15966" y="6042"/>
                  <a:pt x="15906" y="6042"/>
                </a:cubicBezTo>
                <a:cubicBezTo>
                  <a:pt x="15020" y="6042"/>
                  <a:pt x="14142" y="5892"/>
                  <a:pt x="13257" y="5882"/>
                </a:cubicBezTo>
                <a:cubicBezTo>
                  <a:pt x="13220" y="5882"/>
                  <a:pt x="13184" y="5882"/>
                  <a:pt x="13147" y="5882"/>
                </a:cubicBezTo>
                <a:cubicBezTo>
                  <a:pt x="12743" y="5882"/>
                  <a:pt x="12337" y="5916"/>
                  <a:pt x="11944" y="6009"/>
                </a:cubicBezTo>
                <a:cubicBezTo>
                  <a:pt x="11728" y="6062"/>
                  <a:pt x="11524" y="6140"/>
                  <a:pt x="11317" y="6220"/>
                </a:cubicBezTo>
                <a:cubicBezTo>
                  <a:pt x="11229" y="6253"/>
                  <a:pt x="11124" y="6294"/>
                  <a:pt x="11023" y="6294"/>
                </a:cubicBezTo>
                <a:cubicBezTo>
                  <a:pt x="10995" y="6294"/>
                  <a:pt x="10968" y="6291"/>
                  <a:pt x="10941" y="6283"/>
                </a:cubicBezTo>
                <a:cubicBezTo>
                  <a:pt x="10819" y="6250"/>
                  <a:pt x="10737" y="6144"/>
                  <a:pt x="10647" y="6064"/>
                </a:cubicBezTo>
                <a:cubicBezTo>
                  <a:pt x="10474" y="5905"/>
                  <a:pt x="10309" y="5839"/>
                  <a:pt x="10157" y="5839"/>
                </a:cubicBezTo>
                <a:cubicBezTo>
                  <a:pt x="9878" y="5839"/>
                  <a:pt x="9642" y="6062"/>
                  <a:pt x="9476" y="6349"/>
                </a:cubicBezTo>
                <a:lnTo>
                  <a:pt x="9476" y="6349"/>
                </a:lnTo>
                <a:cubicBezTo>
                  <a:pt x="9350" y="4334"/>
                  <a:pt x="9024" y="2335"/>
                  <a:pt x="8503" y="384"/>
                </a:cubicBezTo>
                <a:cubicBezTo>
                  <a:pt x="8488" y="328"/>
                  <a:pt x="8431" y="297"/>
                  <a:pt x="8377" y="297"/>
                </a:cubicBezTo>
                <a:cubicBezTo>
                  <a:pt x="8326" y="297"/>
                  <a:pt x="8278" y="324"/>
                  <a:pt x="8269" y="384"/>
                </a:cubicBezTo>
                <a:cubicBezTo>
                  <a:pt x="7971" y="2396"/>
                  <a:pt x="7391" y="4355"/>
                  <a:pt x="6547" y="6207"/>
                </a:cubicBezTo>
                <a:lnTo>
                  <a:pt x="6547" y="6207"/>
                </a:lnTo>
                <a:cubicBezTo>
                  <a:pt x="5592" y="6031"/>
                  <a:pt x="4624" y="5942"/>
                  <a:pt x="3654" y="5942"/>
                </a:cubicBezTo>
                <a:cubicBezTo>
                  <a:pt x="3490" y="5942"/>
                  <a:pt x="3326" y="5945"/>
                  <a:pt x="3163" y="5950"/>
                </a:cubicBezTo>
                <a:cubicBezTo>
                  <a:pt x="2632" y="5967"/>
                  <a:pt x="2110" y="6035"/>
                  <a:pt x="1582" y="6067"/>
                </a:cubicBezTo>
                <a:cubicBezTo>
                  <a:pt x="1496" y="6073"/>
                  <a:pt x="1406" y="6076"/>
                  <a:pt x="1316" y="6076"/>
                </a:cubicBezTo>
                <a:cubicBezTo>
                  <a:pt x="928" y="6076"/>
                  <a:pt x="522" y="6007"/>
                  <a:pt x="276" y="5683"/>
                </a:cubicBezTo>
                <a:cubicBezTo>
                  <a:pt x="249" y="5647"/>
                  <a:pt x="211" y="5632"/>
                  <a:pt x="174" y="5632"/>
                </a:cubicBezTo>
                <a:cubicBezTo>
                  <a:pt x="86" y="5632"/>
                  <a:pt x="0" y="5719"/>
                  <a:pt x="67" y="5806"/>
                </a:cubicBezTo>
                <a:lnTo>
                  <a:pt x="65" y="5806"/>
                </a:lnTo>
                <a:cubicBezTo>
                  <a:pt x="380" y="6221"/>
                  <a:pt x="854" y="6327"/>
                  <a:pt x="1354" y="6327"/>
                </a:cubicBezTo>
                <a:cubicBezTo>
                  <a:pt x="1802" y="6327"/>
                  <a:pt x="2272" y="6241"/>
                  <a:pt x="2666" y="6216"/>
                </a:cubicBezTo>
                <a:cubicBezTo>
                  <a:pt x="2996" y="6195"/>
                  <a:pt x="3327" y="6185"/>
                  <a:pt x="3658" y="6185"/>
                </a:cubicBezTo>
                <a:cubicBezTo>
                  <a:pt x="4639" y="6185"/>
                  <a:pt x="5619" y="6277"/>
                  <a:pt x="6586" y="6461"/>
                </a:cubicBezTo>
                <a:cubicBezTo>
                  <a:pt x="6594" y="6462"/>
                  <a:pt x="6604" y="6463"/>
                  <a:pt x="6613" y="6463"/>
                </a:cubicBezTo>
                <a:cubicBezTo>
                  <a:pt x="6656" y="6463"/>
                  <a:pt x="6703" y="6446"/>
                  <a:pt x="6723" y="6405"/>
                </a:cubicBezTo>
                <a:cubicBezTo>
                  <a:pt x="7516" y="4686"/>
                  <a:pt x="8085" y="2871"/>
                  <a:pt x="8412" y="1007"/>
                </a:cubicBezTo>
                <a:lnTo>
                  <a:pt x="8412" y="1007"/>
                </a:lnTo>
                <a:cubicBezTo>
                  <a:pt x="8889" y="2938"/>
                  <a:pt x="9173" y="4911"/>
                  <a:pt x="9262" y="6898"/>
                </a:cubicBezTo>
                <a:cubicBezTo>
                  <a:pt x="9265" y="6973"/>
                  <a:pt x="9329" y="7017"/>
                  <a:pt x="9391" y="7017"/>
                </a:cubicBezTo>
                <a:cubicBezTo>
                  <a:pt x="9439" y="7017"/>
                  <a:pt x="9485" y="6990"/>
                  <a:pt x="9500" y="6930"/>
                </a:cubicBezTo>
                <a:cubicBezTo>
                  <a:pt x="9573" y="6645"/>
                  <a:pt x="9736" y="6159"/>
                  <a:pt x="10064" y="6074"/>
                </a:cubicBezTo>
                <a:cubicBezTo>
                  <a:pt x="10093" y="6066"/>
                  <a:pt x="10121" y="6063"/>
                  <a:pt x="10148" y="6063"/>
                </a:cubicBezTo>
                <a:cubicBezTo>
                  <a:pt x="10421" y="6063"/>
                  <a:pt x="10593" y="6421"/>
                  <a:pt x="10845" y="6506"/>
                </a:cubicBezTo>
                <a:cubicBezTo>
                  <a:pt x="10907" y="6526"/>
                  <a:pt x="10969" y="6535"/>
                  <a:pt x="11032" y="6535"/>
                </a:cubicBezTo>
                <a:cubicBezTo>
                  <a:pt x="11319" y="6535"/>
                  <a:pt x="11614" y="6351"/>
                  <a:pt x="11880" y="6277"/>
                </a:cubicBezTo>
                <a:cubicBezTo>
                  <a:pt x="12292" y="6162"/>
                  <a:pt x="12719" y="6124"/>
                  <a:pt x="13145" y="6124"/>
                </a:cubicBezTo>
                <a:cubicBezTo>
                  <a:pt x="13152" y="6124"/>
                  <a:pt x="13159" y="6124"/>
                  <a:pt x="13166" y="6124"/>
                </a:cubicBezTo>
                <a:cubicBezTo>
                  <a:pt x="14006" y="6124"/>
                  <a:pt x="14837" y="6259"/>
                  <a:pt x="15676" y="6281"/>
                </a:cubicBezTo>
                <a:cubicBezTo>
                  <a:pt x="15722" y="6282"/>
                  <a:pt x="15768" y="6283"/>
                  <a:pt x="15814" y="6283"/>
                </a:cubicBezTo>
                <a:cubicBezTo>
                  <a:pt x="16620" y="6283"/>
                  <a:pt x="17375" y="6095"/>
                  <a:pt x="18170" y="5963"/>
                </a:cubicBezTo>
                <a:cubicBezTo>
                  <a:pt x="18399" y="5925"/>
                  <a:pt x="18644" y="5900"/>
                  <a:pt x="18889" y="5900"/>
                </a:cubicBezTo>
                <a:cubicBezTo>
                  <a:pt x="19544" y="5900"/>
                  <a:pt x="20204" y="6076"/>
                  <a:pt x="20584" y="6648"/>
                </a:cubicBezTo>
                <a:cubicBezTo>
                  <a:pt x="20609" y="6686"/>
                  <a:pt x="20652" y="6706"/>
                  <a:pt x="20694" y="6706"/>
                </a:cubicBezTo>
                <a:cubicBezTo>
                  <a:pt x="20744" y="6706"/>
                  <a:pt x="20792" y="6678"/>
                  <a:pt x="20805" y="6620"/>
                </a:cubicBezTo>
                <a:cubicBezTo>
                  <a:pt x="21202" y="4882"/>
                  <a:pt x="21536" y="3131"/>
                  <a:pt x="21806" y="1368"/>
                </a:cubicBezTo>
                <a:lnTo>
                  <a:pt x="21806" y="1368"/>
                </a:lnTo>
                <a:cubicBezTo>
                  <a:pt x="21895" y="2027"/>
                  <a:pt x="22012" y="2681"/>
                  <a:pt x="22156" y="3330"/>
                </a:cubicBezTo>
                <a:cubicBezTo>
                  <a:pt x="22266" y="3816"/>
                  <a:pt x="22392" y="4298"/>
                  <a:pt x="22533" y="4777"/>
                </a:cubicBezTo>
                <a:cubicBezTo>
                  <a:pt x="22649" y="5170"/>
                  <a:pt x="22741" y="5625"/>
                  <a:pt x="22967" y="5973"/>
                </a:cubicBezTo>
                <a:cubicBezTo>
                  <a:pt x="23099" y="6175"/>
                  <a:pt x="23293" y="6317"/>
                  <a:pt x="23520" y="6317"/>
                </a:cubicBezTo>
                <a:cubicBezTo>
                  <a:pt x="23577" y="6317"/>
                  <a:pt x="23636" y="6308"/>
                  <a:pt x="23697" y="6289"/>
                </a:cubicBezTo>
                <a:cubicBezTo>
                  <a:pt x="23862" y="6236"/>
                  <a:pt x="23995" y="6124"/>
                  <a:pt x="24144" y="6039"/>
                </a:cubicBezTo>
                <a:cubicBezTo>
                  <a:pt x="24324" y="5935"/>
                  <a:pt x="24517" y="5894"/>
                  <a:pt x="24718" y="5894"/>
                </a:cubicBezTo>
                <a:cubicBezTo>
                  <a:pt x="24772" y="5894"/>
                  <a:pt x="24825" y="5896"/>
                  <a:pt x="24880" y="5902"/>
                </a:cubicBezTo>
                <a:cubicBezTo>
                  <a:pt x="25352" y="5951"/>
                  <a:pt x="25797" y="6154"/>
                  <a:pt x="26260" y="6251"/>
                </a:cubicBezTo>
                <a:cubicBezTo>
                  <a:pt x="26616" y="6325"/>
                  <a:pt x="26978" y="6363"/>
                  <a:pt x="27342" y="6363"/>
                </a:cubicBezTo>
                <a:cubicBezTo>
                  <a:pt x="27415" y="6363"/>
                  <a:pt x="27488" y="6361"/>
                  <a:pt x="27561" y="6358"/>
                </a:cubicBezTo>
                <a:cubicBezTo>
                  <a:pt x="28533" y="6322"/>
                  <a:pt x="29480" y="6039"/>
                  <a:pt x="30344" y="5599"/>
                </a:cubicBezTo>
                <a:lnTo>
                  <a:pt x="30344" y="5599"/>
                </a:lnTo>
                <a:cubicBezTo>
                  <a:pt x="30725" y="5890"/>
                  <a:pt x="31192" y="5960"/>
                  <a:pt x="31663" y="5960"/>
                </a:cubicBezTo>
                <a:cubicBezTo>
                  <a:pt x="31741" y="5960"/>
                  <a:pt x="31819" y="5958"/>
                  <a:pt x="31897" y="5955"/>
                </a:cubicBezTo>
                <a:cubicBezTo>
                  <a:pt x="32694" y="5924"/>
                  <a:pt x="33491" y="5877"/>
                  <a:pt x="34290" y="5873"/>
                </a:cubicBezTo>
                <a:cubicBezTo>
                  <a:pt x="34342" y="5873"/>
                  <a:pt x="34394" y="5873"/>
                  <a:pt x="34445" y="5873"/>
                </a:cubicBezTo>
                <a:cubicBezTo>
                  <a:pt x="36049" y="5873"/>
                  <a:pt x="37649" y="5970"/>
                  <a:pt x="39242" y="6166"/>
                </a:cubicBezTo>
                <a:cubicBezTo>
                  <a:pt x="39246" y="6166"/>
                  <a:pt x="39250" y="6166"/>
                  <a:pt x="39253" y="6166"/>
                </a:cubicBezTo>
                <a:cubicBezTo>
                  <a:pt x="39316" y="6166"/>
                  <a:pt x="39358" y="6100"/>
                  <a:pt x="39362" y="6044"/>
                </a:cubicBezTo>
                <a:cubicBezTo>
                  <a:pt x="39496" y="4312"/>
                  <a:pt x="39757" y="2592"/>
                  <a:pt x="40142" y="898"/>
                </a:cubicBezTo>
                <a:lnTo>
                  <a:pt x="40142" y="898"/>
                </a:lnTo>
                <a:cubicBezTo>
                  <a:pt x="40298" y="2532"/>
                  <a:pt x="40648" y="4141"/>
                  <a:pt x="41185" y="5694"/>
                </a:cubicBezTo>
                <a:cubicBezTo>
                  <a:pt x="41201" y="5745"/>
                  <a:pt x="41249" y="5782"/>
                  <a:pt x="41303" y="5783"/>
                </a:cubicBezTo>
                <a:cubicBezTo>
                  <a:pt x="43109" y="5836"/>
                  <a:pt x="44916" y="5857"/>
                  <a:pt x="46722" y="5857"/>
                </a:cubicBezTo>
                <a:cubicBezTo>
                  <a:pt x="48292" y="5857"/>
                  <a:pt x="49861" y="5841"/>
                  <a:pt x="51431" y="5818"/>
                </a:cubicBezTo>
                <a:cubicBezTo>
                  <a:pt x="51585" y="5815"/>
                  <a:pt x="51587" y="5576"/>
                  <a:pt x="51433" y="5576"/>
                </a:cubicBezTo>
                <a:cubicBezTo>
                  <a:pt x="51433" y="5576"/>
                  <a:pt x="51432" y="5576"/>
                  <a:pt x="51431" y="5576"/>
                </a:cubicBezTo>
                <a:cubicBezTo>
                  <a:pt x="49855" y="5599"/>
                  <a:pt x="48279" y="5615"/>
                  <a:pt x="46703" y="5615"/>
                </a:cubicBezTo>
                <a:cubicBezTo>
                  <a:pt x="44931" y="5615"/>
                  <a:pt x="43160" y="5595"/>
                  <a:pt x="41389" y="5544"/>
                </a:cubicBezTo>
                <a:lnTo>
                  <a:pt x="41389" y="5544"/>
                </a:lnTo>
                <a:cubicBezTo>
                  <a:pt x="40791" y="3792"/>
                  <a:pt x="40432" y="1967"/>
                  <a:pt x="40324" y="119"/>
                </a:cubicBezTo>
                <a:cubicBezTo>
                  <a:pt x="40320" y="45"/>
                  <a:pt x="40255" y="0"/>
                  <a:pt x="4019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3" name="Google Shape;283;p13"/>
          <p:cNvSpPr/>
          <p:nvPr/>
        </p:nvSpPr>
        <p:spPr>
          <a:xfrm>
            <a:off x="-3741816" y="-21490"/>
            <a:ext cx="5846984" cy="795307"/>
          </a:xfrm>
          <a:custGeom>
            <a:avLst/>
            <a:gdLst/>
            <a:ahLst/>
            <a:cxnLst/>
            <a:rect l="l" t="t" r="r" b="b"/>
            <a:pathLst>
              <a:path w="51588" h="7017" extrusionOk="0">
                <a:moveTo>
                  <a:pt x="40194" y="0"/>
                </a:moveTo>
                <a:cubicBezTo>
                  <a:pt x="40147" y="0"/>
                  <a:pt x="40101" y="26"/>
                  <a:pt x="40086" y="87"/>
                </a:cubicBezTo>
                <a:cubicBezTo>
                  <a:pt x="39609" y="1998"/>
                  <a:pt x="39290" y="3945"/>
                  <a:pt x="39132" y="5911"/>
                </a:cubicBezTo>
                <a:lnTo>
                  <a:pt x="39132" y="5911"/>
                </a:lnTo>
                <a:cubicBezTo>
                  <a:pt x="37627" y="5730"/>
                  <a:pt x="36112" y="5637"/>
                  <a:pt x="34595" y="5632"/>
                </a:cubicBezTo>
                <a:cubicBezTo>
                  <a:pt x="34552" y="5631"/>
                  <a:pt x="34509" y="5631"/>
                  <a:pt x="34466" y="5631"/>
                </a:cubicBezTo>
                <a:cubicBezTo>
                  <a:pt x="33733" y="5631"/>
                  <a:pt x="33000" y="5652"/>
                  <a:pt x="32268" y="5694"/>
                </a:cubicBezTo>
                <a:cubicBezTo>
                  <a:pt x="32063" y="5705"/>
                  <a:pt x="31847" y="5721"/>
                  <a:pt x="31632" y="5721"/>
                </a:cubicBezTo>
                <a:cubicBezTo>
                  <a:pt x="31203" y="5721"/>
                  <a:pt x="30776" y="5658"/>
                  <a:pt x="30444" y="5370"/>
                </a:cubicBezTo>
                <a:cubicBezTo>
                  <a:pt x="30421" y="5348"/>
                  <a:pt x="30390" y="5336"/>
                  <a:pt x="30358" y="5336"/>
                </a:cubicBezTo>
                <a:cubicBezTo>
                  <a:pt x="30338" y="5336"/>
                  <a:pt x="30317" y="5341"/>
                  <a:pt x="30298" y="5351"/>
                </a:cubicBezTo>
                <a:cubicBezTo>
                  <a:pt x="29530" y="5752"/>
                  <a:pt x="28691" y="6027"/>
                  <a:pt x="27824" y="6100"/>
                </a:cubicBezTo>
                <a:cubicBezTo>
                  <a:pt x="27667" y="6114"/>
                  <a:pt x="27509" y="6121"/>
                  <a:pt x="27352" y="6121"/>
                </a:cubicBezTo>
                <a:cubicBezTo>
                  <a:pt x="27081" y="6121"/>
                  <a:pt x="26809" y="6100"/>
                  <a:pt x="26540" y="6058"/>
                </a:cubicBezTo>
                <a:cubicBezTo>
                  <a:pt x="26145" y="5994"/>
                  <a:pt x="25771" y="5859"/>
                  <a:pt x="25384" y="5757"/>
                </a:cubicBezTo>
                <a:cubicBezTo>
                  <a:pt x="25163" y="5699"/>
                  <a:pt x="24931" y="5651"/>
                  <a:pt x="24701" y="5651"/>
                </a:cubicBezTo>
                <a:cubicBezTo>
                  <a:pt x="24569" y="5651"/>
                  <a:pt x="24439" y="5666"/>
                  <a:pt x="24311" y="5704"/>
                </a:cubicBezTo>
                <a:cubicBezTo>
                  <a:pt x="24066" y="5776"/>
                  <a:pt x="23773" y="6065"/>
                  <a:pt x="23508" y="6065"/>
                </a:cubicBezTo>
                <a:cubicBezTo>
                  <a:pt x="23423" y="6065"/>
                  <a:pt x="23340" y="6036"/>
                  <a:pt x="23263" y="5960"/>
                </a:cubicBezTo>
                <a:cubicBezTo>
                  <a:pt x="22985" y="5685"/>
                  <a:pt x="22901" y="5165"/>
                  <a:pt x="22794" y="4805"/>
                </a:cubicBezTo>
                <a:cubicBezTo>
                  <a:pt x="22665" y="4375"/>
                  <a:pt x="22548" y="3939"/>
                  <a:pt x="22445" y="3500"/>
                </a:cubicBezTo>
                <a:cubicBezTo>
                  <a:pt x="22208" y="2493"/>
                  <a:pt x="22040" y="1472"/>
                  <a:pt x="21943" y="441"/>
                </a:cubicBezTo>
                <a:cubicBezTo>
                  <a:pt x="21936" y="369"/>
                  <a:pt x="21865" y="321"/>
                  <a:pt x="21802" y="321"/>
                </a:cubicBezTo>
                <a:cubicBezTo>
                  <a:pt x="21755" y="321"/>
                  <a:pt x="21713" y="347"/>
                  <a:pt x="21705" y="409"/>
                </a:cubicBezTo>
                <a:cubicBezTo>
                  <a:pt x="21704" y="419"/>
                  <a:pt x="21702" y="430"/>
                  <a:pt x="21701" y="441"/>
                </a:cubicBezTo>
                <a:lnTo>
                  <a:pt x="21701" y="441"/>
                </a:lnTo>
                <a:lnTo>
                  <a:pt x="21700" y="441"/>
                </a:lnTo>
                <a:lnTo>
                  <a:pt x="21700" y="441"/>
                </a:lnTo>
                <a:cubicBezTo>
                  <a:pt x="21700" y="442"/>
                  <a:pt x="21700" y="443"/>
                  <a:pt x="21700" y="443"/>
                </a:cubicBezTo>
                <a:lnTo>
                  <a:pt x="21700" y="443"/>
                </a:lnTo>
                <a:cubicBezTo>
                  <a:pt x="21422" y="2412"/>
                  <a:pt x="21064" y="4367"/>
                  <a:pt x="20627" y="6308"/>
                </a:cubicBezTo>
                <a:lnTo>
                  <a:pt x="20627" y="6308"/>
                </a:lnTo>
                <a:cubicBezTo>
                  <a:pt x="20193" y="5809"/>
                  <a:pt x="19613" y="5656"/>
                  <a:pt x="18985" y="5656"/>
                </a:cubicBezTo>
                <a:cubicBezTo>
                  <a:pt x="18017" y="5656"/>
                  <a:pt x="16934" y="6019"/>
                  <a:pt x="16086" y="6040"/>
                </a:cubicBezTo>
                <a:cubicBezTo>
                  <a:pt x="16026" y="6042"/>
                  <a:pt x="15966" y="6042"/>
                  <a:pt x="15906" y="6042"/>
                </a:cubicBezTo>
                <a:cubicBezTo>
                  <a:pt x="15020" y="6042"/>
                  <a:pt x="14142" y="5892"/>
                  <a:pt x="13257" y="5882"/>
                </a:cubicBezTo>
                <a:cubicBezTo>
                  <a:pt x="13220" y="5882"/>
                  <a:pt x="13184" y="5882"/>
                  <a:pt x="13147" y="5882"/>
                </a:cubicBezTo>
                <a:cubicBezTo>
                  <a:pt x="12743" y="5882"/>
                  <a:pt x="12337" y="5916"/>
                  <a:pt x="11944" y="6009"/>
                </a:cubicBezTo>
                <a:cubicBezTo>
                  <a:pt x="11728" y="6062"/>
                  <a:pt x="11524" y="6140"/>
                  <a:pt x="11317" y="6220"/>
                </a:cubicBezTo>
                <a:cubicBezTo>
                  <a:pt x="11229" y="6253"/>
                  <a:pt x="11124" y="6294"/>
                  <a:pt x="11023" y="6294"/>
                </a:cubicBezTo>
                <a:cubicBezTo>
                  <a:pt x="10995" y="6294"/>
                  <a:pt x="10968" y="6291"/>
                  <a:pt x="10941" y="6283"/>
                </a:cubicBezTo>
                <a:cubicBezTo>
                  <a:pt x="10819" y="6250"/>
                  <a:pt x="10737" y="6144"/>
                  <a:pt x="10647" y="6064"/>
                </a:cubicBezTo>
                <a:cubicBezTo>
                  <a:pt x="10474" y="5905"/>
                  <a:pt x="10309" y="5839"/>
                  <a:pt x="10157" y="5839"/>
                </a:cubicBezTo>
                <a:cubicBezTo>
                  <a:pt x="9878" y="5839"/>
                  <a:pt x="9642" y="6062"/>
                  <a:pt x="9476" y="6349"/>
                </a:cubicBezTo>
                <a:lnTo>
                  <a:pt x="9476" y="6349"/>
                </a:lnTo>
                <a:cubicBezTo>
                  <a:pt x="9350" y="4334"/>
                  <a:pt x="9024" y="2335"/>
                  <a:pt x="8503" y="384"/>
                </a:cubicBezTo>
                <a:cubicBezTo>
                  <a:pt x="8488" y="328"/>
                  <a:pt x="8431" y="297"/>
                  <a:pt x="8377" y="297"/>
                </a:cubicBezTo>
                <a:cubicBezTo>
                  <a:pt x="8326" y="297"/>
                  <a:pt x="8278" y="324"/>
                  <a:pt x="8269" y="384"/>
                </a:cubicBezTo>
                <a:cubicBezTo>
                  <a:pt x="7971" y="2396"/>
                  <a:pt x="7391" y="4355"/>
                  <a:pt x="6547" y="6207"/>
                </a:cubicBezTo>
                <a:lnTo>
                  <a:pt x="6547" y="6207"/>
                </a:lnTo>
                <a:cubicBezTo>
                  <a:pt x="5592" y="6031"/>
                  <a:pt x="4624" y="5942"/>
                  <a:pt x="3654" y="5942"/>
                </a:cubicBezTo>
                <a:cubicBezTo>
                  <a:pt x="3490" y="5942"/>
                  <a:pt x="3326" y="5945"/>
                  <a:pt x="3163" y="5950"/>
                </a:cubicBezTo>
                <a:cubicBezTo>
                  <a:pt x="2632" y="5967"/>
                  <a:pt x="2110" y="6035"/>
                  <a:pt x="1582" y="6067"/>
                </a:cubicBezTo>
                <a:cubicBezTo>
                  <a:pt x="1496" y="6073"/>
                  <a:pt x="1406" y="6076"/>
                  <a:pt x="1316" y="6076"/>
                </a:cubicBezTo>
                <a:cubicBezTo>
                  <a:pt x="928" y="6076"/>
                  <a:pt x="522" y="6007"/>
                  <a:pt x="276" y="5683"/>
                </a:cubicBezTo>
                <a:cubicBezTo>
                  <a:pt x="249" y="5647"/>
                  <a:pt x="211" y="5632"/>
                  <a:pt x="174" y="5632"/>
                </a:cubicBezTo>
                <a:cubicBezTo>
                  <a:pt x="86" y="5632"/>
                  <a:pt x="0" y="5719"/>
                  <a:pt x="67" y="5806"/>
                </a:cubicBezTo>
                <a:lnTo>
                  <a:pt x="65" y="5806"/>
                </a:lnTo>
                <a:cubicBezTo>
                  <a:pt x="380" y="6221"/>
                  <a:pt x="854" y="6327"/>
                  <a:pt x="1354" y="6327"/>
                </a:cubicBezTo>
                <a:cubicBezTo>
                  <a:pt x="1802" y="6327"/>
                  <a:pt x="2272" y="6241"/>
                  <a:pt x="2666" y="6216"/>
                </a:cubicBezTo>
                <a:cubicBezTo>
                  <a:pt x="2996" y="6195"/>
                  <a:pt x="3327" y="6185"/>
                  <a:pt x="3658" y="6185"/>
                </a:cubicBezTo>
                <a:cubicBezTo>
                  <a:pt x="4639" y="6185"/>
                  <a:pt x="5619" y="6277"/>
                  <a:pt x="6586" y="6461"/>
                </a:cubicBezTo>
                <a:cubicBezTo>
                  <a:pt x="6594" y="6462"/>
                  <a:pt x="6604" y="6463"/>
                  <a:pt x="6613" y="6463"/>
                </a:cubicBezTo>
                <a:cubicBezTo>
                  <a:pt x="6656" y="6463"/>
                  <a:pt x="6703" y="6446"/>
                  <a:pt x="6723" y="6405"/>
                </a:cubicBezTo>
                <a:cubicBezTo>
                  <a:pt x="7516" y="4686"/>
                  <a:pt x="8085" y="2871"/>
                  <a:pt x="8412" y="1007"/>
                </a:cubicBezTo>
                <a:lnTo>
                  <a:pt x="8412" y="1007"/>
                </a:lnTo>
                <a:cubicBezTo>
                  <a:pt x="8889" y="2938"/>
                  <a:pt x="9173" y="4911"/>
                  <a:pt x="9262" y="6898"/>
                </a:cubicBezTo>
                <a:cubicBezTo>
                  <a:pt x="9265" y="6973"/>
                  <a:pt x="9329" y="7017"/>
                  <a:pt x="9391" y="7017"/>
                </a:cubicBezTo>
                <a:cubicBezTo>
                  <a:pt x="9439" y="7017"/>
                  <a:pt x="9485" y="6990"/>
                  <a:pt x="9500" y="6930"/>
                </a:cubicBezTo>
                <a:cubicBezTo>
                  <a:pt x="9573" y="6645"/>
                  <a:pt x="9736" y="6159"/>
                  <a:pt x="10064" y="6074"/>
                </a:cubicBezTo>
                <a:cubicBezTo>
                  <a:pt x="10093" y="6066"/>
                  <a:pt x="10121" y="6063"/>
                  <a:pt x="10148" y="6063"/>
                </a:cubicBezTo>
                <a:cubicBezTo>
                  <a:pt x="10421" y="6063"/>
                  <a:pt x="10593" y="6421"/>
                  <a:pt x="10845" y="6506"/>
                </a:cubicBezTo>
                <a:cubicBezTo>
                  <a:pt x="10907" y="6526"/>
                  <a:pt x="10969" y="6535"/>
                  <a:pt x="11032" y="6535"/>
                </a:cubicBezTo>
                <a:cubicBezTo>
                  <a:pt x="11319" y="6535"/>
                  <a:pt x="11614" y="6351"/>
                  <a:pt x="11880" y="6277"/>
                </a:cubicBezTo>
                <a:cubicBezTo>
                  <a:pt x="12292" y="6162"/>
                  <a:pt x="12719" y="6124"/>
                  <a:pt x="13145" y="6124"/>
                </a:cubicBezTo>
                <a:cubicBezTo>
                  <a:pt x="13152" y="6124"/>
                  <a:pt x="13159" y="6124"/>
                  <a:pt x="13166" y="6124"/>
                </a:cubicBezTo>
                <a:cubicBezTo>
                  <a:pt x="14006" y="6124"/>
                  <a:pt x="14837" y="6259"/>
                  <a:pt x="15676" y="6281"/>
                </a:cubicBezTo>
                <a:cubicBezTo>
                  <a:pt x="15722" y="6282"/>
                  <a:pt x="15768" y="6283"/>
                  <a:pt x="15814" y="6283"/>
                </a:cubicBezTo>
                <a:cubicBezTo>
                  <a:pt x="16620" y="6283"/>
                  <a:pt x="17375" y="6095"/>
                  <a:pt x="18170" y="5963"/>
                </a:cubicBezTo>
                <a:cubicBezTo>
                  <a:pt x="18399" y="5925"/>
                  <a:pt x="18644" y="5900"/>
                  <a:pt x="18889" y="5900"/>
                </a:cubicBezTo>
                <a:cubicBezTo>
                  <a:pt x="19544" y="5900"/>
                  <a:pt x="20204" y="6076"/>
                  <a:pt x="20584" y="6648"/>
                </a:cubicBezTo>
                <a:cubicBezTo>
                  <a:pt x="20609" y="6686"/>
                  <a:pt x="20652" y="6706"/>
                  <a:pt x="20694" y="6706"/>
                </a:cubicBezTo>
                <a:cubicBezTo>
                  <a:pt x="20744" y="6706"/>
                  <a:pt x="20792" y="6678"/>
                  <a:pt x="20805" y="6620"/>
                </a:cubicBezTo>
                <a:cubicBezTo>
                  <a:pt x="21202" y="4882"/>
                  <a:pt x="21536" y="3131"/>
                  <a:pt x="21806" y="1368"/>
                </a:cubicBezTo>
                <a:lnTo>
                  <a:pt x="21806" y="1368"/>
                </a:lnTo>
                <a:cubicBezTo>
                  <a:pt x="21895" y="2027"/>
                  <a:pt x="22012" y="2681"/>
                  <a:pt x="22156" y="3330"/>
                </a:cubicBezTo>
                <a:cubicBezTo>
                  <a:pt x="22266" y="3816"/>
                  <a:pt x="22392" y="4298"/>
                  <a:pt x="22533" y="4777"/>
                </a:cubicBezTo>
                <a:cubicBezTo>
                  <a:pt x="22649" y="5170"/>
                  <a:pt x="22741" y="5625"/>
                  <a:pt x="22967" y="5973"/>
                </a:cubicBezTo>
                <a:cubicBezTo>
                  <a:pt x="23099" y="6175"/>
                  <a:pt x="23293" y="6317"/>
                  <a:pt x="23520" y="6317"/>
                </a:cubicBezTo>
                <a:cubicBezTo>
                  <a:pt x="23577" y="6317"/>
                  <a:pt x="23636" y="6308"/>
                  <a:pt x="23697" y="6289"/>
                </a:cubicBezTo>
                <a:cubicBezTo>
                  <a:pt x="23862" y="6236"/>
                  <a:pt x="23995" y="6124"/>
                  <a:pt x="24144" y="6039"/>
                </a:cubicBezTo>
                <a:cubicBezTo>
                  <a:pt x="24324" y="5935"/>
                  <a:pt x="24517" y="5894"/>
                  <a:pt x="24718" y="5894"/>
                </a:cubicBezTo>
                <a:cubicBezTo>
                  <a:pt x="24772" y="5894"/>
                  <a:pt x="24825" y="5896"/>
                  <a:pt x="24880" y="5902"/>
                </a:cubicBezTo>
                <a:cubicBezTo>
                  <a:pt x="25352" y="5951"/>
                  <a:pt x="25797" y="6154"/>
                  <a:pt x="26260" y="6251"/>
                </a:cubicBezTo>
                <a:cubicBezTo>
                  <a:pt x="26616" y="6325"/>
                  <a:pt x="26978" y="6363"/>
                  <a:pt x="27342" y="6363"/>
                </a:cubicBezTo>
                <a:cubicBezTo>
                  <a:pt x="27415" y="6363"/>
                  <a:pt x="27488" y="6361"/>
                  <a:pt x="27561" y="6358"/>
                </a:cubicBezTo>
                <a:cubicBezTo>
                  <a:pt x="28533" y="6322"/>
                  <a:pt x="29480" y="6039"/>
                  <a:pt x="30344" y="5599"/>
                </a:cubicBezTo>
                <a:lnTo>
                  <a:pt x="30344" y="5599"/>
                </a:lnTo>
                <a:cubicBezTo>
                  <a:pt x="30725" y="5890"/>
                  <a:pt x="31192" y="5960"/>
                  <a:pt x="31663" y="5960"/>
                </a:cubicBezTo>
                <a:cubicBezTo>
                  <a:pt x="31741" y="5960"/>
                  <a:pt x="31819" y="5958"/>
                  <a:pt x="31897" y="5955"/>
                </a:cubicBezTo>
                <a:cubicBezTo>
                  <a:pt x="32694" y="5924"/>
                  <a:pt x="33491" y="5877"/>
                  <a:pt x="34290" y="5873"/>
                </a:cubicBezTo>
                <a:cubicBezTo>
                  <a:pt x="34342" y="5873"/>
                  <a:pt x="34394" y="5873"/>
                  <a:pt x="34445" y="5873"/>
                </a:cubicBezTo>
                <a:cubicBezTo>
                  <a:pt x="36049" y="5873"/>
                  <a:pt x="37649" y="5970"/>
                  <a:pt x="39242" y="6166"/>
                </a:cubicBezTo>
                <a:cubicBezTo>
                  <a:pt x="39246" y="6166"/>
                  <a:pt x="39250" y="6166"/>
                  <a:pt x="39253" y="6166"/>
                </a:cubicBezTo>
                <a:cubicBezTo>
                  <a:pt x="39316" y="6166"/>
                  <a:pt x="39358" y="6100"/>
                  <a:pt x="39362" y="6044"/>
                </a:cubicBezTo>
                <a:cubicBezTo>
                  <a:pt x="39496" y="4312"/>
                  <a:pt x="39757" y="2592"/>
                  <a:pt x="40142" y="898"/>
                </a:cubicBezTo>
                <a:lnTo>
                  <a:pt x="40142" y="898"/>
                </a:lnTo>
                <a:cubicBezTo>
                  <a:pt x="40298" y="2532"/>
                  <a:pt x="40648" y="4141"/>
                  <a:pt x="41185" y="5694"/>
                </a:cubicBezTo>
                <a:cubicBezTo>
                  <a:pt x="41201" y="5745"/>
                  <a:pt x="41249" y="5782"/>
                  <a:pt x="41303" y="5783"/>
                </a:cubicBezTo>
                <a:cubicBezTo>
                  <a:pt x="43109" y="5836"/>
                  <a:pt x="44916" y="5857"/>
                  <a:pt x="46722" y="5857"/>
                </a:cubicBezTo>
                <a:cubicBezTo>
                  <a:pt x="48292" y="5857"/>
                  <a:pt x="49861" y="5841"/>
                  <a:pt x="51431" y="5818"/>
                </a:cubicBezTo>
                <a:cubicBezTo>
                  <a:pt x="51585" y="5815"/>
                  <a:pt x="51587" y="5576"/>
                  <a:pt x="51433" y="5576"/>
                </a:cubicBezTo>
                <a:cubicBezTo>
                  <a:pt x="51433" y="5576"/>
                  <a:pt x="51432" y="5576"/>
                  <a:pt x="51431" y="5576"/>
                </a:cubicBezTo>
                <a:cubicBezTo>
                  <a:pt x="49855" y="5599"/>
                  <a:pt x="48279" y="5615"/>
                  <a:pt x="46703" y="5615"/>
                </a:cubicBezTo>
                <a:cubicBezTo>
                  <a:pt x="44931" y="5615"/>
                  <a:pt x="43160" y="5595"/>
                  <a:pt x="41389" y="5544"/>
                </a:cubicBezTo>
                <a:lnTo>
                  <a:pt x="41389" y="5544"/>
                </a:lnTo>
                <a:cubicBezTo>
                  <a:pt x="40791" y="3792"/>
                  <a:pt x="40432" y="1967"/>
                  <a:pt x="40324" y="119"/>
                </a:cubicBezTo>
                <a:cubicBezTo>
                  <a:pt x="40320" y="45"/>
                  <a:pt x="40255" y="0"/>
                  <a:pt x="4019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983087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32300" y="445025"/>
            <a:ext cx="76794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 ExtraBold"/>
              <a:buNone/>
              <a:defRPr sz="3500">
                <a:solidFill>
                  <a:schemeClr val="dk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32300" y="1152475"/>
            <a:ext cx="76794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Karla"/>
              <a:buChar char="●"/>
              <a:defRPr sz="18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2" r:id="rId4"/>
    <p:sldLayoutId id="2147483653" r:id="rId5"/>
    <p:sldLayoutId id="2147483654" r:id="rId6"/>
    <p:sldLayoutId id="2147483655" r:id="rId7"/>
    <p:sldLayoutId id="2147483657" r:id="rId8"/>
    <p:sldLayoutId id="2147483658" r:id="rId9"/>
    <p:sldLayoutId id="2147483662" r:id="rId10"/>
    <p:sldLayoutId id="2147483663" r:id="rId11"/>
    <p:sldLayoutId id="2147483667" r:id="rId12"/>
    <p:sldLayoutId id="2147483670" r:id="rId13"/>
    <p:sldLayoutId id="2147483671" r:id="rId14"/>
    <p:sldLayoutId id="2147483673" r:id="rId15"/>
    <p:sldLayoutId id="2147483676" r:id="rId16"/>
    <p:sldLayoutId id="2147483677" r:id="rId17"/>
    <p:sldLayoutId id="2147483681" r:id="rId1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drive/14SFObBsTusAuEhNn9uq1tT8cYcmkotj6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p35"/>
          <p:cNvSpPr txBox="1">
            <a:spLocks noGrp="1"/>
          </p:cNvSpPr>
          <p:nvPr>
            <p:ph type="ctrTitle"/>
          </p:nvPr>
        </p:nvSpPr>
        <p:spPr>
          <a:xfrm>
            <a:off x="450750" y="1319644"/>
            <a:ext cx="8242500" cy="22255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/>
              <a:t>Heart Attack Analyis &amp; Prediction </a:t>
            </a:r>
            <a:br>
              <a:rPr lang="en" sz="3200" dirty="0"/>
            </a:br>
            <a:r>
              <a:rPr lang="en" sz="1400" dirty="0"/>
              <a:t>Using</a:t>
            </a:r>
            <a:br>
              <a:rPr lang="en" sz="3200" dirty="0"/>
            </a:br>
            <a:r>
              <a:rPr lang="en" sz="7200" dirty="0">
                <a:solidFill>
                  <a:schemeClr val="accent1"/>
                </a:solidFill>
              </a:rPr>
              <a:t>Machine Learning</a:t>
            </a:r>
            <a:r>
              <a:rPr lang="en" sz="7200" dirty="0"/>
              <a:t> </a:t>
            </a:r>
            <a:endParaRPr sz="7200" dirty="0"/>
          </a:p>
        </p:txBody>
      </p:sp>
      <p:sp>
        <p:nvSpPr>
          <p:cNvPr id="772" name="Google Shape;772;p35"/>
          <p:cNvSpPr txBox="1">
            <a:spLocks noGrp="1"/>
          </p:cNvSpPr>
          <p:nvPr>
            <p:ph type="subTitle" idx="1"/>
          </p:nvPr>
        </p:nvSpPr>
        <p:spPr>
          <a:xfrm>
            <a:off x="1771050" y="3616660"/>
            <a:ext cx="5601900" cy="49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</a:t>
            </a:r>
            <a:r>
              <a:rPr lang="en" dirty="0"/>
              <a:t>y Mohammed, Dalia</a:t>
            </a:r>
            <a:r>
              <a:rPr lang="en" sz="1800" dirty="0"/>
              <a:t> &amp;</a:t>
            </a:r>
            <a:r>
              <a:rPr lang="en" dirty="0"/>
              <a:t> Rahaf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p37"/>
          <p:cNvSpPr txBox="1">
            <a:spLocks noGrp="1"/>
          </p:cNvSpPr>
          <p:nvPr>
            <p:ph type="title"/>
          </p:nvPr>
        </p:nvSpPr>
        <p:spPr>
          <a:xfrm>
            <a:off x="720000" y="1849000"/>
            <a:ext cx="2336400" cy="37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OverView</a:t>
            </a:r>
            <a:endParaRPr dirty="0"/>
          </a:p>
        </p:txBody>
      </p:sp>
      <p:sp>
        <p:nvSpPr>
          <p:cNvPr id="787" name="Google Shape;787;p37"/>
          <p:cNvSpPr txBox="1">
            <a:spLocks noGrp="1"/>
          </p:cNvSpPr>
          <p:nvPr>
            <p:ph type="title" idx="2"/>
          </p:nvPr>
        </p:nvSpPr>
        <p:spPr>
          <a:xfrm>
            <a:off x="1250550" y="1388288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788" name="Google Shape;788;p37"/>
          <p:cNvSpPr txBox="1">
            <a:spLocks noGrp="1"/>
          </p:cNvSpPr>
          <p:nvPr>
            <p:ph type="subTitle" idx="1"/>
          </p:nvPr>
        </p:nvSpPr>
        <p:spPr>
          <a:xfrm>
            <a:off x="720000" y="2186565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dirty="0"/>
              <a:t>Purpose of the project</a:t>
            </a:r>
            <a:endParaRPr dirty="0"/>
          </a:p>
        </p:txBody>
      </p:sp>
      <p:sp>
        <p:nvSpPr>
          <p:cNvPr id="789" name="Google Shape;789;p37"/>
          <p:cNvSpPr txBox="1">
            <a:spLocks noGrp="1"/>
          </p:cNvSpPr>
          <p:nvPr>
            <p:ph type="title" idx="3"/>
          </p:nvPr>
        </p:nvSpPr>
        <p:spPr>
          <a:xfrm>
            <a:off x="3403800" y="1849000"/>
            <a:ext cx="2336400" cy="37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Preprocessing </a:t>
            </a:r>
            <a:endParaRPr dirty="0"/>
          </a:p>
        </p:txBody>
      </p:sp>
      <p:sp>
        <p:nvSpPr>
          <p:cNvPr id="790" name="Google Shape;790;p37"/>
          <p:cNvSpPr txBox="1">
            <a:spLocks noGrp="1"/>
          </p:cNvSpPr>
          <p:nvPr>
            <p:ph type="title" idx="4"/>
          </p:nvPr>
        </p:nvSpPr>
        <p:spPr>
          <a:xfrm>
            <a:off x="3934350" y="1388288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791" name="Google Shape;791;p37"/>
          <p:cNvSpPr txBox="1">
            <a:spLocks noGrp="1"/>
          </p:cNvSpPr>
          <p:nvPr>
            <p:ph type="subTitle" idx="5"/>
          </p:nvPr>
        </p:nvSpPr>
        <p:spPr>
          <a:xfrm>
            <a:off x="3185317" y="2233488"/>
            <a:ext cx="2773366" cy="59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dirty="0"/>
              <a:t>Data Collection, Cleaning, Analysis &amp; Feature Selection</a:t>
            </a:r>
            <a:endParaRPr dirty="0"/>
          </a:p>
        </p:txBody>
      </p:sp>
      <p:sp>
        <p:nvSpPr>
          <p:cNvPr id="792" name="Google Shape;792;p37"/>
          <p:cNvSpPr txBox="1">
            <a:spLocks noGrp="1"/>
          </p:cNvSpPr>
          <p:nvPr>
            <p:ph type="title" idx="6"/>
          </p:nvPr>
        </p:nvSpPr>
        <p:spPr>
          <a:xfrm>
            <a:off x="5808317" y="1854721"/>
            <a:ext cx="2773366" cy="37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 Building &amp; Evaluation</a:t>
            </a:r>
            <a:endParaRPr dirty="0"/>
          </a:p>
        </p:txBody>
      </p:sp>
      <p:sp>
        <p:nvSpPr>
          <p:cNvPr id="793" name="Google Shape;793;p37"/>
          <p:cNvSpPr txBox="1">
            <a:spLocks noGrp="1"/>
          </p:cNvSpPr>
          <p:nvPr>
            <p:ph type="title" idx="7"/>
          </p:nvPr>
        </p:nvSpPr>
        <p:spPr>
          <a:xfrm>
            <a:off x="6524200" y="1388288"/>
            <a:ext cx="1341600" cy="59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794" name="Google Shape;794;p37"/>
          <p:cNvSpPr txBox="1">
            <a:spLocks noGrp="1"/>
          </p:cNvSpPr>
          <p:nvPr>
            <p:ph type="subTitle" idx="8"/>
          </p:nvPr>
        </p:nvSpPr>
        <p:spPr>
          <a:xfrm>
            <a:off x="5965900" y="2186565"/>
            <a:ext cx="24582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dirty="0"/>
              <a:t>Model Selection, Training &amp; Evaluation</a:t>
            </a:r>
            <a:endParaRPr dirty="0"/>
          </a:p>
        </p:txBody>
      </p:sp>
      <p:sp>
        <p:nvSpPr>
          <p:cNvPr id="795" name="Google Shape;795;p37"/>
          <p:cNvSpPr txBox="1">
            <a:spLocks noGrp="1"/>
          </p:cNvSpPr>
          <p:nvPr>
            <p:ph type="title" idx="9"/>
          </p:nvPr>
        </p:nvSpPr>
        <p:spPr>
          <a:xfrm>
            <a:off x="720000" y="3400479"/>
            <a:ext cx="2336400" cy="37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Deployment</a:t>
            </a:r>
            <a:endParaRPr dirty="0"/>
          </a:p>
        </p:txBody>
      </p:sp>
      <p:sp>
        <p:nvSpPr>
          <p:cNvPr id="796" name="Google Shape;796;p37"/>
          <p:cNvSpPr txBox="1">
            <a:spLocks noGrp="1"/>
          </p:cNvSpPr>
          <p:nvPr>
            <p:ph type="title" idx="13"/>
          </p:nvPr>
        </p:nvSpPr>
        <p:spPr>
          <a:xfrm>
            <a:off x="1250550" y="2939767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797" name="Google Shape;797;p37"/>
          <p:cNvSpPr txBox="1">
            <a:spLocks noGrp="1"/>
          </p:cNvSpPr>
          <p:nvPr>
            <p:ph type="subTitle" idx="14"/>
          </p:nvPr>
        </p:nvSpPr>
        <p:spPr>
          <a:xfrm>
            <a:off x="720000" y="3758925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dirty="0"/>
              <a:t>Model Extraction &amp; web application</a:t>
            </a:r>
            <a:endParaRPr dirty="0"/>
          </a:p>
        </p:txBody>
      </p:sp>
      <p:sp>
        <p:nvSpPr>
          <p:cNvPr id="798" name="Google Shape;798;p37"/>
          <p:cNvSpPr txBox="1">
            <a:spLocks noGrp="1"/>
          </p:cNvSpPr>
          <p:nvPr>
            <p:ph type="title" idx="15"/>
          </p:nvPr>
        </p:nvSpPr>
        <p:spPr>
          <a:xfrm>
            <a:off x="3403800" y="3400479"/>
            <a:ext cx="2336400" cy="37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Conclusion </a:t>
            </a:r>
            <a:endParaRPr dirty="0"/>
          </a:p>
        </p:txBody>
      </p:sp>
      <p:sp>
        <p:nvSpPr>
          <p:cNvPr id="799" name="Google Shape;799;p37"/>
          <p:cNvSpPr txBox="1">
            <a:spLocks noGrp="1"/>
          </p:cNvSpPr>
          <p:nvPr>
            <p:ph type="title" idx="16"/>
          </p:nvPr>
        </p:nvSpPr>
        <p:spPr>
          <a:xfrm>
            <a:off x="3934350" y="2939767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  <p:sp>
        <p:nvSpPr>
          <p:cNvPr id="800" name="Google Shape;800;p37"/>
          <p:cNvSpPr txBox="1">
            <a:spLocks noGrp="1"/>
          </p:cNvSpPr>
          <p:nvPr>
            <p:ph type="subTitle" idx="17"/>
          </p:nvPr>
        </p:nvSpPr>
        <p:spPr>
          <a:xfrm>
            <a:off x="3178101" y="3773379"/>
            <a:ext cx="2787799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dirty="0"/>
              <a:t>Project Summary, Limitations &amp; Future Enhancements</a:t>
            </a:r>
            <a:endParaRPr dirty="0"/>
          </a:p>
        </p:txBody>
      </p:sp>
      <p:sp>
        <p:nvSpPr>
          <p:cNvPr id="801" name="Google Shape;801;p37"/>
          <p:cNvSpPr txBox="1">
            <a:spLocks noGrp="1"/>
          </p:cNvSpPr>
          <p:nvPr>
            <p:ph type="title" idx="18"/>
          </p:nvPr>
        </p:nvSpPr>
        <p:spPr>
          <a:xfrm>
            <a:off x="5965900" y="3400479"/>
            <a:ext cx="2458200" cy="37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References</a:t>
            </a:r>
            <a:endParaRPr dirty="0"/>
          </a:p>
        </p:txBody>
      </p:sp>
      <p:sp>
        <p:nvSpPr>
          <p:cNvPr id="802" name="Google Shape;802;p37"/>
          <p:cNvSpPr txBox="1">
            <a:spLocks noGrp="1"/>
          </p:cNvSpPr>
          <p:nvPr>
            <p:ph type="title" idx="19"/>
          </p:nvPr>
        </p:nvSpPr>
        <p:spPr>
          <a:xfrm>
            <a:off x="6524200" y="2939767"/>
            <a:ext cx="1341600" cy="59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06</a:t>
            </a:r>
            <a:endParaRPr/>
          </a:p>
        </p:txBody>
      </p:sp>
      <p:sp>
        <p:nvSpPr>
          <p:cNvPr id="803" name="Google Shape;803;p37"/>
          <p:cNvSpPr txBox="1">
            <a:spLocks noGrp="1"/>
          </p:cNvSpPr>
          <p:nvPr>
            <p:ph type="subTitle" idx="20"/>
          </p:nvPr>
        </p:nvSpPr>
        <p:spPr>
          <a:xfrm>
            <a:off x="5965900" y="3758925"/>
            <a:ext cx="24582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dirty="0"/>
              <a:t>References used for the project</a:t>
            </a:r>
            <a:endParaRPr dirty="0"/>
          </a:p>
        </p:txBody>
      </p:sp>
      <p:sp>
        <p:nvSpPr>
          <p:cNvPr id="804" name="Google Shape;804;p37"/>
          <p:cNvSpPr txBox="1">
            <a:spLocks noGrp="1"/>
          </p:cNvSpPr>
          <p:nvPr>
            <p:ph type="title" idx="21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of contents  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39"/>
          <p:cNvSpPr txBox="1">
            <a:spLocks noGrp="1"/>
          </p:cNvSpPr>
          <p:nvPr>
            <p:ph type="title"/>
          </p:nvPr>
        </p:nvSpPr>
        <p:spPr>
          <a:xfrm>
            <a:off x="1024175" y="2379938"/>
            <a:ext cx="3651600" cy="83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OverView</a:t>
            </a:r>
            <a:endParaRPr dirty="0"/>
          </a:p>
        </p:txBody>
      </p:sp>
      <p:sp>
        <p:nvSpPr>
          <p:cNvPr id="816" name="Google Shape;816;p39"/>
          <p:cNvSpPr txBox="1">
            <a:spLocks noGrp="1"/>
          </p:cNvSpPr>
          <p:nvPr>
            <p:ph type="title" idx="2"/>
          </p:nvPr>
        </p:nvSpPr>
        <p:spPr>
          <a:xfrm>
            <a:off x="1024175" y="1473944"/>
            <a:ext cx="1275300" cy="90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Google Shape;809;p38"/>
          <p:cNvSpPr txBox="1">
            <a:spLocks noGrp="1"/>
          </p:cNvSpPr>
          <p:nvPr>
            <p:ph type="title"/>
          </p:nvPr>
        </p:nvSpPr>
        <p:spPr>
          <a:xfrm>
            <a:off x="1776900" y="1021662"/>
            <a:ext cx="5590200" cy="70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Introduction</a:t>
            </a:r>
            <a:endParaRPr dirty="0"/>
          </a:p>
        </p:txBody>
      </p:sp>
      <p:sp>
        <p:nvSpPr>
          <p:cNvPr id="810" name="Google Shape;810;p38"/>
          <p:cNvSpPr txBox="1">
            <a:spLocks noGrp="1"/>
          </p:cNvSpPr>
          <p:nvPr>
            <p:ph type="subTitle" idx="1"/>
          </p:nvPr>
        </p:nvSpPr>
        <p:spPr>
          <a:xfrm>
            <a:off x="1776900" y="2117646"/>
            <a:ext cx="5590200" cy="137039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dirty="0"/>
              <a:t>Heart attacks are a significant health concern, and timely prediction can help healthcare professionals take proactive measures and provide appropriate treatment.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p46"/>
          <p:cNvSpPr txBox="1">
            <a:spLocks noGrp="1"/>
          </p:cNvSpPr>
          <p:nvPr>
            <p:ph type="title"/>
          </p:nvPr>
        </p:nvSpPr>
        <p:spPr>
          <a:xfrm>
            <a:off x="761879" y="1422200"/>
            <a:ext cx="7620241" cy="169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17,900,000</a:t>
            </a:r>
            <a:endParaRPr dirty="0"/>
          </a:p>
        </p:txBody>
      </p:sp>
      <p:sp>
        <p:nvSpPr>
          <p:cNvPr id="968" name="Google Shape;968;p46"/>
          <p:cNvSpPr txBox="1">
            <a:spLocks noGrp="1"/>
          </p:cNvSpPr>
          <p:nvPr>
            <p:ph type="body" idx="1"/>
          </p:nvPr>
        </p:nvSpPr>
        <p:spPr>
          <a:xfrm>
            <a:off x="1156499" y="3115700"/>
            <a:ext cx="6831000" cy="91665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dirty="0"/>
              <a:t>People died from CVDs in 2019</a:t>
            </a:r>
          </a:p>
          <a:p>
            <a:pPr marL="0" lvl="0" indent="0" algn="ct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dirty="0"/>
              <a:t>85% of these deaths were due to heart attack</a:t>
            </a:r>
            <a:endParaRPr dirty="0"/>
          </a:p>
        </p:txBody>
      </p:sp>
      <p:sp>
        <p:nvSpPr>
          <p:cNvPr id="3" name="Google Shape;968;p46">
            <a:extLst>
              <a:ext uri="{FF2B5EF4-FFF2-40B4-BE49-F238E27FC236}">
                <a16:creationId xmlns:a16="http://schemas.microsoft.com/office/drawing/2014/main" id="{448961A9-D094-6F4A-90D4-918A64B6704C}"/>
              </a:ext>
            </a:extLst>
          </p:cNvPr>
          <p:cNvSpPr txBox="1">
            <a:spLocks/>
          </p:cNvSpPr>
          <p:nvPr/>
        </p:nvSpPr>
        <p:spPr>
          <a:xfrm>
            <a:off x="1156499" y="922453"/>
            <a:ext cx="6831000" cy="583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Karla"/>
              <a:buChar char="●"/>
              <a:defRPr sz="18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>
              <a:spcAft>
                <a:spcPts val="1200"/>
              </a:spcAft>
              <a:buFont typeface="Karla"/>
              <a:buNone/>
            </a:pPr>
            <a:r>
              <a:rPr lang="en-US" sz="1400" dirty="0"/>
              <a:t>According to The World Health Organization (WHO)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Google Shape;809;p38"/>
          <p:cNvSpPr txBox="1">
            <a:spLocks noGrp="1"/>
          </p:cNvSpPr>
          <p:nvPr>
            <p:ph type="title"/>
          </p:nvPr>
        </p:nvSpPr>
        <p:spPr>
          <a:xfrm>
            <a:off x="1776900" y="1021662"/>
            <a:ext cx="5590200" cy="70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Introduction</a:t>
            </a:r>
            <a:endParaRPr dirty="0"/>
          </a:p>
        </p:txBody>
      </p:sp>
      <p:sp>
        <p:nvSpPr>
          <p:cNvPr id="810" name="Google Shape;810;p38"/>
          <p:cNvSpPr txBox="1">
            <a:spLocks noGrp="1"/>
          </p:cNvSpPr>
          <p:nvPr>
            <p:ph type="subTitle" idx="1"/>
          </p:nvPr>
        </p:nvSpPr>
        <p:spPr>
          <a:xfrm>
            <a:off x="1776900" y="2117645"/>
            <a:ext cx="5590200" cy="158234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Aft>
                <a:spcPts val="1200"/>
              </a:spcAft>
            </a:pPr>
            <a:r>
              <a:rPr lang="en-US" dirty="0"/>
              <a:t>For that concern, this project aim to develop a machine learning model for predicting the early detection of heart attacks </a:t>
            </a:r>
          </a:p>
          <a:p>
            <a:pPr marL="0" lvl="0" indent="0">
              <a:spcAft>
                <a:spcPts val="1200"/>
              </a:spcAft>
            </a:pPr>
            <a:r>
              <a:rPr lang="en-US" dirty="0"/>
              <a:t>Which will lead to better patient outcomes.</a:t>
            </a:r>
          </a:p>
        </p:txBody>
      </p:sp>
    </p:spTree>
    <p:extLst>
      <p:ext uri="{BB962C8B-B14F-4D97-AF65-F5344CB8AC3E}">
        <p14:creationId xmlns:p14="http://schemas.microsoft.com/office/powerpoint/2010/main" val="15266680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Google Shape;1101;p51"/>
          <p:cNvSpPr txBox="1">
            <a:spLocks noGrp="1"/>
          </p:cNvSpPr>
          <p:nvPr>
            <p:ph type="title"/>
          </p:nvPr>
        </p:nvSpPr>
        <p:spPr>
          <a:xfrm>
            <a:off x="3386150" y="2545762"/>
            <a:ext cx="3651600" cy="149939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</a:t>
            </a:r>
            <a:r>
              <a:rPr lang="en-US" dirty="0"/>
              <a:t>Preprocessing</a:t>
            </a:r>
            <a:r>
              <a:rPr lang="en" dirty="0"/>
              <a:t> </a:t>
            </a:r>
            <a:endParaRPr dirty="0"/>
          </a:p>
        </p:txBody>
      </p:sp>
      <p:sp>
        <p:nvSpPr>
          <p:cNvPr id="1102" name="Google Shape;1102;p51"/>
          <p:cNvSpPr txBox="1">
            <a:spLocks noGrp="1"/>
          </p:cNvSpPr>
          <p:nvPr>
            <p:ph type="title" idx="2"/>
          </p:nvPr>
        </p:nvSpPr>
        <p:spPr>
          <a:xfrm>
            <a:off x="5762450" y="1631644"/>
            <a:ext cx="1275300" cy="90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8" name="Google Shape;1108;p52"/>
          <p:cNvCxnSpPr>
            <a:stCxn id="1109" idx="6"/>
            <a:endCxn id="1110" idx="0"/>
          </p:cNvCxnSpPr>
          <p:nvPr/>
        </p:nvCxnSpPr>
        <p:spPr>
          <a:xfrm>
            <a:off x="4385900" y="1787875"/>
            <a:ext cx="794400" cy="166800"/>
          </a:xfrm>
          <a:prstGeom prst="bentConnector2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11" name="Google Shape;1111;p52"/>
          <p:cNvCxnSpPr>
            <a:stCxn id="1110" idx="2"/>
            <a:endCxn id="1112" idx="0"/>
          </p:cNvCxnSpPr>
          <p:nvPr/>
        </p:nvCxnSpPr>
        <p:spPr>
          <a:xfrm flipH="1">
            <a:off x="3957450" y="2371150"/>
            <a:ext cx="806400" cy="128100"/>
          </a:xfrm>
          <a:prstGeom prst="bentConnector2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13" name="Google Shape;1113;p52"/>
          <p:cNvCxnSpPr>
            <a:stCxn id="1112" idx="6"/>
            <a:endCxn id="1114" idx="0"/>
          </p:cNvCxnSpPr>
          <p:nvPr/>
        </p:nvCxnSpPr>
        <p:spPr>
          <a:xfrm>
            <a:off x="4385900" y="2927649"/>
            <a:ext cx="794400" cy="194400"/>
          </a:xfrm>
          <a:prstGeom prst="bentConnector2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15" name="Google Shape;1115;p52"/>
          <p:cNvCxnSpPr>
            <a:stCxn id="1109" idx="2"/>
          </p:cNvCxnSpPr>
          <p:nvPr/>
        </p:nvCxnSpPr>
        <p:spPr>
          <a:xfrm rot="10800000">
            <a:off x="2849000" y="1787875"/>
            <a:ext cx="6801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116" name="Google Shape;1116;p52"/>
          <p:cNvCxnSpPr>
            <a:stCxn id="1112" idx="2"/>
          </p:cNvCxnSpPr>
          <p:nvPr/>
        </p:nvCxnSpPr>
        <p:spPr>
          <a:xfrm rot="10800000">
            <a:off x="2849000" y="2927649"/>
            <a:ext cx="6801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117" name="Google Shape;1117;p52"/>
          <p:cNvCxnSpPr>
            <a:stCxn id="1110" idx="6"/>
          </p:cNvCxnSpPr>
          <p:nvPr/>
        </p:nvCxnSpPr>
        <p:spPr>
          <a:xfrm>
            <a:off x="5596950" y="2371150"/>
            <a:ext cx="6747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118" name="Google Shape;1118;p52"/>
          <p:cNvCxnSpPr>
            <a:stCxn id="1114" idx="6"/>
          </p:cNvCxnSpPr>
          <p:nvPr/>
        </p:nvCxnSpPr>
        <p:spPr>
          <a:xfrm>
            <a:off x="5573625" y="3515475"/>
            <a:ext cx="6747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1119" name="Google Shape;1119;p5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Steps</a:t>
            </a:r>
            <a:endParaRPr dirty="0"/>
          </a:p>
        </p:txBody>
      </p:sp>
      <p:sp>
        <p:nvSpPr>
          <p:cNvPr id="1120" name="Google Shape;1120;p52"/>
          <p:cNvSpPr txBox="1">
            <a:spLocks noGrp="1"/>
          </p:cNvSpPr>
          <p:nvPr>
            <p:ph type="title" idx="4294967295"/>
          </p:nvPr>
        </p:nvSpPr>
        <p:spPr>
          <a:xfrm>
            <a:off x="720000" y="1486750"/>
            <a:ext cx="2128813" cy="527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/>
              <a:t>Data Collection</a:t>
            </a:r>
            <a:endParaRPr sz="2000" dirty="0"/>
          </a:p>
        </p:txBody>
      </p:sp>
      <p:sp>
        <p:nvSpPr>
          <p:cNvPr id="1121" name="Google Shape;1121;p52"/>
          <p:cNvSpPr txBox="1">
            <a:spLocks noGrp="1"/>
          </p:cNvSpPr>
          <p:nvPr>
            <p:ph type="subTitle" idx="4294967295"/>
          </p:nvPr>
        </p:nvSpPr>
        <p:spPr>
          <a:xfrm>
            <a:off x="844187" y="1847237"/>
            <a:ext cx="2602131" cy="635227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200" dirty="0"/>
              <a:t>The Dataset collected from Kaggle</a:t>
            </a:r>
          </a:p>
          <a:p>
            <a:pPr marL="0" lvl="0" indent="0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200" dirty="0"/>
              <a:t>1025 records with 14 features</a:t>
            </a:r>
            <a:endParaRPr sz="1200" dirty="0"/>
          </a:p>
        </p:txBody>
      </p:sp>
      <p:sp>
        <p:nvSpPr>
          <p:cNvPr id="1122" name="Google Shape;1122;p52"/>
          <p:cNvSpPr txBox="1">
            <a:spLocks noGrp="1"/>
          </p:cNvSpPr>
          <p:nvPr>
            <p:ph type="title" idx="4294967295"/>
          </p:nvPr>
        </p:nvSpPr>
        <p:spPr>
          <a:xfrm>
            <a:off x="423894" y="2681975"/>
            <a:ext cx="2425094" cy="527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/>
              <a:t>Exploratory Data Analysis (EDA)</a:t>
            </a:r>
            <a:endParaRPr sz="2000" dirty="0"/>
          </a:p>
        </p:txBody>
      </p:sp>
      <p:sp>
        <p:nvSpPr>
          <p:cNvPr id="1123" name="Google Shape;1123;p52"/>
          <p:cNvSpPr txBox="1">
            <a:spLocks noGrp="1"/>
          </p:cNvSpPr>
          <p:nvPr>
            <p:ph type="subTitle" idx="4294967295"/>
          </p:nvPr>
        </p:nvSpPr>
        <p:spPr>
          <a:xfrm>
            <a:off x="844187" y="3409186"/>
            <a:ext cx="2602131" cy="78659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200" dirty="0"/>
              <a:t>EDA allowed us to gain valuable insights and understand the underlying patterns in the dataset.</a:t>
            </a:r>
            <a:endParaRPr sz="1200" dirty="0"/>
          </a:p>
        </p:txBody>
      </p:sp>
      <p:sp>
        <p:nvSpPr>
          <p:cNvPr id="1124" name="Google Shape;1124;p52"/>
          <p:cNvSpPr txBox="1">
            <a:spLocks noGrp="1"/>
          </p:cNvSpPr>
          <p:nvPr>
            <p:ph type="title" idx="4294967295"/>
          </p:nvPr>
        </p:nvSpPr>
        <p:spPr>
          <a:xfrm>
            <a:off x="6271650" y="2101625"/>
            <a:ext cx="1958700" cy="527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/>
              <a:t>Data Cleaning</a:t>
            </a:r>
            <a:endParaRPr sz="2000" dirty="0"/>
          </a:p>
        </p:txBody>
      </p:sp>
      <p:sp>
        <p:nvSpPr>
          <p:cNvPr id="1125" name="Google Shape;1125;p52"/>
          <p:cNvSpPr txBox="1">
            <a:spLocks noGrp="1"/>
          </p:cNvSpPr>
          <p:nvPr>
            <p:ph type="subTitle" idx="4294967295"/>
          </p:nvPr>
        </p:nvSpPr>
        <p:spPr>
          <a:xfrm>
            <a:off x="6271650" y="2462438"/>
            <a:ext cx="1958700" cy="67957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200" dirty="0"/>
              <a:t>The removing of Missing values, duplicate rows &amp; Outliers </a:t>
            </a:r>
          </a:p>
        </p:txBody>
      </p:sp>
      <p:sp>
        <p:nvSpPr>
          <p:cNvPr id="1126" name="Google Shape;1126;p52"/>
          <p:cNvSpPr txBox="1">
            <a:spLocks noGrp="1"/>
          </p:cNvSpPr>
          <p:nvPr>
            <p:ph type="title" idx="4294967295"/>
          </p:nvPr>
        </p:nvSpPr>
        <p:spPr>
          <a:xfrm>
            <a:off x="6242775" y="3263975"/>
            <a:ext cx="2425170" cy="527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dirty="0"/>
              <a:t>Feature Selection</a:t>
            </a:r>
            <a:br>
              <a:rPr lang="en-US" sz="2000" dirty="0"/>
            </a:br>
            <a:endParaRPr lang="en-US" sz="2000" dirty="0"/>
          </a:p>
        </p:txBody>
      </p:sp>
      <p:sp>
        <p:nvSpPr>
          <p:cNvPr id="1127" name="Google Shape;1127;p52"/>
          <p:cNvSpPr txBox="1">
            <a:spLocks noGrp="1"/>
          </p:cNvSpPr>
          <p:nvPr>
            <p:ph type="subTitle" idx="4294967295"/>
          </p:nvPr>
        </p:nvSpPr>
        <p:spPr>
          <a:xfrm>
            <a:off x="6271650" y="3631153"/>
            <a:ext cx="2152350" cy="701115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200" dirty="0"/>
              <a:t>Least effective Features were removed using various method (later)</a:t>
            </a:r>
            <a:endParaRPr sz="1200" dirty="0"/>
          </a:p>
        </p:txBody>
      </p:sp>
      <p:sp>
        <p:nvSpPr>
          <p:cNvPr id="1109" name="Google Shape;1109;p52"/>
          <p:cNvSpPr/>
          <p:nvPr/>
        </p:nvSpPr>
        <p:spPr>
          <a:xfrm>
            <a:off x="3529100" y="1359475"/>
            <a:ext cx="856800" cy="8568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0" name="Google Shape;1110;p52"/>
          <p:cNvSpPr/>
          <p:nvPr/>
        </p:nvSpPr>
        <p:spPr>
          <a:xfrm>
            <a:off x="4763850" y="1954600"/>
            <a:ext cx="833100" cy="8331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2" name="Google Shape;1112;p52"/>
          <p:cNvSpPr/>
          <p:nvPr/>
        </p:nvSpPr>
        <p:spPr>
          <a:xfrm>
            <a:off x="3529100" y="2499249"/>
            <a:ext cx="856800" cy="8568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4" name="Google Shape;1114;p52"/>
          <p:cNvSpPr/>
          <p:nvPr/>
        </p:nvSpPr>
        <p:spPr>
          <a:xfrm>
            <a:off x="4787025" y="3122175"/>
            <a:ext cx="786600" cy="7866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2560;p69">
            <a:extLst>
              <a:ext uri="{FF2B5EF4-FFF2-40B4-BE49-F238E27FC236}">
                <a16:creationId xmlns:a16="http://schemas.microsoft.com/office/drawing/2014/main" id="{EACA0360-F672-847B-2558-E14566152762}"/>
              </a:ext>
            </a:extLst>
          </p:cNvPr>
          <p:cNvGrpSpPr/>
          <p:nvPr/>
        </p:nvGrpSpPr>
        <p:grpSpPr>
          <a:xfrm>
            <a:off x="3742519" y="2703493"/>
            <a:ext cx="439184" cy="438516"/>
            <a:chOff x="4342641" y="2969041"/>
            <a:chExt cx="438133" cy="437466"/>
          </a:xfrm>
        </p:grpSpPr>
        <p:sp>
          <p:nvSpPr>
            <p:cNvPr id="12" name="Google Shape;2561;p69">
              <a:extLst>
                <a:ext uri="{FF2B5EF4-FFF2-40B4-BE49-F238E27FC236}">
                  <a16:creationId xmlns:a16="http://schemas.microsoft.com/office/drawing/2014/main" id="{EE403755-A7B8-4399-144D-FFA1C385A88E}"/>
                </a:ext>
              </a:extLst>
            </p:cNvPr>
            <p:cNvSpPr/>
            <p:nvPr/>
          </p:nvSpPr>
          <p:spPr>
            <a:xfrm>
              <a:off x="4453813" y="3078721"/>
              <a:ext cx="216207" cy="216207"/>
            </a:xfrm>
            <a:custGeom>
              <a:avLst/>
              <a:gdLst/>
              <a:ahLst/>
              <a:cxnLst/>
              <a:rect l="l" t="t" r="r" b="b"/>
              <a:pathLst>
                <a:path w="10698" h="10698" extrusionOk="0">
                  <a:moveTo>
                    <a:pt x="5318" y="1"/>
                  </a:moveTo>
                  <a:cubicBezTo>
                    <a:pt x="2396" y="21"/>
                    <a:pt x="0" y="2416"/>
                    <a:pt x="0" y="5359"/>
                  </a:cubicBezTo>
                  <a:cubicBezTo>
                    <a:pt x="0" y="8302"/>
                    <a:pt x="2416" y="10698"/>
                    <a:pt x="5359" y="10698"/>
                  </a:cubicBezTo>
                  <a:cubicBezTo>
                    <a:pt x="8302" y="10698"/>
                    <a:pt x="10697" y="8302"/>
                    <a:pt x="10697" y="5359"/>
                  </a:cubicBezTo>
                  <a:cubicBezTo>
                    <a:pt x="10697" y="2416"/>
                    <a:pt x="8302" y="1"/>
                    <a:pt x="5359" y="1"/>
                  </a:cubicBezTo>
                  <a:close/>
                </a:path>
              </a:pathLst>
            </a:custGeom>
            <a:ln w="12700">
              <a:solidFill>
                <a:srgbClr val="D93B48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3" name="Google Shape;2562;p69">
              <a:extLst>
                <a:ext uri="{FF2B5EF4-FFF2-40B4-BE49-F238E27FC236}">
                  <a16:creationId xmlns:a16="http://schemas.microsoft.com/office/drawing/2014/main" id="{60048610-40AE-BDD7-E41E-162EC2CDB8EF}"/>
                </a:ext>
              </a:extLst>
            </p:cNvPr>
            <p:cNvSpPr/>
            <p:nvPr/>
          </p:nvSpPr>
          <p:spPr>
            <a:xfrm>
              <a:off x="4342641" y="2969041"/>
              <a:ext cx="206769" cy="357656"/>
            </a:xfrm>
            <a:custGeom>
              <a:avLst/>
              <a:gdLst/>
              <a:ahLst/>
              <a:cxnLst/>
              <a:rect l="l" t="t" r="r" b="b"/>
              <a:pathLst>
                <a:path w="10231" h="17697" extrusionOk="0">
                  <a:moveTo>
                    <a:pt x="9599" y="0"/>
                  </a:moveTo>
                  <a:cubicBezTo>
                    <a:pt x="9566" y="0"/>
                    <a:pt x="9533" y="3"/>
                    <a:pt x="9500" y="8"/>
                  </a:cubicBezTo>
                  <a:cubicBezTo>
                    <a:pt x="4081" y="678"/>
                    <a:pt x="1" y="5306"/>
                    <a:pt x="1" y="10786"/>
                  </a:cubicBezTo>
                  <a:cubicBezTo>
                    <a:pt x="1" y="13222"/>
                    <a:pt x="792" y="15536"/>
                    <a:pt x="2274" y="17444"/>
                  </a:cubicBezTo>
                  <a:cubicBezTo>
                    <a:pt x="2406" y="17609"/>
                    <a:pt x="2598" y="17697"/>
                    <a:pt x="2789" y="17697"/>
                  </a:cubicBezTo>
                  <a:cubicBezTo>
                    <a:pt x="2949" y="17697"/>
                    <a:pt x="3108" y="17635"/>
                    <a:pt x="3228" y="17505"/>
                  </a:cubicBezTo>
                  <a:lnTo>
                    <a:pt x="5359" y="15394"/>
                  </a:lnTo>
                  <a:cubicBezTo>
                    <a:pt x="5583" y="15171"/>
                    <a:pt x="5603" y="14825"/>
                    <a:pt x="5420" y="14562"/>
                  </a:cubicBezTo>
                  <a:cubicBezTo>
                    <a:pt x="4649" y="13466"/>
                    <a:pt x="4243" y="12146"/>
                    <a:pt x="4243" y="10786"/>
                  </a:cubicBezTo>
                  <a:cubicBezTo>
                    <a:pt x="4243" y="7559"/>
                    <a:pt x="6537" y="4819"/>
                    <a:pt x="9703" y="4271"/>
                  </a:cubicBezTo>
                  <a:cubicBezTo>
                    <a:pt x="10008" y="4210"/>
                    <a:pt x="10231" y="3946"/>
                    <a:pt x="10231" y="3642"/>
                  </a:cubicBezTo>
                  <a:lnTo>
                    <a:pt x="10231" y="637"/>
                  </a:lnTo>
                  <a:cubicBezTo>
                    <a:pt x="10231" y="285"/>
                    <a:pt x="9943" y="0"/>
                    <a:pt x="9599" y="0"/>
                  </a:cubicBezTo>
                  <a:close/>
                </a:path>
              </a:pathLst>
            </a:custGeom>
            <a:ln w="12700">
              <a:solidFill>
                <a:srgbClr val="D93B48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2563;p69">
              <a:extLst>
                <a:ext uri="{FF2B5EF4-FFF2-40B4-BE49-F238E27FC236}">
                  <a16:creationId xmlns:a16="http://schemas.microsoft.com/office/drawing/2014/main" id="{40DD5871-458A-3B48-C1E1-A4D2425EA891}"/>
                </a:ext>
              </a:extLst>
            </p:cNvPr>
            <p:cNvSpPr/>
            <p:nvPr/>
          </p:nvSpPr>
          <p:spPr>
            <a:xfrm>
              <a:off x="4574833" y="2969041"/>
              <a:ext cx="205940" cy="204869"/>
            </a:xfrm>
            <a:custGeom>
              <a:avLst/>
              <a:gdLst/>
              <a:ahLst/>
              <a:cxnLst/>
              <a:rect l="l" t="t" r="r" b="b"/>
              <a:pathLst>
                <a:path w="10190" h="10137" extrusionOk="0">
                  <a:moveTo>
                    <a:pt x="632" y="0"/>
                  </a:moveTo>
                  <a:cubicBezTo>
                    <a:pt x="288" y="0"/>
                    <a:pt x="0" y="285"/>
                    <a:pt x="0" y="637"/>
                  </a:cubicBezTo>
                  <a:lnTo>
                    <a:pt x="0" y="3642"/>
                  </a:lnTo>
                  <a:cubicBezTo>
                    <a:pt x="0" y="3946"/>
                    <a:pt x="224" y="4210"/>
                    <a:pt x="528" y="4271"/>
                  </a:cubicBezTo>
                  <a:cubicBezTo>
                    <a:pt x="3248" y="4738"/>
                    <a:pt x="5399" y="6889"/>
                    <a:pt x="5887" y="9629"/>
                  </a:cubicBezTo>
                  <a:cubicBezTo>
                    <a:pt x="5947" y="9934"/>
                    <a:pt x="6211" y="10137"/>
                    <a:pt x="6516" y="10137"/>
                  </a:cubicBezTo>
                  <a:lnTo>
                    <a:pt x="9520" y="10137"/>
                  </a:lnTo>
                  <a:cubicBezTo>
                    <a:pt x="9906" y="10137"/>
                    <a:pt x="10190" y="9812"/>
                    <a:pt x="10149" y="9426"/>
                  </a:cubicBezTo>
                  <a:cubicBezTo>
                    <a:pt x="9865" y="7052"/>
                    <a:pt x="8749" y="4798"/>
                    <a:pt x="7044" y="3093"/>
                  </a:cubicBezTo>
                  <a:cubicBezTo>
                    <a:pt x="5359" y="1388"/>
                    <a:pt x="3106" y="292"/>
                    <a:pt x="731" y="8"/>
                  </a:cubicBezTo>
                  <a:cubicBezTo>
                    <a:pt x="698" y="3"/>
                    <a:pt x="665" y="0"/>
                    <a:pt x="632" y="0"/>
                  </a:cubicBezTo>
                  <a:close/>
                </a:path>
              </a:pathLst>
            </a:custGeom>
            <a:ln w="12700">
              <a:solidFill>
                <a:srgbClr val="D93B48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2564;p69">
              <a:extLst>
                <a:ext uri="{FF2B5EF4-FFF2-40B4-BE49-F238E27FC236}">
                  <a16:creationId xmlns:a16="http://schemas.microsoft.com/office/drawing/2014/main" id="{1FF58B5E-5B82-8551-05DE-61FE57F67FD2}"/>
                </a:ext>
              </a:extLst>
            </p:cNvPr>
            <p:cNvSpPr/>
            <p:nvPr/>
          </p:nvSpPr>
          <p:spPr>
            <a:xfrm>
              <a:off x="4420591" y="3199738"/>
              <a:ext cx="360183" cy="206769"/>
            </a:xfrm>
            <a:custGeom>
              <a:avLst/>
              <a:gdLst/>
              <a:ahLst/>
              <a:cxnLst/>
              <a:rect l="l" t="t" r="r" b="b"/>
              <a:pathLst>
                <a:path w="17822" h="10231" extrusionOk="0">
                  <a:moveTo>
                    <a:pt x="14148" y="1"/>
                  </a:moveTo>
                  <a:cubicBezTo>
                    <a:pt x="13843" y="1"/>
                    <a:pt x="13579" y="224"/>
                    <a:pt x="13519" y="528"/>
                  </a:cubicBezTo>
                  <a:cubicBezTo>
                    <a:pt x="12971" y="3695"/>
                    <a:pt x="10210" y="5988"/>
                    <a:pt x="7003" y="5988"/>
                  </a:cubicBezTo>
                  <a:cubicBezTo>
                    <a:pt x="5643" y="5988"/>
                    <a:pt x="4324" y="5582"/>
                    <a:pt x="3207" y="4791"/>
                  </a:cubicBezTo>
                  <a:cubicBezTo>
                    <a:pt x="3102" y="4720"/>
                    <a:pt x="2977" y="4684"/>
                    <a:pt x="2851" y="4684"/>
                  </a:cubicBezTo>
                  <a:cubicBezTo>
                    <a:pt x="2687" y="4684"/>
                    <a:pt x="2522" y="4746"/>
                    <a:pt x="2395" y="4872"/>
                  </a:cubicBezTo>
                  <a:lnTo>
                    <a:pt x="285" y="7003"/>
                  </a:lnTo>
                  <a:cubicBezTo>
                    <a:pt x="0" y="7267"/>
                    <a:pt x="21" y="7714"/>
                    <a:pt x="325" y="7937"/>
                  </a:cubicBezTo>
                  <a:cubicBezTo>
                    <a:pt x="2253" y="9439"/>
                    <a:pt x="4567" y="10230"/>
                    <a:pt x="7003" y="10230"/>
                  </a:cubicBezTo>
                  <a:cubicBezTo>
                    <a:pt x="12483" y="10230"/>
                    <a:pt x="17111" y="6151"/>
                    <a:pt x="17781" y="711"/>
                  </a:cubicBezTo>
                  <a:cubicBezTo>
                    <a:pt x="17822" y="346"/>
                    <a:pt x="17538" y="1"/>
                    <a:pt x="17152" y="1"/>
                  </a:cubicBezTo>
                  <a:close/>
                </a:path>
              </a:pathLst>
            </a:custGeom>
            <a:ln w="12700">
              <a:solidFill>
                <a:srgbClr val="D93B48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" name="Google Shape;906;p44">
            <a:extLst>
              <a:ext uri="{FF2B5EF4-FFF2-40B4-BE49-F238E27FC236}">
                <a16:creationId xmlns:a16="http://schemas.microsoft.com/office/drawing/2014/main" id="{ACEA72D3-3D40-2C6C-86B9-8A65221578AA}"/>
              </a:ext>
            </a:extLst>
          </p:cNvPr>
          <p:cNvGrpSpPr/>
          <p:nvPr/>
        </p:nvGrpSpPr>
        <p:grpSpPr>
          <a:xfrm>
            <a:off x="4960292" y="3316548"/>
            <a:ext cx="440015" cy="408027"/>
            <a:chOff x="718806" y="4182207"/>
            <a:chExt cx="438961" cy="407050"/>
          </a:xfrm>
        </p:grpSpPr>
        <p:sp>
          <p:nvSpPr>
            <p:cNvPr id="17" name="Google Shape;907;p44">
              <a:extLst>
                <a:ext uri="{FF2B5EF4-FFF2-40B4-BE49-F238E27FC236}">
                  <a16:creationId xmlns:a16="http://schemas.microsoft.com/office/drawing/2014/main" id="{056BF66C-3AA4-F981-3C26-61BC00BAEF8C}"/>
                </a:ext>
              </a:extLst>
            </p:cNvPr>
            <p:cNvSpPr/>
            <p:nvPr/>
          </p:nvSpPr>
          <p:spPr>
            <a:xfrm>
              <a:off x="968521" y="4402860"/>
              <a:ext cx="189246" cy="186397"/>
            </a:xfrm>
            <a:custGeom>
              <a:avLst/>
              <a:gdLst/>
              <a:ahLst/>
              <a:cxnLst/>
              <a:rect l="l" t="t" r="r" b="b"/>
              <a:pathLst>
                <a:path w="9364" h="9223" extrusionOk="0">
                  <a:moveTo>
                    <a:pt x="657" y="1"/>
                  </a:moveTo>
                  <a:cubicBezTo>
                    <a:pt x="284" y="1"/>
                    <a:pt x="0" y="359"/>
                    <a:pt x="107" y="733"/>
                  </a:cubicBezTo>
                  <a:lnTo>
                    <a:pt x="2239" y="8690"/>
                  </a:lnTo>
                  <a:cubicBezTo>
                    <a:pt x="2318" y="8973"/>
                    <a:pt x="2555" y="9123"/>
                    <a:pt x="2795" y="9123"/>
                  </a:cubicBezTo>
                  <a:cubicBezTo>
                    <a:pt x="2986" y="9123"/>
                    <a:pt x="3177" y="9029"/>
                    <a:pt x="3294" y="8832"/>
                  </a:cubicBezTo>
                  <a:lnTo>
                    <a:pt x="4207" y="7289"/>
                  </a:lnTo>
                  <a:lnTo>
                    <a:pt x="5973" y="9055"/>
                  </a:lnTo>
                  <a:cubicBezTo>
                    <a:pt x="6085" y="9167"/>
                    <a:pt x="6232" y="9222"/>
                    <a:pt x="6379" y="9222"/>
                  </a:cubicBezTo>
                  <a:cubicBezTo>
                    <a:pt x="6526" y="9222"/>
                    <a:pt x="6674" y="9167"/>
                    <a:pt x="6785" y="9055"/>
                  </a:cubicBezTo>
                  <a:lnTo>
                    <a:pt x="9119" y="6721"/>
                  </a:lnTo>
                  <a:cubicBezTo>
                    <a:pt x="9343" y="6498"/>
                    <a:pt x="9343" y="6132"/>
                    <a:pt x="9119" y="5889"/>
                  </a:cubicBezTo>
                  <a:lnTo>
                    <a:pt x="7374" y="4143"/>
                  </a:lnTo>
                  <a:lnTo>
                    <a:pt x="8916" y="3230"/>
                  </a:lnTo>
                  <a:cubicBezTo>
                    <a:pt x="9363" y="2966"/>
                    <a:pt x="9262" y="2296"/>
                    <a:pt x="8774" y="2154"/>
                  </a:cubicBezTo>
                  <a:lnTo>
                    <a:pt x="818" y="23"/>
                  </a:lnTo>
                  <a:cubicBezTo>
                    <a:pt x="763" y="8"/>
                    <a:pt x="709" y="1"/>
                    <a:pt x="657" y="1"/>
                  </a:cubicBezTo>
                  <a:close/>
                </a:path>
              </a:pathLst>
            </a:custGeom>
            <a:ln w="12700">
              <a:solidFill>
                <a:srgbClr val="D93B48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908;p44">
              <a:extLst>
                <a:ext uri="{FF2B5EF4-FFF2-40B4-BE49-F238E27FC236}">
                  <a16:creationId xmlns:a16="http://schemas.microsoft.com/office/drawing/2014/main" id="{54180084-CC77-F3E6-2D55-DD645BA73506}"/>
                </a:ext>
              </a:extLst>
            </p:cNvPr>
            <p:cNvSpPr/>
            <p:nvPr/>
          </p:nvSpPr>
          <p:spPr>
            <a:xfrm>
              <a:off x="796756" y="4357367"/>
              <a:ext cx="64005" cy="25444"/>
            </a:xfrm>
            <a:custGeom>
              <a:avLst/>
              <a:gdLst/>
              <a:ahLst/>
              <a:cxnLst/>
              <a:rect l="l" t="t" r="r" b="b"/>
              <a:pathLst>
                <a:path w="3167" h="1259" extrusionOk="0">
                  <a:moveTo>
                    <a:pt x="629" y="0"/>
                  </a:moveTo>
                  <a:cubicBezTo>
                    <a:pt x="284" y="0"/>
                    <a:pt x="0" y="284"/>
                    <a:pt x="0" y="630"/>
                  </a:cubicBezTo>
                  <a:cubicBezTo>
                    <a:pt x="0" y="975"/>
                    <a:pt x="284" y="1259"/>
                    <a:pt x="629" y="1259"/>
                  </a:cubicBezTo>
                  <a:lnTo>
                    <a:pt x="2537" y="1259"/>
                  </a:lnTo>
                  <a:cubicBezTo>
                    <a:pt x="2882" y="1259"/>
                    <a:pt x="3167" y="975"/>
                    <a:pt x="3167" y="630"/>
                  </a:cubicBezTo>
                  <a:cubicBezTo>
                    <a:pt x="3167" y="284"/>
                    <a:pt x="2882" y="0"/>
                    <a:pt x="2537" y="0"/>
                  </a:cubicBezTo>
                  <a:close/>
                </a:path>
              </a:pathLst>
            </a:custGeom>
            <a:ln w="12700">
              <a:solidFill>
                <a:srgbClr val="D93B48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909;p44">
              <a:extLst>
                <a:ext uri="{FF2B5EF4-FFF2-40B4-BE49-F238E27FC236}">
                  <a16:creationId xmlns:a16="http://schemas.microsoft.com/office/drawing/2014/main" id="{FDFDF1CF-BEB6-8DF4-3B47-5F37AFAF774A}"/>
                </a:ext>
              </a:extLst>
            </p:cNvPr>
            <p:cNvSpPr/>
            <p:nvPr/>
          </p:nvSpPr>
          <p:spPr>
            <a:xfrm>
              <a:off x="832851" y="4420948"/>
              <a:ext cx="55396" cy="52829"/>
            </a:xfrm>
            <a:custGeom>
              <a:avLst/>
              <a:gdLst/>
              <a:ahLst/>
              <a:cxnLst/>
              <a:rect l="l" t="t" r="r" b="b"/>
              <a:pathLst>
                <a:path w="2741" h="2614" extrusionOk="0">
                  <a:moveTo>
                    <a:pt x="2030" y="0"/>
                  </a:moveTo>
                  <a:cubicBezTo>
                    <a:pt x="1868" y="0"/>
                    <a:pt x="1705" y="61"/>
                    <a:pt x="1584" y="183"/>
                  </a:cubicBezTo>
                  <a:lnTo>
                    <a:pt x="244" y="1523"/>
                  </a:lnTo>
                  <a:cubicBezTo>
                    <a:pt x="0" y="1766"/>
                    <a:pt x="0" y="2172"/>
                    <a:pt x="244" y="2416"/>
                  </a:cubicBezTo>
                  <a:cubicBezTo>
                    <a:pt x="366" y="2548"/>
                    <a:pt x="528" y="2614"/>
                    <a:pt x="690" y="2614"/>
                  </a:cubicBezTo>
                  <a:cubicBezTo>
                    <a:pt x="853" y="2614"/>
                    <a:pt x="1015" y="2548"/>
                    <a:pt x="1137" y="2416"/>
                  </a:cubicBezTo>
                  <a:lnTo>
                    <a:pt x="2477" y="1076"/>
                  </a:lnTo>
                  <a:cubicBezTo>
                    <a:pt x="2740" y="833"/>
                    <a:pt x="2740" y="427"/>
                    <a:pt x="2477" y="183"/>
                  </a:cubicBezTo>
                  <a:cubicBezTo>
                    <a:pt x="2355" y="61"/>
                    <a:pt x="2192" y="0"/>
                    <a:pt x="2030" y="0"/>
                  </a:cubicBezTo>
                  <a:close/>
                </a:path>
              </a:pathLst>
            </a:custGeom>
            <a:ln w="12700">
              <a:solidFill>
                <a:srgbClr val="D93B48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910;p44">
              <a:extLst>
                <a:ext uri="{FF2B5EF4-FFF2-40B4-BE49-F238E27FC236}">
                  <a16:creationId xmlns:a16="http://schemas.microsoft.com/office/drawing/2014/main" id="{6E46A0C6-DD80-684B-AB67-799AA0023798}"/>
                </a:ext>
              </a:extLst>
            </p:cNvPr>
            <p:cNvSpPr/>
            <p:nvPr/>
          </p:nvSpPr>
          <p:spPr>
            <a:xfrm>
              <a:off x="718806" y="4182207"/>
              <a:ext cx="437304" cy="239165"/>
            </a:xfrm>
            <a:custGeom>
              <a:avLst/>
              <a:gdLst/>
              <a:ahLst/>
              <a:cxnLst/>
              <a:rect l="l" t="t" r="r" b="b"/>
              <a:pathLst>
                <a:path w="21638" h="11834" extrusionOk="0">
                  <a:moveTo>
                    <a:pt x="2538" y="0"/>
                  </a:moveTo>
                  <a:cubicBezTo>
                    <a:pt x="1137" y="0"/>
                    <a:pt x="1" y="1137"/>
                    <a:pt x="1" y="2517"/>
                  </a:cubicBezTo>
                  <a:cubicBezTo>
                    <a:pt x="1" y="3918"/>
                    <a:pt x="1137" y="5054"/>
                    <a:pt x="2538" y="5054"/>
                  </a:cubicBezTo>
                  <a:cubicBezTo>
                    <a:pt x="3086" y="5054"/>
                    <a:pt x="3614" y="4872"/>
                    <a:pt x="4040" y="4567"/>
                  </a:cubicBezTo>
                  <a:lnTo>
                    <a:pt x="8526" y="8241"/>
                  </a:lnTo>
                  <a:cubicBezTo>
                    <a:pt x="8383" y="8566"/>
                    <a:pt x="8282" y="8911"/>
                    <a:pt x="8282" y="9297"/>
                  </a:cubicBezTo>
                  <a:cubicBezTo>
                    <a:pt x="8282" y="10697"/>
                    <a:pt x="9419" y="11834"/>
                    <a:pt x="10819" y="11834"/>
                  </a:cubicBezTo>
                  <a:cubicBezTo>
                    <a:pt x="12220" y="11834"/>
                    <a:pt x="13356" y="10697"/>
                    <a:pt x="13356" y="9297"/>
                  </a:cubicBezTo>
                  <a:cubicBezTo>
                    <a:pt x="13356" y="8911"/>
                    <a:pt x="13275" y="8566"/>
                    <a:pt x="13133" y="8241"/>
                  </a:cubicBezTo>
                  <a:lnTo>
                    <a:pt x="17619" y="4567"/>
                  </a:lnTo>
                  <a:cubicBezTo>
                    <a:pt x="18025" y="4872"/>
                    <a:pt x="18553" y="5054"/>
                    <a:pt x="19121" y="5054"/>
                  </a:cubicBezTo>
                  <a:cubicBezTo>
                    <a:pt x="20501" y="5054"/>
                    <a:pt x="21638" y="3918"/>
                    <a:pt x="21638" y="2517"/>
                  </a:cubicBezTo>
                  <a:cubicBezTo>
                    <a:pt x="21638" y="1137"/>
                    <a:pt x="20501" y="0"/>
                    <a:pt x="19121" y="0"/>
                  </a:cubicBezTo>
                  <a:cubicBezTo>
                    <a:pt x="17720" y="0"/>
                    <a:pt x="16584" y="1137"/>
                    <a:pt x="16584" y="2517"/>
                  </a:cubicBezTo>
                  <a:cubicBezTo>
                    <a:pt x="16584" y="2903"/>
                    <a:pt x="16665" y="3268"/>
                    <a:pt x="16807" y="3593"/>
                  </a:cubicBezTo>
                  <a:lnTo>
                    <a:pt x="12321" y="7246"/>
                  </a:lnTo>
                  <a:cubicBezTo>
                    <a:pt x="11885" y="6922"/>
                    <a:pt x="11362" y="6759"/>
                    <a:pt x="10834" y="6759"/>
                  </a:cubicBezTo>
                  <a:cubicBezTo>
                    <a:pt x="10307" y="6759"/>
                    <a:pt x="9774" y="6922"/>
                    <a:pt x="9317" y="7246"/>
                  </a:cubicBezTo>
                  <a:lnTo>
                    <a:pt x="4831" y="3593"/>
                  </a:lnTo>
                  <a:cubicBezTo>
                    <a:pt x="4973" y="3268"/>
                    <a:pt x="5075" y="2903"/>
                    <a:pt x="5075" y="2517"/>
                  </a:cubicBezTo>
                  <a:cubicBezTo>
                    <a:pt x="5075" y="1137"/>
                    <a:pt x="3938" y="0"/>
                    <a:pt x="2538" y="0"/>
                  </a:cubicBezTo>
                  <a:close/>
                </a:path>
              </a:pathLst>
            </a:custGeom>
            <a:ln w="12700">
              <a:solidFill>
                <a:srgbClr val="D93B48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911;p44">
              <a:extLst>
                <a:ext uri="{FF2B5EF4-FFF2-40B4-BE49-F238E27FC236}">
                  <a16:creationId xmlns:a16="http://schemas.microsoft.com/office/drawing/2014/main" id="{5B1C80CC-5C4B-138E-500B-3B0B8659C1D6}"/>
                </a:ext>
              </a:extLst>
            </p:cNvPr>
            <p:cNvSpPr/>
            <p:nvPr/>
          </p:nvSpPr>
          <p:spPr>
            <a:xfrm>
              <a:off x="924726" y="4446796"/>
              <a:ext cx="25465" cy="64005"/>
            </a:xfrm>
            <a:custGeom>
              <a:avLst/>
              <a:gdLst/>
              <a:ahLst/>
              <a:cxnLst/>
              <a:rect l="l" t="t" r="r" b="b"/>
              <a:pathLst>
                <a:path w="1260" h="3167" extrusionOk="0">
                  <a:moveTo>
                    <a:pt x="630" y="0"/>
                  </a:moveTo>
                  <a:cubicBezTo>
                    <a:pt x="285" y="0"/>
                    <a:pt x="1" y="284"/>
                    <a:pt x="1" y="629"/>
                  </a:cubicBezTo>
                  <a:lnTo>
                    <a:pt x="1" y="2537"/>
                  </a:lnTo>
                  <a:cubicBezTo>
                    <a:pt x="1" y="2882"/>
                    <a:pt x="285" y="3167"/>
                    <a:pt x="630" y="3167"/>
                  </a:cubicBezTo>
                  <a:cubicBezTo>
                    <a:pt x="975" y="3167"/>
                    <a:pt x="1259" y="2882"/>
                    <a:pt x="1259" y="2537"/>
                  </a:cubicBezTo>
                  <a:lnTo>
                    <a:pt x="1259" y="629"/>
                  </a:lnTo>
                  <a:cubicBezTo>
                    <a:pt x="1259" y="284"/>
                    <a:pt x="975" y="0"/>
                    <a:pt x="630" y="0"/>
                  </a:cubicBezTo>
                  <a:close/>
                </a:path>
              </a:pathLst>
            </a:custGeom>
            <a:ln w="12700">
              <a:solidFill>
                <a:srgbClr val="D93B48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" name="Google Shape;2594;p69">
            <a:extLst>
              <a:ext uri="{FF2B5EF4-FFF2-40B4-BE49-F238E27FC236}">
                <a16:creationId xmlns:a16="http://schemas.microsoft.com/office/drawing/2014/main" id="{DC837444-F24F-83AB-EA56-395DE2C50F6E}"/>
              </a:ext>
            </a:extLst>
          </p:cNvPr>
          <p:cNvGrpSpPr/>
          <p:nvPr/>
        </p:nvGrpSpPr>
        <p:grpSpPr>
          <a:xfrm>
            <a:off x="3749860" y="1578402"/>
            <a:ext cx="438779" cy="344395"/>
            <a:chOff x="4946475" y="3016009"/>
            <a:chExt cx="437728" cy="343570"/>
          </a:xfrm>
        </p:grpSpPr>
        <p:sp>
          <p:nvSpPr>
            <p:cNvPr id="26" name="Google Shape;2595;p69">
              <a:extLst>
                <a:ext uri="{FF2B5EF4-FFF2-40B4-BE49-F238E27FC236}">
                  <a16:creationId xmlns:a16="http://schemas.microsoft.com/office/drawing/2014/main" id="{212D93FC-C682-D35E-313F-BB428B045045}"/>
                </a:ext>
              </a:extLst>
            </p:cNvPr>
            <p:cNvSpPr/>
            <p:nvPr/>
          </p:nvSpPr>
          <p:spPr>
            <a:xfrm>
              <a:off x="4946475" y="3274798"/>
              <a:ext cx="221946" cy="84781"/>
            </a:xfrm>
            <a:custGeom>
              <a:avLst/>
              <a:gdLst/>
              <a:ahLst/>
              <a:cxnLst/>
              <a:rect l="l" t="t" r="r" b="b"/>
              <a:pathLst>
                <a:path w="10982" h="4195" extrusionOk="0">
                  <a:moveTo>
                    <a:pt x="1" y="1"/>
                  </a:moveTo>
                  <a:lnTo>
                    <a:pt x="1" y="2031"/>
                  </a:lnTo>
                  <a:cubicBezTo>
                    <a:pt x="1" y="2538"/>
                    <a:pt x="326" y="3228"/>
                    <a:pt x="1868" y="3715"/>
                  </a:cubicBezTo>
                  <a:cubicBezTo>
                    <a:pt x="2871" y="4033"/>
                    <a:pt x="4183" y="4195"/>
                    <a:pt x="5500" y="4195"/>
                  </a:cubicBezTo>
                  <a:cubicBezTo>
                    <a:pt x="6796" y="4195"/>
                    <a:pt x="8098" y="4038"/>
                    <a:pt x="9115" y="3715"/>
                  </a:cubicBezTo>
                  <a:cubicBezTo>
                    <a:pt x="10657" y="3228"/>
                    <a:pt x="10982" y="2538"/>
                    <a:pt x="10982" y="2031"/>
                  </a:cubicBezTo>
                  <a:lnTo>
                    <a:pt x="10982" y="1"/>
                  </a:lnTo>
                  <a:cubicBezTo>
                    <a:pt x="10576" y="285"/>
                    <a:pt x="10089" y="508"/>
                    <a:pt x="9500" y="691"/>
                  </a:cubicBezTo>
                  <a:cubicBezTo>
                    <a:pt x="8364" y="1046"/>
                    <a:pt x="6927" y="1224"/>
                    <a:pt x="5491" y="1224"/>
                  </a:cubicBezTo>
                  <a:cubicBezTo>
                    <a:pt x="4055" y="1224"/>
                    <a:pt x="2619" y="1046"/>
                    <a:pt x="1483" y="691"/>
                  </a:cubicBezTo>
                  <a:cubicBezTo>
                    <a:pt x="894" y="508"/>
                    <a:pt x="407" y="285"/>
                    <a:pt x="1" y="1"/>
                  </a:cubicBezTo>
                  <a:close/>
                </a:path>
              </a:pathLst>
            </a:custGeom>
            <a:ln w="12700">
              <a:solidFill>
                <a:srgbClr val="D93B48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596;p69">
              <a:extLst>
                <a:ext uri="{FF2B5EF4-FFF2-40B4-BE49-F238E27FC236}">
                  <a16:creationId xmlns:a16="http://schemas.microsoft.com/office/drawing/2014/main" id="{8F9DBA0C-2EA6-83E5-5931-7A0EA0D41465}"/>
                </a:ext>
              </a:extLst>
            </p:cNvPr>
            <p:cNvSpPr/>
            <p:nvPr/>
          </p:nvSpPr>
          <p:spPr>
            <a:xfrm>
              <a:off x="4946475" y="3189492"/>
              <a:ext cx="221946" cy="84458"/>
            </a:xfrm>
            <a:custGeom>
              <a:avLst/>
              <a:gdLst/>
              <a:ahLst/>
              <a:cxnLst/>
              <a:rect l="l" t="t" r="r" b="b"/>
              <a:pathLst>
                <a:path w="10982" h="4179" extrusionOk="0">
                  <a:moveTo>
                    <a:pt x="1" y="0"/>
                  </a:moveTo>
                  <a:lnTo>
                    <a:pt x="1" y="2030"/>
                  </a:lnTo>
                  <a:cubicBezTo>
                    <a:pt x="1" y="2537"/>
                    <a:pt x="326" y="3227"/>
                    <a:pt x="1868" y="3715"/>
                  </a:cubicBezTo>
                  <a:cubicBezTo>
                    <a:pt x="2871" y="4021"/>
                    <a:pt x="4183" y="4179"/>
                    <a:pt x="5501" y="4179"/>
                  </a:cubicBezTo>
                  <a:cubicBezTo>
                    <a:pt x="6797" y="4179"/>
                    <a:pt x="8098" y="4027"/>
                    <a:pt x="9115" y="3715"/>
                  </a:cubicBezTo>
                  <a:cubicBezTo>
                    <a:pt x="10657" y="3227"/>
                    <a:pt x="10982" y="2537"/>
                    <a:pt x="10982" y="2030"/>
                  </a:cubicBezTo>
                  <a:lnTo>
                    <a:pt x="10982" y="0"/>
                  </a:lnTo>
                  <a:cubicBezTo>
                    <a:pt x="10576" y="284"/>
                    <a:pt x="10089" y="508"/>
                    <a:pt x="9500" y="690"/>
                  </a:cubicBezTo>
                  <a:cubicBezTo>
                    <a:pt x="8364" y="1045"/>
                    <a:pt x="6927" y="1223"/>
                    <a:pt x="5491" y="1223"/>
                  </a:cubicBezTo>
                  <a:cubicBezTo>
                    <a:pt x="4055" y="1223"/>
                    <a:pt x="2619" y="1045"/>
                    <a:pt x="1483" y="690"/>
                  </a:cubicBezTo>
                  <a:cubicBezTo>
                    <a:pt x="894" y="508"/>
                    <a:pt x="407" y="284"/>
                    <a:pt x="1" y="0"/>
                  </a:cubicBezTo>
                  <a:close/>
                </a:path>
              </a:pathLst>
            </a:custGeom>
            <a:ln w="12700">
              <a:solidFill>
                <a:srgbClr val="D93B48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597;p69">
              <a:extLst>
                <a:ext uri="{FF2B5EF4-FFF2-40B4-BE49-F238E27FC236}">
                  <a16:creationId xmlns:a16="http://schemas.microsoft.com/office/drawing/2014/main" id="{2EE7BB91-F272-29D5-92B2-639F3EB251BF}"/>
                </a:ext>
              </a:extLst>
            </p:cNvPr>
            <p:cNvSpPr/>
            <p:nvPr/>
          </p:nvSpPr>
          <p:spPr>
            <a:xfrm>
              <a:off x="4946475" y="3104165"/>
              <a:ext cx="221946" cy="84357"/>
            </a:xfrm>
            <a:custGeom>
              <a:avLst/>
              <a:gdLst/>
              <a:ahLst/>
              <a:cxnLst/>
              <a:rect l="l" t="t" r="r" b="b"/>
              <a:pathLst>
                <a:path w="10982" h="4174" extrusionOk="0">
                  <a:moveTo>
                    <a:pt x="1" y="0"/>
                  </a:moveTo>
                  <a:lnTo>
                    <a:pt x="1" y="2030"/>
                  </a:lnTo>
                  <a:cubicBezTo>
                    <a:pt x="1" y="2517"/>
                    <a:pt x="326" y="3227"/>
                    <a:pt x="1868" y="3694"/>
                  </a:cubicBezTo>
                  <a:cubicBezTo>
                    <a:pt x="2871" y="4011"/>
                    <a:pt x="4183" y="4174"/>
                    <a:pt x="5500" y="4174"/>
                  </a:cubicBezTo>
                  <a:cubicBezTo>
                    <a:pt x="6796" y="4174"/>
                    <a:pt x="8098" y="4017"/>
                    <a:pt x="9115" y="3694"/>
                  </a:cubicBezTo>
                  <a:cubicBezTo>
                    <a:pt x="10657" y="3227"/>
                    <a:pt x="10982" y="2517"/>
                    <a:pt x="10982" y="2030"/>
                  </a:cubicBezTo>
                  <a:lnTo>
                    <a:pt x="10982" y="0"/>
                  </a:lnTo>
                  <a:cubicBezTo>
                    <a:pt x="10576" y="264"/>
                    <a:pt x="10089" y="487"/>
                    <a:pt x="9500" y="690"/>
                  </a:cubicBezTo>
                  <a:cubicBezTo>
                    <a:pt x="8364" y="1045"/>
                    <a:pt x="6927" y="1223"/>
                    <a:pt x="5491" y="1223"/>
                  </a:cubicBezTo>
                  <a:cubicBezTo>
                    <a:pt x="4055" y="1223"/>
                    <a:pt x="2619" y="1045"/>
                    <a:pt x="1483" y="690"/>
                  </a:cubicBezTo>
                  <a:cubicBezTo>
                    <a:pt x="894" y="487"/>
                    <a:pt x="407" y="264"/>
                    <a:pt x="1" y="0"/>
                  </a:cubicBezTo>
                  <a:close/>
                </a:path>
              </a:pathLst>
            </a:custGeom>
            <a:ln w="12700">
              <a:solidFill>
                <a:srgbClr val="D93B48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598;p69">
              <a:extLst>
                <a:ext uri="{FF2B5EF4-FFF2-40B4-BE49-F238E27FC236}">
                  <a16:creationId xmlns:a16="http://schemas.microsoft.com/office/drawing/2014/main" id="{687352E7-87A3-8A70-A70A-56D7C6DA5E43}"/>
                </a:ext>
              </a:extLst>
            </p:cNvPr>
            <p:cNvSpPr/>
            <p:nvPr/>
          </p:nvSpPr>
          <p:spPr>
            <a:xfrm>
              <a:off x="4946475" y="3016009"/>
              <a:ext cx="221946" cy="87186"/>
            </a:xfrm>
            <a:custGeom>
              <a:avLst/>
              <a:gdLst/>
              <a:ahLst/>
              <a:cxnLst/>
              <a:rect l="l" t="t" r="r" b="b"/>
              <a:pathLst>
                <a:path w="10982" h="4314" extrusionOk="0">
                  <a:moveTo>
                    <a:pt x="5482" y="1"/>
                  </a:moveTo>
                  <a:cubicBezTo>
                    <a:pt x="4186" y="1"/>
                    <a:pt x="2885" y="153"/>
                    <a:pt x="1868" y="465"/>
                  </a:cubicBezTo>
                  <a:cubicBezTo>
                    <a:pt x="326" y="952"/>
                    <a:pt x="1" y="1663"/>
                    <a:pt x="1" y="2150"/>
                  </a:cubicBezTo>
                  <a:cubicBezTo>
                    <a:pt x="1" y="2657"/>
                    <a:pt x="326" y="3347"/>
                    <a:pt x="1868" y="3834"/>
                  </a:cubicBezTo>
                  <a:cubicBezTo>
                    <a:pt x="2871" y="4152"/>
                    <a:pt x="4183" y="4314"/>
                    <a:pt x="5500" y="4314"/>
                  </a:cubicBezTo>
                  <a:cubicBezTo>
                    <a:pt x="6796" y="4314"/>
                    <a:pt x="8098" y="4157"/>
                    <a:pt x="9115" y="3834"/>
                  </a:cubicBezTo>
                  <a:cubicBezTo>
                    <a:pt x="10657" y="3347"/>
                    <a:pt x="10982" y="2657"/>
                    <a:pt x="10982" y="2150"/>
                  </a:cubicBezTo>
                  <a:cubicBezTo>
                    <a:pt x="10982" y="1663"/>
                    <a:pt x="10657" y="952"/>
                    <a:pt x="9115" y="465"/>
                  </a:cubicBezTo>
                  <a:cubicBezTo>
                    <a:pt x="8112" y="158"/>
                    <a:pt x="6800" y="1"/>
                    <a:pt x="5482" y="1"/>
                  </a:cubicBezTo>
                  <a:close/>
                </a:path>
              </a:pathLst>
            </a:custGeom>
            <a:ln w="12700">
              <a:solidFill>
                <a:srgbClr val="D93B48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2599;p69">
              <a:extLst>
                <a:ext uri="{FF2B5EF4-FFF2-40B4-BE49-F238E27FC236}">
                  <a16:creationId xmlns:a16="http://schemas.microsoft.com/office/drawing/2014/main" id="{E7EFE5AA-8BDE-34F4-1F2F-4BA64EAE9B0A}"/>
                </a:ext>
              </a:extLst>
            </p:cNvPr>
            <p:cNvSpPr/>
            <p:nvPr/>
          </p:nvSpPr>
          <p:spPr>
            <a:xfrm>
              <a:off x="5193846" y="3045496"/>
              <a:ext cx="190358" cy="258870"/>
            </a:xfrm>
            <a:custGeom>
              <a:avLst/>
              <a:gdLst/>
              <a:ahLst/>
              <a:cxnLst/>
              <a:rect l="l" t="t" r="r" b="b"/>
              <a:pathLst>
                <a:path w="9419" h="12809" extrusionOk="0">
                  <a:moveTo>
                    <a:pt x="4709" y="1279"/>
                  </a:moveTo>
                  <a:cubicBezTo>
                    <a:pt x="6049" y="1279"/>
                    <a:pt x="7145" y="2375"/>
                    <a:pt x="7145" y="3715"/>
                  </a:cubicBezTo>
                  <a:lnTo>
                    <a:pt x="7145" y="5400"/>
                  </a:lnTo>
                  <a:lnTo>
                    <a:pt x="2274" y="5400"/>
                  </a:lnTo>
                  <a:lnTo>
                    <a:pt x="2274" y="3715"/>
                  </a:lnTo>
                  <a:cubicBezTo>
                    <a:pt x="2274" y="2375"/>
                    <a:pt x="3370" y="1279"/>
                    <a:pt x="4709" y="1279"/>
                  </a:cubicBezTo>
                  <a:close/>
                  <a:moveTo>
                    <a:pt x="3410" y="8566"/>
                  </a:moveTo>
                  <a:cubicBezTo>
                    <a:pt x="3715" y="8566"/>
                    <a:pt x="3958" y="8810"/>
                    <a:pt x="3958" y="9094"/>
                  </a:cubicBezTo>
                  <a:cubicBezTo>
                    <a:pt x="3958" y="9398"/>
                    <a:pt x="3715" y="9642"/>
                    <a:pt x="3410" y="9642"/>
                  </a:cubicBezTo>
                  <a:cubicBezTo>
                    <a:pt x="3126" y="9642"/>
                    <a:pt x="2883" y="9398"/>
                    <a:pt x="2883" y="9094"/>
                  </a:cubicBezTo>
                  <a:cubicBezTo>
                    <a:pt x="2883" y="8810"/>
                    <a:pt x="3126" y="8566"/>
                    <a:pt x="3410" y="8566"/>
                  </a:cubicBezTo>
                  <a:close/>
                  <a:moveTo>
                    <a:pt x="6009" y="8566"/>
                  </a:moveTo>
                  <a:cubicBezTo>
                    <a:pt x="6293" y="8566"/>
                    <a:pt x="6536" y="8810"/>
                    <a:pt x="6536" y="9094"/>
                  </a:cubicBezTo>
                  <a:cubicBezTo>
                    <a:pt x="6536" y="9398"/>
                    <a:pt x="6293" y="9642"/>
                    <a:pt x="6009" y="9642"/>
                  </a:cubicBezTo>
                  <a:cubicBezTo>
                    <a:pt x="5704" y="9642"/>
                    <a:pt x="5460" y="9398"/>
                    <a:pt x="5460" y="9094"/>
                  </a:cubicBezTo>
                  <a:cubicBezTo>
                    <a:pt x="5460" y="8810"/>
                    <a:pt x="5704" y="8566"/>
                    <a:pt x="6009" y="8566"/>
                  </a:cubicBezTo>
                  <a:close/>
                  <a:moveTo>
                    <a:pt x="4709" y="1"/>
                  </a:moveTo>
                  <a:cubicBezTo>
                    <a:pt x="2659" y="1"/>
                    <a:pt x="995" y="1665"/>
                    <a:pt x="995" y="3715"/>
                  </a:cubicBezTo>
                  <a:lnTo>
                    <a:pt x="995" y="5400"/>
                  </a:lnTo>
                  <a:lnTo>
                    <a:pt x="650" y="5400"/>
                  </a:lnTo>
                  <a:cubicBezTo>
                    <a:pt x="285" y="5400"/>
                    <a:pt x="0" y="5684"/>
                    <a:pt x="0" y="6029"/>
                  </a:cubicBezTo>
                  <a:lnTo>
                    <a:pt x="0" y="12179"/>
                  </a:lnTo>
                  <a:cubicBezTo>
                    <a:pt x="0" y="12524"/>
                    <a:pt x="285" y="12808"/>
                    <a:pt x="650" y="12808"/>
                  </a:cubicBezTo>
                  <a:lnTo>
                    <a:pt x="8769" y="12808"/>
                  </a:lnTo>
                  <a:cubicBezTo>
                    <a:pt x="9134" y="12808"/>
                    <a:pt x="9419" y="12524"/>
                    <a:pt x="9419" y="12179"/>
                  </a:cubicBezTo>
                  <a:lnTo>
                    <a:pt x="9419" y="6029"/>
                  </a:lnTo>
                  <a:cubicBezTo>
                    <a:pt x="9419" y="5684"/>
                    <a:pt x="9134" y="5400"/>
                    <a:pt x="8769" y="5400"/>
                  </a:cubicBezTo>
                  <a:lnTo>
                    <a:pt x="8424" y="5400"/>
                  </a:lnTo>
                  <a:lnTo>
                    <a:pt x="8424" y="3715"/>
                  </a:lnTo>
                  <a:cubicBezTo>
                    <a:pt x="8424" y="1665"/>
                    <a:pt x="6760" y="1"/>
                    <a:pt x="4709" y="1"/>
                  </a:cubicBezTo>
                  <a:close/>
                </a:path>
              </a:pathLst>
            </a:custGeom>
            <a:ln w="12700">
              <a:solidFill>
                <a:srgbClr val="D93B48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" name="Google Shape;5139;p74">
            <a:extLst>
              <a:ext uri="{FF2B5EF4-FFF2-40B4-BE49-F238E27FC236}">
                <a16:creationId xmlns:a16="http://schemas.microsoft.com/office/drawing/2014/main" id="{9AF1B57A-0D8B-4EFF-6F42-D279BB5B7B05}"/>
              </a:ext>
            </a:extLst>
          </p:cNvPr>
          <p:cNvGrpSpPr/>
          <p:nvPr/>
        </p:nvGrpSpPr>
        <p:grpSpPr>
          <a:xfrm>
            <a:off x="5027707" y="2160647"/>
            <a:ext cx="305386" cy="338602"/>
            <a:chOff x="3300325" y="249875"/>
            <a:chExt cx="433725" cy="480900"/>
          </a:xfrm>
          <a:noFill/>
        </p:grpSpPr>
        <p:sp>
          <p:nvSpPr>
            <p:cNvPr id="32" name="Google Shape;5140;p74">
              <a:extLst>
                <a:ext uri="{FF2B5EF4-FFF2-40B4-BE49-F238E27FC236}">
                  <a16:creationId xmlns:a16="http://schemas.microsoft.com/office/drawing/2014/main" id="{1CA3E6A8-DC8A-F1EC-CECF-BECF2955603F}"/>
                </a:ext>
              </a:extLst>
            </p:cNvPr>
            <p:cNvSpPr/>
            <p:nvPr/>
          </p:nvSpPr>
          <p:spPr>
            <a:xfrm>
              <a:off x="3610875" y="334550"/>
              <a:ext cx="56475" cy="28250"/>
            </a:xfrm>
            <a:custGeom>
              <a:avLst/>
              <a:gdLst/>
              <a:ahLst/>
              <a:cxnLst/>
              <a:rect l="l" t="t" r="r" b="b"/>
              <a:pathLst>
                <a:path w="2259" h="1130" extrusionOk="0">
                  <a:moveTo>
                    <a:pt x="566" y="0"/>
                  </a:moveTo>
                  <a:cubicBezTo>
                    <a:pt x="253" y="0"/>
                    <a:pt x="0" y="253"/>
                    <a:pt x="0" y="567"/>
                  </a:cubicBezTo>
                  <a:cubicBezTo>
                    <a:pt x="0" y="877"/>
                    <a:pt x="253" y="1130"/>
                    <a:pt x="566" y="1130"/>
                  </a:cubicBezTo>
                  <a:lnTo>
                    <a:pt x="1696" y="1130"/>
                  </a:lnTo>
                  <a:cubicBezTo>
                    <a:pt x="2006" y="1130"/>
                    <a:pt x="2259" y="877"/>
                    <a:pt x="2259" y="567"/>
                  </a:cubicBezTo>
                  <a:cubicBezTo>
                    <a:pt x="2259" y="253"/>
                    <a:pt x="2006" y="0"/>
                    <a:pt x="1696" y="0"/>
                  </a:cubicBezTo>
                  <a:close/>
                </a:path>
              </a:pathLst>
            </a:custGeom>
            <a:grpFill/>
            <a:ln w="12700">
              <a:solidFill>
                <a:srgbClr val="D93B48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" name="Google Shape;5141;p74">
              <a:extLst>
                <a:ext uri="{FF2B5EF4-FFF2-40B4-BE49-F238E27FC236}">
                  <a16:creationId xmlns:a16="http://schemas.microsoft.com/office/drawing/2014/main" id="{570489E8-D334-FB7D-D190-DD5486161B21}"/>
                </a:ext>
              </a:extLst>
            </p:cNvPr>
            <p:cNvSpPr/>
            <p:nvPr/>
          </p:nvSpPr>
          <p:spPr>
            <a:xfrm>
              <a:off x="3467675" y="249875"/>
              <a:ext cx="46400" cy="56475"/>
            </a:xfrm>
            <a:custGeom>
              <a:avLst/>
              <a:gdLst/>
              <a:ahLst/>
              <a:cxnLst/>
              <a:rect l="l" t="t" r="r" b="b"/>
              <a:pathLst>
                <a:path w="1856" h="2259" extrusionOk="0">
                  <a:moveTo>
                    <a:pt x="647" y="1"/>
                  </a:moveTo>
                  <a:cubicBezTo>
                    <a:pt x="562" y="1"/>
                    <a:pt x="476" y="20"/>
                    <a:pt x="395" y="60"/>
                  </a:cubicBezTo>
                  <a:cubicBezTo>
                    <a:pt x="115" y="198"/>
                    <a:pt x="1" y="539"/>
                    <a:pt x="142" y="819"/>
                  </a:cubicBezTo>
                  <a:lnTo>
                    <a:pt x="705" y="1948"/>
                  </a:lnTo>
                  <a:cubicBezTo>
                    <a:pt x="806" y="2144"/>
                    <a:pt x="1004" y="2259"/>
                    <a:pt x="1211" y="2259"/>
                  </a:cubicBezTo>
                  <a:cubicBezTo>
                    <a:pt x="1296" y="2259"/>
                    <a:pt x="1383" y="2239"/>
                    <a:pt x="1464" y="2198"/>
                  </a:cubicBezTo>
                  <a:cubicBezTo>
                    <a:pt x="1744" y="2059"/>
                    <a:pt x="1856" y="1722"/>
                    <a:pt x="1717" y="1442"/>
                  </a:cubicBezTo>
                  <a:lnTo>
                    <a:pt x="1151" y="313"/>
                  </a:lnTo>
                  <a:cubicBezTo>
                    <a:pt x="1053" y="114"/>
                    <a:pt x="853" y="1"/>
                    <a:pt x="647" y="1"/>
                  </a:cubicBezTo>
                  <a:close/>
                </a:path>
              </a:pathLst>
            </a:custGeom>
            <a:grpFill/>
            <a:ln w="12700">
              <a:solidFill>
                <a:srgbClr val="D93B48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4" name="Google Shape;5142;p74">
              <a:extLst>
                <a:ext uri="{FF2B5EF4-FFF2-40B4-BE49-F238E27FC236}">
                  <a16:creationId xmlns:a16="http://schemas.microsoft.com/office/drawing/2014/main" id="{677CB5D9-971D-AC79-8BAA-EF5844241C50}"/>
                </a:ext>
              </a:extLst>
            </p:cNvPr>
            <p:cNvSpPr/>
            <p:nvPr/>
          </p:nvSpPr>
          <p:spPr>
            <a:xfrm>
              <a:off x="3566525" y="249875"/>
              <a:ext cx="46400" cy="56475"/>
            </a:xfrm>
            <a:custGeom>
              <a:avLst/>
              <a:gdLst/>
              <a:ahLst/>
              <a:cxnLst/>
              <a:rect l="l" t="t" r="r" b="b"/>
              <a:pathLst>
                <a:path w="1856" h="2259" extrusionOk="0">
                  <a:moveTo>
                    <a:pt x="1210" y="1"/>
                  </a:moveTo>
                  <a:cubicBezTo>
                    <a:pt x="1003" y="1"/>
                    <a:pt x="803" y="114"/>
                    <a:pt x="705" y="313"/>
                  </a:cubicBezTo>
                  <a:lnTo>
                    <a:pt x="139" y="1442"/>
                  </a:lnTo>
                  <a:cubicBezTo>
                    <a:pt x="1" y="1719"/>
                    <a:pt x="115" y="2059"/>
                    <a:pt x="392" y="2198"/>
                  </a:cubicBezTo>
                  <a:cubicBezTo>
                    <a:pt x="474" y="2239"/>
                    <a:pt x="561" y="2259"/>
                    <a:pt x="646" y="2259"/>
                  </a:cubicBezTo>
                  <a:cubicBezTo>
                    <a:pt x="852" y="2259"/>
                    <a:pt x="1051" y="2144"/>
                    <a:pt x="1151" y="1948"/>
                  </a:cubicBezTo>
                  <a:lnTo>
                    <a:pt x="1714" y="819"/>
                  </a:lnTo>
                  <a:cubicBezTo>
                    <a:pt x="1856" y="539"/>
                    <a:pt x="1741" y="198"/>
                    <a:pt x="1461" y="60"/>
                  </a:cubicBezTo>
                  <a:cubicBezTo>
                    <a:pt x="1381" y="20"/>
                    <a:pt x="1295" y="1"/>
                    <a:pt x="1210" y="1"/>
                  </a:cubicBezTo>
                  <a:close/>
                </a:path>
              </a:pathLst>
            </a:custGeom>
            <a:grpFill/>
            <a:ln w="12700">
              <a:solidFill>
                <a:srgbClr val="D93B48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5" name="Google Shape;5143;p74">
              <a:extLst>
                <a:ext uri="{FF2B5EF4-FFF2-40B4-BE49-F238E27FC236}">
                  <a16:creationId xmlns:a16="http://schemas.microsoft.com/office/drawing/2014/main" id="{1B349075-B440-1F7D-1F73-A3595C38BDE1}"/>
                </a:ext>
              </a:extLst>
            </p:cNvPr>
            <p:cNvSpPr/>
            <p:nvPr/>
          </p:nvSpPr>
          <p:spPr>
            <a:xfrm>
              <a:off x="3413250" y="334550"/>
              <a:ext cx="56500" cy="28250"/>
            </a:xfrm>
            <a:custGeom>
              <a:avLst/>
              <a:gdLst/>
              <a:ahLst/>
              <a:cxnLst/>
              <a:rect l="l" t="t" r="r" b="b"/>
              <a:pathLst>
                <a:path w="2260" h="1130" extrusionOk="0">
                  <a:moveTo>
                    <a:pt x="567" y="0"/>
                  </a:moveTo>
                  <a:cubicBezTo>
                    <a:pt x="254" y="0"/>
                    <a:pt x="1" y="253"/>
                    <a:pt x="1" y="567"/>
                  </a:cubicBezTo>
                  <a:cubicBezTo>
                    <a:pt x="1" y="877"/>
                    <a:pt x="254" y="1130"/>
                    <a:pt x="567" y="1130"/>
                  </a:cubicBezTo>
                  <a:lnTo>
                    <a:pt x="1696" y="1130"/>
                  </a:lnTo>
                  <a:cubicBezTo>
                    <a:pt x="2006" y="1130"/>
                    <a:pt x="2259" y="877"/>
                    <a:pt x="2259" y="567"/>
                  </a:cubicBezTo>
                  <a:cubicBezTo>
                    <a:pt x="2259" y="253"/>
                    <a:pt x="2006" y="0"/>
                    <a:pt x="1696" y="0"/>
                  </a:cubicBezTo>
                  <a:close/>
                </a:path>
              </a:pathLst>
            </a:custGeom>
            <a:grpFill/>
            <a:ln w="12700">
              <a:solidFill>
                <a:srgbClr val="D93B48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6" name="Google Shape;5144;p74">
              <a:extLst>
                <a:ext uri="{FF2B5EF4-FFF2-40B4-BE49-F238E27FC236}">
                  <a16:creationId xmlns:a16="http://schemas.microsoft.com/office/drawing/2014/main" id="{354E26E0-CD4D-09A7-0D7E-9CF4E643951A}"/>
                </a:ext>
              </a:extLst>
            </p:cNvPr>
            <p:cNvSpPr/>
            <p:nvPr/>
          </p:nvSpPr>
          <p:spPr>
            <a:xfrm>
              <a:off x="3300325" y="476675"/>
              <a:ext cx="84725" cy="254100"/>
            </a:xfrm>
            <a:custGeom>
              <a:avLst/>
              <a:gdLst/>
              <a:ahLst/>
              <a:cxnLst/>
              <a:rect l="l" t="t" r="r" b="b"/>
              <a:pathLst>
                <a:path w="3389" h="10164" extrusionOk="0">
                  <a:moveTo>
                    <a:pt x="567" y="1"/>
                  </a:moveTo>
                  <a:cubicBezTo>
                    <a:pt x="254" y="1"/>
                    <a:pt x="1" y="251"/>
                    <a:pt x="1" y="564"/>
                  </a:cubicBezTo>
                  <a:lnTo>
                    <a:pt x="1" y="9598"/>
                  </a:lnTo>
                  <a:cubicBezTo>
                    <a:pt x="1" y="9911"/>
                    <a:pt x="254" y="10164"/>
                    <a:pt x="567" y="10164"/>
                  </a:cubicBezTo>
                  <a:lnTo>
                    <a:pt x="2825" y="10164"/>
                  </a:lnTo>
                  <a:cubicBezTo>
                    <a:pt x="3136" y="10164"/>
                    <a:pt x="3389" y="9911"/>
                    <a:pt x="3389" y="9598"/>
                  </a:cubicBezTo>
                  <a:lnTo>
                    <a:pt x="3389" y="564"/>
                  </a:lnTo>
                  <a:cubicBezTo>
                    <a:pt x="3389" y="251"/>
                    <a:pt x="3136" y="1"/>
                    <a:pt x="2825" y="1"/>
                  </a:cubicBezTo>
                  <a:close/>
                </a:path>
              </a:pathLst>
            </a:custGeom>
            <a:grpFill/>
            <a:ln w="12700">
              <a:solidFill>
                <a:srgbClr val="D93B48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7" name="Google Shape;5145;p74">
              <a:extLst>
                <a:ext uri="{FF2B5EF4-FFF2-40B4-BE49-F238E27FC236}">
                  <a16:creationId xmlns:a16="http://schemas.microsoft.com/office/drawing/2014/main" id="{A6F479EF-97AE-E382-3A98-C7301E58F1DD}"/>
                </a:ext>
              </a:extLst>
            </p:cNvPr>
            <p:cNvSpPr/>
            <p:nvPr/>
          </p:nvSpPr>
          <p:spPr>
            <a:xfrm>
              <a:off x="3413250" y="335525"/>
              <a:ext cx="320800" cy="395250"/>
            </a:xfrm>
            <a:custGeom>
              <a:avLst/>
              <a:gdLst/>
              <a:ahLst/>
              <a:cxnLst/>
              <a:rect l="l" t="t" r="r" b="b"/>
              <a:pathLst>
                <a:path w="12832" h="15810" extrusionOk="0">
                  <a:moveTo>
                    <a:pt x="3954" y="1"/>
                  </a:moveTo>
                  <a:cubicBezTo>
                    <a:pt x="3641" y="1"/>
                    <a:pt x="3388" y="254"/>
                    <a:pt x="3388" y="564"/>
                  </a:cubicBezTo>
                  <a:cubicBezTo>
                    <a:pt x="3388" y="1871"/>
                    <a:pt x="2879" y="4225"/>
                    <a:pt x="1922" y="5186"/>
                  </a:cubicBezTo>
                  <a:cubicBezTo>
                    <a:pt x="1274" y="5830"/>
                    <a:pt x="723" y="6065"/>
                    <a:pt x="1" y="6427"/>
                  </a:cubicBezTo>
                  <a:lnTo>
                    <a:pt x="1" y="14897"/>
                  </a:lnTo>
                  <a:cubicBezTo>
                    <a:pt x="1109" y="15268"/>
                    <a:pt x="2515" y="15810"/>
                    <a:pt x="4659" y="15810"/>
                  </a:cubicBezTo>
                  <a:lnTo>
                    <a:pt x="8351" y="15810"/>
                  </a:lnTo>
                  <a:cubicBezTo>
                    <a:pt x="9567" y="15810"/>
                    <a:pt x="10516" y="14680"/>
                    <a:pt x="10046" y="13491"/>
                  </a:cubicBezTo>
                  <a:cubicBezTo>
                    <a:pt x="11019" y="13226"/>
                    <a:pt x="11546" y="12172"/>
                    <a:pt x="11175" y="11233"/>
                  </a:cubicBezTo>
                  <a:cubicBezTo>
                    <a:pt x="12386" y="10901"/>
                    <a:pt x="12832" y="9408"/>
                    <a:pt x="11992" y="8468"/>
                  </a:cubicBezTo>
                  <a:cubicBezTo>
                    <a:pt x="12314" y="8107"/>
                    <a:pt x="12467" y="7625"/>
                    <a:pt x="12410" y="7143"/>
                  </a:cubicBezTo>
                  <a:cubicBezTo>
                    <a:pt x="12311" y="6267"/>
                    <a:pt x="11495" y="5647"/>
                    <a:pt x="10612" y="5647"/>
                  </a:cubicBezTo>
                  <a:lnTo>
                    <a:pt x="6213" y="5647"/>
                  </a:lnTo>
                  <a:cubicBezTo>
                    <a:pt x="6586" y="4975"/>
                    <a:pt x="6785" y="3081"/>
                    <a:pt x="6776" y="2307"/>
                  </a:cubicBezTo>
                  <a:cubicBezTo>
                    <a:pt x="6761" y="1027"/>
                    <a:pt x="5701" y="1"/>
                    <a:pt x="4418" y="1"/>
                  </a:cubicBezTo>
                  <a:close/>
                </a:path>
              </a:pathLst>
            </a:custGeom>
            <a:grpFill/>
            <a:ln w="12700">
              <a:solidFill>
                <a:srgbClr val="D93B48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45"/>
          <p:cNvSpPr/>
          <p:nvPr/>
        </p:nvSpPr>
        <p:spPr>
          <a:xfrm>
            <a:off x="5662617" y="1417223"/>
            <a:ext cx="1415142" cy="1304523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3" name="Google Shape;943;p45"/>
          <p:cNvSpPr txBox="1">
            <a:spLocks noGrp="1"/>
          </p:cNvSpPr>
          <p:nvPr>
            <p:ph type="title"/>
          </p:nvPr>
        </p:nvSpPr>
        <p:spPr>
          <a:xfrm>
            <a:off x="732300" y="445025"/>
            <a:ext cx="7679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010440"/>
                </a:solidFill>
              </a:rPr>
              <a:t>Exploratory Data Analysis (EDA)</a:t>
            </a:r>
          </a:p>
        </p:txBody>
      </p:sp>
      <p:sp>
        <p:nvSpPr>
          <p:cNvPr id="944" name="Google Shape;944;p45"/>
          <p:cNvSpPr txBox="1">
            <a:spLocks noGrp="1"/>
          </p:cNvSpPr>
          <p:nvPr>
            <p:ph type="title" idx="4294967295"/>
          </p:nvPr>
        </p:nvSpPr>
        <p:spPr>
          <a:xfrm>
            <a:off x="3964927" y="3603402"/>
            <a:ext cx="2166600" cy="527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/>
              <a:t>With high risk of Heart Attack</a:t>
            </a:r>
            <a:endParaRPr sz="1700" dirty="0"/>
          </a:p>
        </p:txBody>
      </p:sp>
      <p:sp>
        <p:nvSpPr>
          <p:cNvPr id="947" name="Google Shape;947;p45"/>
          <p:cNvSpPr txBox="1">
            <a:spLocks noGrp="1"/>
          </p:cNvSpPr>
          <p:nvPr>
            <p:ph type="title" idx="4294967295"/>
          </p:nvPr>
        </p:nvSpPr>
        <p:spPr>
          <a:xfrm>
            <a:off x="3964925" y="3075702"/>
            <a:ext cx="2166600" cy="527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2"/>
                </a:solidFill>
              </a:rPr>
              <a:t>51%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948" name="Google Shape;948;p45"/>
          <p:cNvSpPr/>
          <p:nvPr/>
        </p:nvSpPr>
        <p:spPr>
          <a:xfrm>
            <a:off x="5512767" y="1267374"/>
            <a:ext cx="1793548" cy="1653350"/>
          </a:xfrm>
          <a:prstGeom prst="pie">
            <a:avLst>
              <a:gd name="adj1" fmla="val 5451722"/>
              <a:gd name="adj2" fmla="val 16533509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0" name="Google Shape;950;p45"/>
          <p:cNvSpPr txBox="1">
            <a:spLocks noGrp="1"/>
          </p:cNvSpPr>
          <p:nvPr>
            <p:ph type="title" idx="4294967295"/>
          </p:nvPr>
        </p:nvSpPr>
        <p:spPr>
          <a:xfrm>
            <a:off x="6131525" y="3597980"/>
            <a:ext cx="2166600" cy="527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dirty="0"/>
              <a:t>With low risk of Heart Attack</a:t>
            </a:r>
          </a:p>
        </p:txBody>
      </p:sp>
      <p:sp>
        <p:nvSpPr>
          <p:cNvPr id="952" name="Google Shape;952;p45"/>
          <p:cNvSpPr txBox="1">
            <a:spLocks noGrp="1"/>
          </p:cNvSpPr>
          <p:nvPr>
            <p:ph type="title" idx="4294967295"/>
          </p:nvPr>
        </p:nvSpPr>
        <p:spPr>
          <a:xfrm>
            <a:off x="6131525" y="3075702"/>
            <a:ext cx="2166600" cy="527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9E9E9E"/>
                </a:solidFill>
              </a:rPr>
              <a:t>49%</a:t>
            </a:r>
            <a:endParaRPr dirty="0">
              <a:solidFill>
                <a:srgbClr val="9E9E9E"/>
              </a:solidFill>
            </a:endParaRPr>
          </a:p>
        </p:txBody>
      </p:sp>
      <p:sp>
        <p:nvSpPr>
          <p:cNvPr id="957" name="Google Shape;957;p45"/>
          <p:cNvSpPr txBox="1">
            <a:spLocks noGrp="1"/>
          </p:cNvSpPr>
          <p:nvPr>
            <p:ph type="subTitle" idx="4294967295"/>
          </p:nvPr>
        </p:nvSpPr>
        <p:spPr>
          <a:xfrm>
            <a:off x="7388024" y="1377109"/>
            <a:ext cx="1538100" cy="23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200" dirty="0"/>
              <a:t>Low risk 0</a:t>
            </a:r>
            <a:endParaRPr sz="1200" dirty="0">
              <a:solidFill>
                <a:schemeClr val="dk1"/>
              </a:solidFill>
            </a:endParaRPr>
          </a:p>
        </p:txBody>
      </p:sp>
      <p:sp>
        <p:nvSpPr>
          <p:cNvPr id="959" name="Google Shape;959;p45"/>
          <p:cNvSpPr/>
          <p:nvPr/>
        </p:nvSpPr>
        <p:spPr>
          <a:xfrm>
            <a:off x="7328624" y="1373959"/>
            <a:ext cx="118800" cy="118800"/>
          </a:xfrm>
          <a:prstGeom prst="ellipse">
            <a:avLst/>
          </a:prstGeom>
          <a:solidFill>
            <a:srgbClr val="9E9E9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0" name="Google Shape;960;p45"/>
          <p:cNvSpPr/>
          <p:nvPr/>
        </p:nvSpPr>
        <p:spPr>
          <a:xfrm>
            <a:off x="7328624" y="1635526"/>
            <a:ext cx="118800" cy="118800"/>
          </a:xfrm>
          <a:prstGeom prst="ellipse">
            <a:avLst/>
          </a:pr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1" name="Google Shape;961;p45"/>
          <p:cNvSpPr txBox="1">
            <a:spLocks noGrp="1"/>
          </p:cNvSpPr>
          <p:nvPr>
            <p:ph type="title" idx="4294967295"/>
          </p:nvPr>
        </p:nvSpPr>
        <p:spPr>
          <a:xfrm>
            <a:off x="647952" y="1624255"/>
            <a:ext cx="3532800" cy="117147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EDA file link</a:t>
            </a:r>
            <a:br>
              <a:rPr lang="en" sz="1700" dirty="0"/>
            </a:br>
            <a:br>
              <a:rPr lang="en" sz="1800" dirty="0">
                <a:latin typeface="Karla" pitchFamily="2" charset="0"/>
              </a:rPr>
            </a:br>
            <a:r>
              <a:rPr lang="en-US" sz="1400" dirty="0" err="1">
                <a:latin typeface="Karla" pitchFamily="2" charset="0"/>
                <a:hlinkClick r:id="rId3"/>
              </a:rPr>
              <a:t>Final_Graduation_Project_Code.ipynb</a:t>
            </a:r>
            <a:r>
              <a:rPr lang="en-US" sz="1400" dirty="0">
                <a:latin typeface="Karla" pitchFamily="2" charset="0"/>
                <a:hlinkClick r:id="rId3"/>
              </a:rPr>
              <a:t> - </a:t>
            </a:r>
            <a:r>
              <a:rPr lang="en-US" sz="1400" dirty="0" err="1">
                <a:latin typeface="Karla" pitchFamily="2" charset="0"/>
                <a:hlinkClick r:id="rId3"/>
              </a:rPr>
              <a:t>Colaboratory</a:t>
            </a:r>
            <a:r>
              <a:rPr lang="en-US" sz="1400" dirty="0">
                <a:latin typeface="Karla" pitchFamily="2" charset="0"/>
                <a:hlinkClick r:id="rId3"/>
              </a:rPr>
              <a:t> (google.com)</a:t>
            </a:r>
            <a:endParaRPr sz="1700" dirty="0">
              <a:latin typeface="Karla" pitchFamily="2" charset="0"/>
            </a:endParaRPr>
          </a:p>
        </p:txBody>
      </p:sp>
      <p:sp>
        <p:nvSpPr>
          <p:cNvPr id="2" name="Google Shape;957;p45">
            <a:extLst>
              <a:ext uri="{FF2B5EF4-FFF2-40B4-BE49-F238E27FC236}">
                <a16:creationId xmlns:a16="http://schemas.microsoft.com/office/drawing/2014/main" id="{B31FF677-70D5-4629-DFC1-6361BDDE50F1}"/>
              </a:ext>
            </a:extLst>
          </p:cNvPr>
          <p:cNvSpPr txBox="1">
            <a:spLocks/>
          </p:cNvSpPr>
          <p:nvPr/>
        </p:nvSpPr>
        <p:spPr>
          <a:xfrm>
            <a:off x="7396765" y="1639446"/>
            <a:ext cx="1099283" cy="2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Karla"/>
              <a:buChar char="●"/>
              <a:defRPr sz="18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>
              <a:spcAft>
                <a:spcPts val="1200"/>
              </a:spcAft>
              <a:buFont typeface="Karla"/>
              <a:buNone/>
            </a:pPr>
            <a:r>
              <a:rPr lang="en-US" sz="1200" dirty="0"/>
              <a:t>High risk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Google Shape;1101;p51"/>
          <p:cNvSpPr txBox="1">
            <a:spLocks noGrp="1"/>
          </p:cNvSpPr>
          <p:nvPr>
            <p:ph type="title"/>
          </p:nvPr>
        </p:nvSpPr>
        <p:spPr>
          <a:xfrm>
            <a:off x="1259571" y="1901338"/>
            <a:ext cx="4465564" cy="145953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010440"/>
                </a:solidFill>
              </a:rPr>
              <a:t>Model</a:t>
            </a:r>
            <a:r>
              <a:rPr lang="en-US" dirty="0"/>
              <a:t> Building &amp; </a:t>
            </a:r>
            <a:br>
              <a:rPr lang="en-US" dirty="0"/>
            </a:br>
            <a:r>
              <a:rPr lang="en-US" dirty="0"/>
              <a:t>Evaluation</a:t>
            </a:r>
          </a:p>
        </p:txBody>
      </p:sp>
      <p:sp>
        <p:nvSpPr>
          <p:cNvPr id="1102" name="Google Shape;1102;p51"/>
          <p:cNvSpPr txBox="1">
            <a:spLocks noGrp="1"/>
          </p:cNvSpPr>
          <p:nvPr>
            <p:ph type="title" idx="2"/>
          </p:nvPr>
        </p:nvSpPr>
        <p:spPr>
          <a:xfrm>
            <a:off x="1259571" y="943363"/>
            <a:ext cx="1157677" cy="90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37428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55" name="Google Shape;1055;p50"/>
          <p:cNvCxnSpPr>
            <a:stCxn id="1056" idx="6"/>
            <a:endCxn id="1057" idx="2"/>
          </p:cNvCxnSpPr>
          <p:nvPr/>
        </p:nvCxnSpPr>
        <p:spPr>
          <a:xfrm>
            <a:off x="2117525" y="2200675"/>
            <a:ext cx="10695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8" name="Google Shape;1058;p50"/>
          <p:cNvCxnSpPr>
            <a:stCxn id="1057" idx="6"/>
            <a:endCxn id="1059" idx="2"/>
          </p:cNvCxnSpPr>
          <p:nvPr/>
        </p:nvCxnSpPr>
        <p:spPr>
          <a:xfrm>
            <a:off x="4037375" y="2200675"/>
            <a:ext cx="10830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60" name="Google Shape;1060;p50"/>
          <p:cNvCxnSpPr>
            <a:stCxn id="1059" idx="6"/>
            <a:endCxn id="1061" idx="2"/>
          </p:cNvCxnSpPr>
          <p:nvPr/>
        </p:nvCxnSpPr>
        <p:spPr>
          <a:xfrm>
            <a:off x="5943400" y="2200650"/>
            <a:ext cx="10818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62" name="Google Shape;1062;p5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Steps</a:t>
            </a:r>
            <a:endParaRPr dirty="0"/>
          </a:p>
        </p:txBody>
      </p:sp>
      <p:sp>
        <p:nvSpPr>
          <p:cNvPr id="1063" name="Google Shape;1063;p50"/>
          <p:cNvSpPr txBox="1">
            <a:spLocks noGrp="1"/>
          </p:cNvSpPr>
          <p:nvPr>
            <p:ph type="title" idx="4294967295"/>
          </p:nvPr>
        </p:nvSpPr>
        <p:spPr>
          <a:xfrm>
            <a:off x="2652233" y="3081975"/>
            <a:ext cx="1919700" cy="527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Training &amp; Testing</a:t>
            </a:r>
          </a:p>
        </p:txBody>
      </p:sp>
      <p:sp>
        <p:nvSpPr>
          <p:cNvPr id="1065" name="Google Shape;1065;p50"/>
          <p:cNvSpPr txBox="1">
            <a:spLocks noGrp="1"/>
          </p:cNvSpPr>
          <p:nvPr>
            <p:ph type="title" idx="4294967295"/>
          </p:nvPr>
        </p:nvSpPr>
        <p:spPr>
          <a:xfrm>
            <a:off x="732375" y="3081975"/>
            <a:ext cx="1919700" cy="527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Loading The Dataset</a:t>
            </a:r>
          </a:p>
        </p:txBody>
      </p:sp>
      <p:sp>
        <p:nvSpPr>
          <p:cNvPr id="1067" name="Google Shape;1067;p50"/>
          <p:cNvSpPr txBox="1">
            <a:spLocks noGrp="1"/>
          </p:cNvSpPr>
          <p:nvPr>
            <p:ph type="title" idx="4294967295"/>
          </p:nvPr>
        </p:nvSpPr>
        <p:spPr>
          <a:xfrm>
            <a:off x="6491927" y="3081975"/>
            <a:ext cx="1919700" cy="527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Prediction &amp; </a:t>
            </a:r>
            <a:r>
              <a:rPr lang="en-US" sz="1600" dirty="0"/>
              <a:t>Evaluation</a:t>
            </a:r>
            <a:endParaRPr sz="1600" dirty="0"/>
          </a:p>
        </p:txBody>
      </p:sp>
      <p:sp>
        <p:nvSpPr>
          <p:cNvPr id="1069" name="Google Shape;1069;p50"/>
          <p:cNvSpPr txBox="1">
            <a:spLocks noGrp="1"/>
          </p:cNvSpPr>
          <p:nvPr>
            <p:ph type="title" idx="4294967295"/>
          </p:nvPr>
        </p:nvSpPr>
        <p:spPr>
          <a:xfrm>
            <a:off x="4572070" y="3081975"/>
            <a:ext cx="1919700" cy="527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Model fitting &amp; creation</a:t>
            </a:r>
          </a:p>
        </p:txBody>
      </p:sp>
      <p:cxnSp>
        <p:nvCxnSpPr>
          <p:cNvPr id="1071" name="Google Shape;1071;p50"/>
          <p:cNvCxnSpPr>
            <a:stCxn id="1056" idx="4"/>
            <a:endCxn id="1065" idx="0"/>
          </p:cNvCxnSpPr>
          <p:nvPr/>
        </p:nvCxnSpPr>
        <p:spPr>
          <a:xfrm>
            <a:off x="1692275" y="2625925"/>
            <a:ext cx="0" cy="45600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072" name="Google Shape;1072;p50"/>
          <p:cNvCxnSpPr>
            <a:cxnSpLocks/>
            <a:stCxn id="1057" idx="4"/>
            <a:endCxn id="1063" idx="0"/>
          </p:cNvCxnSpPr>
          <p:nvPr/>
        </p:nvCxnSpPr>
        <p:spPr>
          <a:xfrm>
            <a:off x="3612125" y="2625925"/>
            <a:ext cx="0" cy="45600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073" name="Google Shape;1073;p50"/>
          <p:cNvCxnSpPr>
            <a:stCxn id="1059" idx="4"/>
            <a:endCxn id="1069" idx="0"/>
          </p:cNvCxnSpPr>
          <p:nvPr/>
        </p:nvCxnSpPr>
        <p:spPr>
          <a:xfrm>
            <a:off x="5531950" y="2612100"/>
            <a:ext cx="0" cy="46980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074" name="Google Shape;1074;p50"/>
          <p:cNvCxnSpPr>
            <a:stCxn id="1061" idx="4"/>
            <a:endCxn id="1067" idx="0"/>
          </p:cNvCxnSpPr>
          <p:nvPr/>
        </p:nvCxnSpPr>
        <p:spPr>
          <a:xfrm>
            <a:off x="7451750" y="2627050"/>
            <a:ext cx="0" cy="45480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1056" name="Google Shape;1056;p50"/>
          <p:cNvSpPr/>
          <p:nvPr/>
        </p:nvSpPr>
        <p:spPr>
          <a:xfrm>
            <a:off x="1267025" y="1775425"/>
            <a:ext cx="850500" cy="8505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7" name="Google Shape;1057;p50"/>
          <p:cNvSpPr/>
          <p:nvPr/>
        </p:nvSpPr>
        <p:spPr>
          <a:xfrm>
            <a:off x="3186875" y="1775425"/>
            <a:ext cx="850500" cy="8505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9" name="Google Shape;1059;p50"/>
          <p:cNvSpPr/>
          <p:nvPr/>
        </p:nvSpPr>
        <p:spPr>
          <a:xfrm>
            <a:off x="5120500" y="1789200"/>
            <a:ext cx="822900" cy="8229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1" name="Google Shape;1061;p50"/>
          <p:cNvSpPr/>
          <p:nvPr/>
        </p:nvSpPr>
        <p:spPr>
          <a:xfrm>
            <a:off x="7025300" y="1774150"/>
            <a:ext cx="852900" cy="8529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457;p37">
            <a:extLst>
              <a:ext uri="{FF2B5EF4-FFF2-40B4-BE49-F238E27FC236}">
                <a16:creationId xmlns:a16="http://schemas.microsoft.com/office/drawing/2014/main" id="{F20F5306-D5E0-79EB-A9CF-3385F8BDA301}"/>
              </a:ext>
            </a:extLst>
          </p:cNvPr>
          <p:cNvSpPr/>
          <p:nvPr/>
        </p:nvSpPr>
        <p:spPr>
          <a:xfrm rot="7201932">
            <a:off x="5345373" y="2015635"/>
            <a:ext cx="371928" cy="370031"/>
          </a:xfrm>
          <a:custGeom>
            <a:avLst/>
            <a:gdLst/>
            <a:ahLst/>
            <a:cxnLst/>
            <a:rect l="l" t="t" r="r" b="b"/>
            <a:pathLst>
              <a:path w="207404" h="206346" extrusionOk="0">
                <a:moveTo>
                  <a:pt x="103944" y="65896"/>
                </a:moveTo>
                <a:cubicBezTo>
                  <a:pt x="114099" y="65896"/>
                  <a:pt x="124406" y="70041"/>
                  <a:pt x="132114" y="79198"/>
                </a:cubicBezTo>
                <a:cubicBezTo>
                  <a:pt x="145426" y="94943"/>
                  <a:pt x="143422" y="118417"/>
                  <a:pt x="127677" y="131728"/>
                </a:cubicBezTo>
                <a:lnTo>
                  <a:pt x="127677" y="131585"/>
                </a:lnTo>
                <a:cubicBezTo>
                  <a:pt x="120415" y="137698"/>
                  <a:pt x="112071" y="140425"/>
                  <a:pt x="103930" y="140425"/>
                </a:cubicBezTo>
                <a:cubicBezTo>
                  <a:pt x="83668" y="140425"/>
                  <a:pt x="64659" y="123539"/>
                  <a:pt x="66701" y="99952"/>
                </a:cubicBezTo>
                <a:cubicBezTo>
                  <a:pt x="68530" y="78838"/>
                  <a:pt x="86000" y="65896"/>
                  <a:pt x="103944" y="65896"/>
                </a:cubicBezTo>
                <a:close/>
                <a:moveTo>
                  <a:pt x="102774" y="1"/>
                </a:moveTo>
                <a:cubicBezTo>
                  <a:pt x="96620" y="1"/>
                  <a:pt x="91449" y="4960"/>
                  <a:pt x="91178" y="11209"/>
                </a:cubicBezTo>
                <a:lnTo>
                  <a:pt x="90891" y="17507"/>
                </a:lnTo>
                <a:cubicBezTo>
                  <a:pt x="90748" y="22516"/>
                  <a:pt x="87456" y="26810"/>
                  <a:pt x="82589" y="28242"/>
                </a:cubicBezTo>
                <a:cubicBezTo>
                  <a:pt x="81015" y="28671"/>
                  <a:pt x="79297" y="29244"/>
                  <a:pt x="77723" y="29816"/>
                </a:cubicBezTo>
                <a:cubicBezTo>
                  <a:pt x="76506" y="30222"/>
                  <a:pt x="75252" y="30418"/>
                  <a:pt x="74008" y="30418"/>
                </a:cubicBezTo>
                <a:cubicBezTo>
                  <a:pt x="70424" y="30418"/>
                  <a:pt x="66929" y="28784"/>
                  <a:pt x="64698" y="25808"/>
                </a:cubicBezTo>
                <a:lnTo>
                  <a:pt x="60976" y="20799"/>
                </a:lnTo>
                <a:cubicBezTo>
                  <a:pt x="58608" y="17777"/>
                  <a:pt x="55122" y="16200"/>
                  <a:pt x="51633" y="16200"/>
                </a:cubicBezTo>
                <a:cubicBezTo>
                  <a:pt x="49008" y="16200"/>
                  <a:pt x="46381" y="17094"/>
                  <a:pt x="44229" y="18938"/>
                </a:cubicBezTo>
                <a:lnTo>
                  <a:pt x="30918" y="30102"/>
                </a:lnTo>
                <a:cubicBezTo>
                  <a:pt x="25908" y="34396"/>
                  <a:pt x="25335" y="41983"/>
                  <a:pt x="29773" y="46849"/>
                </a:cubicBezTo>
                <a:lnTo>
                  <a:pt x="34067" y="51573"/>
                </a:lnTo>
                <a:cubicBezTo>
                  <a:pt x="37502" y="55151"/>
                  <a:pt x="38218" y="60590"/>
                  <a:pt x="35784" y="64884"/>
                </a:cubicBezTo>
                <a:cubicBezTo>
                  <a:pt x="34925" y="66459"/>
                  <a:pt x="34067" y="68033"/>
                  <a:pt x="33351" y="69465"/>
                </a:cubicBezTo>
                <a:cubicBezTo>
                  <a:pt x="31443" y="73536"/>
                  <a:pt x="27385" y="76024"/>
                  <a:pt x="23089" y="76024"/>
                </a:cubicBezTo>
                <a:cubicBezTo>
                  <a:pt x="22552" y="76024"/>
                  <a:pt x="22011" y="75985"/>
                  <a:pt x="21471" y="75906"/>
                </a:cubicBezTo>
                <a:lnTo>
                  <a:pt x="15173" y="75047"/>
                </a:lnTo>
                <a:cubicBezTo>
                  <a:pt x="14730" y="74999"/>
                  <a:pt x="14290" y="74975"/>
                  <a:pt x="13855" y="74975"/>
                </a:cubicBezTo>
                <a:cubicBezTo>
                  <a:pt x="7823" y="74975"/>
                  <a:pt x="2682" y="79498"/>
                  <a:pt x="2147" y="85639"/>
                </a:cubicBezTo>
                <a:lnTo>
                  <a:pt x="573" y="102958"/>
                </a:lnTo>
                <a:cubicBezTo>
                  <a:pt x="0" y="109542"/>
                  <a:pt x="5153" y="115268"/>
                  <a:pt x="11738" y="115554"/>
                </a:cubicBezTo>
                <a:lnTo>
                  <a:pt x="18036" y="115840"/>
                </a:lnTo>
                <a:cubicBezTo>
                  <a:pt x="23045" y="115984"/>
                  <a:pt x="27339" y="119419"/>
                  <a:pt x="28771" y="124142"/>
                </a:cubicBezTo>
                <a:cubicBezTo>
                  <a:pt x="29200" y="125860"/>
                  <a:pt x="29773" y="127434"/>
                  <a:pt x="30345" y="129152"/>
                </a:cubicBezTo>
                <a:cubicBezTo>
                  <a:pt x="31920" y="133875"/>
                  <a:pt x="30345" y="139028"/>
                  <a:pt x="26337" y="142034"/>
                </a:cubicBezTo>
                <a:lnTo>
                  <a:pt x="21328" y="146042"/>
                </a:lnTo>
                <a:cubicBezTo>
                  <a:pt x="16032" y="150050"/>
                  <a:pt x="15316" y="157636"/>
                  <a:pt x="19610" y="162789"/>
                </a:cubicBezTo>
                <a:lnTo>
                  <a:pt x="30775" y="175957"/>
                </a:lnTo>
                <a:cubicBezTo>
                  <a:pt x="33020" y="178745"/>
                  <a:pt x="36313" y="180150"/>
                  <a:pt x="39634" y="180150"/>
                </a:cubicBezTo>
                <a:cubicBezTo>
                  <a:pt x="42451" y="180150"/>
                  <a:pt x="45288" y="179139"/>
                  <a:pt x="47521" y="177102"/>
                </a:cubicBezTo>
                <a:lnTo>
                  <a:pt x="52102" y="172808"/>
                </a:lnTo>
                <a:cubicBezTo>
                  <a:pt x="54335" y="170747"/>
                  <a:pt x="57134" y="169717"/>
                  <a:pt x="59975" y="169717"/>
                </a:cubicBezTo>
                <a:cubicBezTo>
                  <a:pt x="61869" y="169717"/>
                  <a:pt x="63782" y="170175"/>
                  <a:pt x="65556" y="171091"/>
                </a:cubicBezTo>
                <a:cubicBezTo>
                  <a:pt x="66988" y="171949"/>
                  <a:pt x="68562" y="172808"/>
                  <a:pt x="70137" y="173524"/>
                </a:cubicBezTo>
                <a:cubicBezTo>
                  <a:pt x="74574" y="175671"/>
                  <a:pt x="77150" y="180538"/>
                  <a:pt x="76578" y="185404"/>
                </a:cubicBezTo>
                <a:lnTo>
                  <a:pt x="75719" y="191702"/>
                </a:lnTo>
                <a:cubicBezTo>
                  <a:pt x="74860" y="198286"/>
                  <a:pt x="79727" y="204155"/>
                  <a:pt x="86311" y="204727"/>
                </a:cubicBezTo>
                <a:lnTo>
                  <a:pt x="103487" y="206302"/>
                </a:lnTo>
                <a:cubicBezTo>
                  <a:pt x="103830" y="206331"/>
                  <a:pt x="104170" y="206345"/>
                  <a:pt x="104508" y="206345"/>
                </a:cubicBezTo>
                <a:cubicBezTo>
                  <a:pt x="110784" y="206345"/>
                  <a:pt x="115955" y="201386"/>
                  <a:pt x="116226" y="195137"/>
                </a:cubicBezTo>
                <a:lnTo>
                  <a:pt x="116513" y="188839"/>
                </a:lnTo>
                <a:cubicBezTo>
                  <a:pt x="116656" y="183830"/>
                  <a:pt x="119948" y="179536"/>
                  <a:pt x="124814" y="178104"/>
                </a:cubicBezTo>
                <a:cubicBezTo>
                  <a:pt x="126389" y="177675"/>
                  <a:pt x="128107" y="177102"/>
                  <a:pt x="129681" y="176530"/>
                </a:cubicBezTo>
                <a:cubicBezTo>
                  <a:pt x="130897" y="176124"/>
                  <a:pt x="132142" y="175928"/>
                  <a:pt x="133372" y="175928"/>
                </a:cubicBezTo>
                <a:cubicBezTo>
                  <a:pt x="136916" y="175928"/>
                  <a:pt x="140331" y="177562"/>
                  <a:pt x="142563" y="180538"/>
                </a:cubicBezTo>
                <a:lnTo>
                  <a:pt x="146428" y="185547"/>
                </a:lnTo>
                <a:cubicBezTo>
                  <a:pt x="148785" y="188473"/>
                  <a:pt x="152249" y="190014"/>
                  <a:pt x="155720" y="190014"/>
                </a:cubicBezTo>
                <a:cubicBezTo>
                  <a:pt x="158363" y="190014"/>
                  <a:pt x="161009" y="189121"/>
                  <a:pt x="163175" y="187265"/>
                </a:cubicBezTo>
                <a:lnTo>
                  <a:pt x="176486" y="176100"/>
                </a:lnTo>
                <a:cubicBezTo>
                  <a:pt x="181496" y="171806"/>
                  <a:pt x="182068" y="164220"/>
                  <a:pt x="177488" y="159354"/>
                </a:cubicBezTo>
                <a:lnTo>
                  <a:pt x="173337" y="154773"/>
                </a:lnTo>
                <a:cubicBezTo>
                  <a:pt x="169902" y="151052"/>
                  <a:pt x="169186" y="145613"/>
                  <a:pt x="171620" y="141318"/>
                </a:cubicBezTo>
                <a:cubicBezTo>
                  <a:pt x="172478" y="139744"/>
                  <a:pt x="173337" y="138313"/>
                  <a:pt x="174053" y="136738"/>
                </a:cubicBezTo>
                <a:cubicBezTo>
                  <a:pt x="175961" y="132667"/>
                  <a:pt x="180019" y="130179"/>
                  <a:pt x="184315" y="130179"/>
                </a:cubicBezTo>
                <a:cubicBezTo>
                  <a:pt x="184852" y="130179"/>
                  <a:pt x="185392" y="130218"/>
                  <a:pt x="185933" y="130297"/>
                </a:cubicBezTo>
                <a:lnTo>
                  <a:pt x="192231" y="131156"/>
                </a:lnTo>
                <a:cubicBezTo>
                  <a:pt x="192739" y="131222"/>
                  <a:pt x="193242" y="131254"/>
                  <a:pt x="193739" y="131254"/>
                </a:cubicBezTo>
                <a:cubicBezTo>
                  <a:pt x="199689" y="131254"/>
                  <a:pt x="204728" y="126641"/>
                  <a:pt x="205256" y="120564"/>
                </a:cubicBezTo>
                <a:lnTo>
                  <a:pt x="206831" y="103245"/>
                </a:lnTo>
                <a:cubicBezTo>
                  <a:pt x="207403" y="96660"/>
                  <a:pt x="202251" y="90935"/>
                  <a:pt x="195666" y="90649"/>
                </a:cubicBezTo>
                <a:lnTo>
                  <a:pt x="189368" y="90362"/>
                </a:lnTo>
                <a:cubicBezTo>
                  <a:pt x="184359" y="90219"/>
                  <a:pt x="180065" y="86927"/>
                  <a:pt x="178633" y="82060"/>
                </a:cubicBezTo>
                <a:cubicBezTo>
                  <a:pt x="178204" y="80343"/>
                  <a:pt x="177631" y="78768"/>
                  <a:pt x="177059" y="77194"/>
                </a:cubicBezTo>
                <a:cubicBezTo>
                  <a:pt x="175484" y="72470"/>
                  <a:pt x="177059" y="67174"/>
                  <a:pt x="181067" y="64169"/>
                </a:cubicBezTo>
                <a:lnTo>
                  <a:pt x="185933" y="60447"/>
                </a:lnTo>
                <a:cubicBezTo>
                  <a:pt x="191229" y="56296"/>
                  <a:pt x="192088" y="48710"/>
                  <a:pt x="187794" y="43700"/>
                </a:cubicBezTo>
                <a:lnTo>
                  <a:pt x="176629" y="30389"/>
                </a:lnTo>
                <a:cubicBezTo>
                  <a:pt x="174288" y="27657"/>
                  <a:pt x="170967" y="26244"/>
                  <a:pt x="167642" y="26244"/>
                </a:cubicBezTo>
                <a:cubicBezTo>
                  <a:pt x="164870" y="26244"/>
                  <a:pt x="162095" y="27226"/>
                  <a:pt x="159883" y="29244"/>
                </a:cubicBezTo>
                <a:lnTo>
                  <a:pt x="155302" y="33538"/>
                </a:lnTo>
                <a:cubicBezTo>
                  <a:pt x="153069" y="35599"/>
                  <a:pt x="150218" y="36629"/>
                  <a:pt x="147367" y="36629"/>
                </a:cubicBezTo>
                <a:cubicBezTo>
                  <a:pt x="145466" y="36629"/>
                  <a:pt x="143565" y="36171"/>
                  <a:pt x="141847" y="35255"/>
                </a:cubicBezTo>
                <a:cubicBezTo>
                  <a:pt x="140273" y="34396"/>
                  <a:pt x="138842" y="33538"/>
                  <a:pt x="137267" y="32822"/>
                </a:cubicBezTo>
                <a:cubicBezTo>
                  <a:pt x="132687" y="30675"/>
                  <a:pt x="130110" y="25808"/>
                  <a:pt x="130826" y="20942"/>
                </a:cubicBezTo>
                <a:lnTo>
                  <a:pt x="131685" y="14644"/>
                </a:lnTo>
                <a:cubicBezTo>
                  <a:pt x="132544" y="8060"/>
                  <a:pt x="127677" y="2191"/>
                  <a:pt x="121093" y="1618"/>
                </a:cubicBezTo>
                <a:lnTo>
                  <a:pt x="103774" y="44"/>
                </a:lnTo>
                <a:cubicBezTo>
                  <a:pt x="103438" y="15"/>
                  <a:pt x="103104" y="1"/>
                  <a:pt x="102774" y="1"/>
                </a:cubicBezTo>
                <a:close/>
              </a:path>
            </a:pathLst>
          </a:custGeom>
          <a:ln w="19050">
            <a:headEnd type="none" w="sm" len="sm"/>
            <a:tailEnd type="none" w="sm" len="sm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5" name="Google Shape;2035;p49">
            <a:extLst>
              <a:ext uri="{FF2B5EF4-FFF2-40B4-BE49-F238E27FC236}">
                <a16:creationId xmlns:a16="http://schemas.microsoft.com/office/drawing/2014/main" id="{15B98938-8503-BC4B-3D8E-6E75857FEFAB}"/>
              </a:ext>
            </a:extLst>
          </p:cNvPr>
          <p:cNvSpPr/>
          <p:nvPr/>
        </p:nvSpPr>
        <p:spPr>
          <a:xfrm>
            <a:off x="3451379" y="1979103"/>
            <a:ext cx="318970" cy="389411"/>
          </a:xfrm>
          <a:custGeom>
            <a:avLst/>
            <a:gdLst/>
            <a:ahLst/>
            <a:cxnLst/>
            <a:rect l="l" t="t" r="r" b="b"/>
            <a:pathLst>
              <a:path w="9704" h="11847" extrusionOk="0">
                <a:moveTo>
                  <a:pt x="7593" y="693"/>
                </a:moveTo>
                <a:lnTo>
                  <a:pt x="7593" y="1418"/>
                </a:lnTo>
                <a:lnTo>
                  <a:pt x="6900" y="1418"/>
                </a:lnTo>
                <a:lnTo>
                  <a:pt x="6900" y="693"/>
                </a:lnTo>
                <a:close/>
                <a:moveTo>
                  <a:pt x="7939" y="2080"/>
                </a:moveTo>
                <a:cubicBezTo>
                  <a:pt x="8160" y="2080"/>
                  <a:pt x="8317" y="2237"/>
                  <a:pt x="8317" y="2426"/>
                </a:cubicBezTo>
                <a:lnTo>
                  <a:pt x="8317" y="5577"/>
                </a:lnTo>
                <a:lnTo>
                  <a:pt x="6868" y="5577"/>
                </a:lnTo>
                <a:cubicBezTo>
                  <a:pt x="6900" y="5482"/>
                  <a:pt x="6931" y="5356"/>
                  <a:pt x="6931" y="5230"/>
                </a:cubicBezTo>
                <a:cubicBezTo>
                  <a:pt x="6931" y="4789"/>
                  <a:pt x="6648" y="4411"/>
                  <a:pt x="6207" y="4254"/>
                </a:cubicBezTo>
                <a:lnTo>
                  <a:pt x="6207" y="2426"/>
                </a:lnTo>
                <a:cubicBezTo>
                  <a:pt x="6207" y="2237"/>
                  <a:pt x="6364" y="2080"/>
                  <a:pt x="6585" y="2080"/>
                </a:cubicBezTo>
                <a:close/>
                <a:moveTo>
                  <a:pt x="5860" y="4915"/>
                </a:moveTo>
                <a:cubicBezTo>
                  <a:pt x="6049" y="4915"/>
                  <a:pt x="6207" y="5073"/>
                  <a:pt x="6207" y="5262"/>
                </a:cubicBezTo>
                <a:cubicBezTo>
                  <a:pt x="6207" y="5482"/>
                  <a:pt x="6049" y="5640"/>
                  <a:pt x="5860" y="5640"/>
                </a:cubicBezTo>
                <a:cubicBezTo>
                  <a:pt x="5671" y="5640"/>
                  <a:pt x="5513" y="5482"/>
                  <a:pt x="5513" y="5262"/>
                </a:cubicBezTo>
                <a:cubicBezTo>
                  <a:pt x="5545" y="5073"/>
                  <a:pt x="5671" y="4915"/>
                  <a:pt x="5860" y="4915"/>
                </a:cubicBezTo>
                <a:close/>
                <a:moveTo>
                  <a:pt x="8317" y="6270"/>
                </a:moveTo>
                <a:lnTo>
                  <a:pt x="8317" y="6616"/>
                </a:lnTo>
                <a:cubicBezTo>
                  <a:pt x="8317" y="6837"/>
                  <a:pt x="8160" y="6963"/>
                  <a:pt x="7939" y="6963"/>
                </a:cubicBezTo>
                <a:lnTo>
                  <a:pt x="6585" y="6963"/>
                </a:lnTo>
                <a:cubicBezTo>
                  <a:pt x="6364" y="6963"/>
                  <a:pt x="6207" y="6805"/>
                  <a:pt x="6207" y="6616"/>
                </a:cubicBezTo>
                <a:lnTo>
                  <a:pt x="6207" y="6270"/>
                </a:lnTo>
                <a:close/>
                <a:moveTo>
                  <a:pt x="7593" y="7688"/>
                </a:moveTo>
                <a:lnTo>
                  <a:pt x="7593" y="8381"/>
                </a:lnTo>
                <a:lnTo>
                  <a:pt x="6900" y="8381"/>
                </a:lnTo>
                <a:lnTo>
                  <a:pt x="6900" y="7688"/>
                </a:lnTo>
                <a:close/>
                <a:moveTo>
                  <a:pt x="5513" y="3529"/>
                </a:moveTo>
                <a:lnTo>
                  <a:pt x="5513" y="4285"/>
                </a:lnTo>
                <a:cubicBezTo>
                  <a:pt x="5198" y="4411"/>
                  <a:pt x="4946" y="4632"/>
                  <a:pt x="4883" y="4947"/>
                </a:cubicBezTo>
                <a:cubicBezTo>
                  <a:pt x="4064" y="5104"/>
                  <a:pt x="3434" y="5829"/>
                  <a:pt x="3434" y="6648"/>
                </a:cubicBezTo>
                <a:lnTo>
                  <a:pt x="3434" y="10113"/>
                </a:lnTo>
                <a:cubicBezTo>
                  <a:pt x="3434" y="10302"/>
                  <a:pt x="3592" y="10460"/>
                  <a:pt x="3781" y="10460"/>
                </a:cubicBezTo>
                <a:lnTo>
                  <a:pt x="5639" y="10460"/>
                </a:lnTo>
                <a:lnTo>
                  <a:pt x="5986" y="11185"/>
                </a:lnTo>
                <a:lnTo>
                  <a:pt x="2048" y="11185"/>
                </a:lnTo>
                <a:lnTo>
                  <a:pt x="2048" y="11153"/>
                </a:lnTo>
                <a:lnTo>
                  <a:pt x="2048" y="7309"/>
                </a:lnTo>
                <a:cubicBezTo>
                  <a:pt x="2048" y="5356"/>
                  <a:pt x="3592" y="3686"/>
                  <a:pt x="5513" y="3529"/>
                </a:cubicBezTo>
                <a:close/>
                <a:moveTo>
                  <a:pt x="5923" y="0"/>
                </a:moveTo>
                <a:cubicBezTo>
                  <a:pt x="5702" y="0"/>
                  <a:pt x="5545" y="158"/>
                  <a:pt x="5545" y="347"/>
                </a:cubicBezTo>
                <a:cubicBezTo>
                  <a:pt x="5545" y="536"/>
                  <a:pt x="5702" y="693"/>
                  <a:pt x="5923" y="693"/>
                </a:cubicBezTo>
                <a:lnTo>
                  <a:pt x="6270" y="693"/>
                </a:lnTo>
                <a:lnTo>
                  <a:pt x="6270" y="1450"/>
                </a:lnTo>
                <a:cubicBezTo>
                  <a:pt x="5860" y="1607"/>
                  <a:pt x="5545" y="1954"/>
                  <a:pt x="5545" y="2426"/>
                </a:cubicBezTo>
                <a:lnTo>
                  <a:pt x="5545" y="2836"/>
                </a:lnTo>
                <a:cubicBezTo>
                  <a:pt x="3245" y="3025"/>
                  <a:pt x="1386" y="4947"/>
                  <a:pt x="1386" y="7309"/>
                </a:cubicBezTo>
                <a:lnTo>
                  <a:pt x="1386" y="11153"/>
                </a:lnTo>
                <a:lnTo>
                  <a:pt x="347" y="11153"/>
                </a:lnTo>
                <a:cubicBezTo>
                  <a:pt x="158" y="11153"/>
                  <a:pt x="0" y="11311"/>
                  <a:pt x="0" y="11500"/>
                </a:cubicBezTo>
                <a:cubicBezTo>
                  <a:pt x="0" y="11689"/>
                  <a:pt x="158" y="11846"/>
                  <a:pt x="347" y="11846"/>
                </a:cubicBezTo>
                <a:lnTo>
                  <a:pt x="7971" y="11846"/>
                </a:lnTo>
                <a:cubicBezTo>
                  <a:pt x="8160" y="11846"/>
                  <a:pt x="8317" y="11689"/>
                  <a:pt x="8317" y="11500"/>
                </a:cubicBezTo>
                <a:cubicBezTo>
                  <a:pt x="8317" y="11311"/>
                  <a:pt x="8160" y="11153"/>
                  <a:pt x="7971" y="11153"/>
                </a:cubicBezTo>
                <a:lnTo>
                  <a:pt x="6774" y="11153"/>
                </a:lnTo>
                <a:lnTo>
                  <a:pt x="6427" y="10428"/>
                </a:lnTo>
                <a:lnTo>
                  <a:pt x="9326" y="10428"/>
                </a:lnTo>
                <a:cubicBezTo>
                  <a:pt x="9546" y="10428"/>
                  <a:pt x="9704" y="10271"/>
                  <a:pt x="9704" y="10082"/>
                </a:cubicBezTo>
                <a:cubicBezTo>
                  <a:pt x="9672" y="9924"/>
                  <a:pt x="9515" y="9767"/>
                  <a:pt x="9326" y="9767"/>
                </a:cubicBezTo>
                <a:lnTo>
                  <a:pt x="4127" y="9767"/>
                </a:lnTo>
                <a:lnTo>
                  <a:pt x="4127" y="6648"/>
                </a:lnTo>
                <a:cubicBezTo>
                  <a:pt x="4127" y="6175"/>
                  <a:pt x="4442" y="5797"/>
                  <a:pt x="4883" y="5671"/>
                </a:cubicBezTo>
                <a:cubicBezTo>
                  <a:pt x="5009" y="5955"/>
                  <a:pt x="5230" y="6175"/>
                  <a:pt x="5513" y="6270"/>
                </a:cubicBezTo>
                <a:lnTo>
                  <a:pt x="5513" y="6648"/>
                </a:lnTo>
                <a:cubicBezTo>
                  <a:pt x="5513" y="7089"/>
                  <a:pt x="5797" y="7467"/>
                  <a:pt x="6238" y="7625"/>
                </a:cubicBezTo>
                <a:lnTo>
                  <a:pt x="6238" y="8727"/>
                </a:lnTo>
                <a:cubicBezTo>
                  <a:pt x="6238" y="8948"/>
                  <a:pt x="6396" y="9105"/>
                  <a:pt x="6585" y="9105"/>
                </a:cubicBezTo>
                <a:lnTo>
                  <a:pt x="7971" y="9105"/>
                </a:lnTo>
                <a:cubicBezTo>
                  <a:pt x="8160" y="9105"/>
                  <a:pt x="8317" y="8948"/>
                  <a:pt x="8317" y="8727"/>
                </a:cubicBezTo>
                <a:lnTo>
                  <a:pt x="8317" y="7625"/>
                </a:lnTo>
                <a:cubicBezTo>
                  <a:pt x="8695" y="7467"/>
                  <a:pt x="9010" y="7120"/>
                  <a:pt x="9010" y="6648"/>
                </a:cubicBezTo>
                <a:lnTo>
                  <a:pt x="9010" y="2426"/>
                </a:lnTo>
                <a:cubicBezTo>
                  <a:pt x="9010" y="2017"/>
                  <a:pt x="8758" y="1607"/>
                  <a:pt x="8317" y="1450"/>
                </a:cubicBezTo>
                <a:lnTo>
                  <a:pt x="8317" y="693"/>
                </a:lnTo>
                <a:lnTo>
                  <a:pt x="8664" y="693"/>
                </a:lnTo>
                <a:cubicBezTo>
                  <a:pt x="8853" y="693"/>
                  <a:pt x="9010" y="536"/>
                  <a:pt x="9010" y="347"/>
                </a:cubicBezTo>
                <a:cubicBezTo>
                  <a:pt x="9010" y="158"/>
                  <a:pt x="8853" y="0"/>
                  <a:pt x="8664" y="0"/>
                </a:cubicBezTo>
                <a:close/>
              </a:path>
            </a:pathLst>
          </a:custGeom>
          <a:solidFill>
            <a:srgbClr val="D93B48"/>
          </a:solidFill>
          <a:ln w="3175">
            <a:solidFill>
              <a:schemeClr val="accent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372;p36">
            <a:extLst>
              <a:ext uri="{FF2B5EF4-FFF2-40B4-BE49-F238E27FC236}">
                <a16:creationId xmlns:a16="http://schemas.microsoft.com/office/drawing/2014/main" id="{751CFF6F-1476-A788-AB31-DFC006DD43B5}"/>
              </a:ext>
            </a:extLst>
          </p:cNvPr>
          <p:cNvSpPr/>
          <p:nvPr/>
        </p:nvSpPr>
        <p:spPr>
          <a:xfrm rot="10800000" flipV="1">
            <a:off x="1551927" y="2002611"/>
            <a:ext cx="288057" cy="340617"/>
          </a:xfrm>
          <a:custGeom>
            <a:avLst/>
            <a:gdLst/>
            <a:ahLst/>
            <a:cxnLst/>
            <a:rect l="l" t="t" r="r" b="b"/>
            <a:pathLst>
              <a:path w="6040" h="7126" extrusionOk="0">
                <a:moveTo>
                  <a:pt x="5844" y="2726"/>
                </a:moveTo>
                <a:lnTo>
                  <a:pt x="3225" y="107"/>
                </a:lnTo>
                <a:cubicBezTo>
                  <a:pt x="3118" y="0"/>
                  <a:pt x="2922" y="0"/>
                  <a:pt x="2815" y="107"/>
                </a:cubicBezTo>
                <a:lnTo>
                  <a:pt x="197" y="2726"/>
                </a:lnTo>
                <a:cubicBezTo>
                  <a:pt x="1" y="2922"/>
                  <a:pt x="143" y="3260"/>
                  <a:pt x="410" y="3242"/>
                </a:cubicBezTo>
                <a:lnTo>
                  <a:pt x="749" y="3242"/>
                </a:lnTo>
                <a:cubicBezTo>
                  <a:pt x="909" y="3242"/>
                  <a:pt x="1052" y="3367"/>
                  <a:pt x="1052" y="3545"/>
                </a:cubicBezTo>
                <a:lnTo>
                  <a:pt x="1052" y="6823"/>
                </a:lnTo>
                <a:cubicBezTo>
                  <a:pt x="1052" y="6983"/>
                  <a:pt x="1177" y="7126"/>
                  <a:pt x="1337" y="7126"/>
                </a:cubicBezTo>
                <a:lnTo>
                  <a:pt x="4722" y="7126"/>
                </a:lnTo>
                <a:cubicBezTo>
                  <a:pt x="4864" y="7108"/>
                  <a:pt x="4989" y="6983"/>
                  <a:pt x="4989" y="6823"/>
                </a:cubicBezTo>
                <a:lnTo>
                  <a:pt x="4989" y="3545"/>
                </a:lnTo>
                <a:cubicBezTo>
                  <a:pt x="4989" y="3367"/>
                  <a:pt x="5131" y="3242"/>
                  <a:pt x="5292" y="3242"/>
                </a:cubicBezTo>
                <a:lnTo>
                  <a:pt x="5630" y="3242"/>
                </a:lnTo>
                <a:cubicBezTo>
                  <a:pt x="5897" y="3242"/>
                  <a:pt x="6040" y="2922"/>
                  <a:pt x="5844" y="2726"/>
                </a:cubicBezTo>
                <a:close/>
              </a:path>
            </a:pathLst>
          </a:custGeom>
          <a:noFill/>
          <a:ln w="19050">
            <a:solidFill>
              <a:srgbClr val="D93B4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778;p37">
            <a:extLst>
              <a:ext uri="{FF2B5EF4-FFF2-40B4-BE49-F238E27FC236}">
                <a16:creationId xmlns:a16="http://schemas.microsoft.com/office/drawing/2014/main" id="{9AE967BA-B0D7-80E2-329A-79CB6452B4B7}"/>
              </a:ext>
            </a:extLst>
          </p:cNvPr>
          <p:cNvSpPr/>
          <p:nvPr/>
        </p:nvSpPr>
        <p:spPr>
          <a:xfrm>
            <a:off x="7240383" y="2006866"/>
            <a:ext cx="422734" cy="323428"/>
          </a:xfrm>
          <a:custGeom>
            <a:avLst/>
            <a:gdLst/>
            <a:ahLst/>
            <a:cxnLst/>
            <a:rect l="l" t="t" r="r" b="b"/>
            <a:pathLst>
              <a:path w="19325" h="14718" extrusionOk="0">
                <a:moveTo>
                  <a:pt x="14192" y="1133"/>
                </a:moveTo>
                <a:cubicBezTo>
                  <a:pt x="14974" y="1133"/>
                  <a:pt x="15520" y="1906"/>
                  <a:pt x="15261" y="2643"/>
                </a:cubicBezTo>
                <a:cubicBezTo>
                  <a:pt x="15131" y="3008"/>
                  <a:pt x="15403" y="3395"/>
                  <a:pt x="15792" y="3398"/>
                </a:cubicBezTo>
                <a:lnTo>
                  <a:pt x="17628" y="3398"/>
                </a:lnTo>
                <a:cubicBezTo>
                  <a:pt x="17939" y="3398"/>
                  <a:pt x="18193" y="3648"/>
                  <a:pt x="18193" y="3962"/>
                </a:cubicBezTo>
                <a:lnTo>
                  <a:pt x="18193" y="10756"/>
                </a:lnTo>
                <a:cubicBezTo>
                  <a:pt x="18193" y="11070"/>
                  <a:pt x="17939" y="11324"/>
                  <a:pt x="17628" y="11324"/>
                </a:cubicBezTo>
                <a:lnTo>
                  <a:pt x="10230" y="11324"/>
                </a:lnTo>
                <a:lnTo>
                  <a:pt x="10230" y="9624"/>
                </a:lnTo>
                <a:cubicBezTo>
                  <a:pt x="11480" y="9624"/>
                  <a:pt x="12492" y="8609"/>
                  <a:pt x="12492" y="7359"/>
                </a:cubicBezTo>
                <a:cubicBezTo>
                  <a:pt x="12492" y="6109"/>
                  <a:pt x="11480" y="5095"/>
                  <a:pt x="10230" y="5095"/>
                </a:cubicBezTo>
                <a:lnTo>
                  <a:pt x="10230" y="3398"/>
                </a:lnTo>
                <a:lnTo>
                  <a:pt x="12592" y="3398"/>
                </a:lnTo>
                <a:cubicBezTo>
                  <a:pt x="12981" y="3395"/>
                  <a:pt x="13253" y="3008"/>
                  <a:pt x="13123" y="2643"/>
                </a:cubicBezTo>
                <a:cubicBezTo>
                  <a:pt x="12863" y="1906"/>
                  <a:pt x="13410" y="1133"/>
                  <a:pt x="14192" y="1133"/>
                </a:cubicBezTo>
                <a:close/>
                <a:moveTo>
                  <a:pt x="9098" y="3398"/>
                </a:moveTo>
                <a:lnTo>
                  <a:pt x="9098" y="5759"/>
                </a:lnTo>
                <a:cubicBezTo>
                  <a:pt x="9098" y="6082"/>
                  <a:pt x="9363" y="6323"/>
                  <a:pt x="9663" y="6323"/>
                </a:cubicBezTo>
                <a:cubicBezTo>
                  <a:pt x="9726" y="6323"/>
                  <a:pt x="9790" y="6313"/>
                  <a:pt x="9853" y="6290"/>
                </a:cubicBezTo>
                <a:cubicBezTo>
                  <a:pt x="9979" y="6247"/>
                  <a:pt x="10105" y="6226"/>
                  <a:pt x="10229" y="6226"/>
                </a:cubicBezTo>
                <a:cubicBezTo>
                  <a:pt x="10828" y="6226"/>
                  <a:pt x="11357" y="6708"/>
                  <a:pt x="11360" y="7353"/>
                </a:cubicBezTo>
                <a:cubicBezTo>
                  <a:pt x="11362" y="8003"/>
                  <a:pt x="10832" y="8493"/>
                  <a:pt x="10229" y="8493"/>
                </a:cubicBezTo>
                <a:cubicBezTo>
                  <a:pt x="10108" y="8493"/>
                  <a:pt x="9985" y="8473"/>
                  <a:pt x="9862" y="8431"/>
                </a:cubicBezTo>
                <a:cubicBezTo>
                  <a:pt x="9829" y="8419"/>
                  <a:pt x="9796" y="8410"/>
                  <a:pt x="9759" y="8404"/>
                </a:cubicBezTo>
                <a:cubicBezTo>
                  <a:pt x="9726" y="8398"/>
                  <a:pt x="9692" y="8395"/>
                  <a:pt x="9659" y="8395"/>
                </a:cubicBezTo>
                <a:cubicBezTo>
                  <a:pt x="9350" y="8395"/>
                  <a:pt x="9090" y="8653"/>
                  <a:pt x="9098" y="8975"/>
                </a:cubicBezTo>
                <a:lnTo>
                  <a:pt x="9098" y="11324"/>
                </a:lnTo>
                <a:lnTo>
                  <a:pt x="6737" y="11324"/>
                </a:lnTo>
                <a:cubicBezTo>
                  <a:pt x="6344" y="11324"/>
                  <a:pt x="6073" y="11710"/>
                  <a:pt x="6202" y="12079"/>
                </a:cubicBezTo>
                <a:cubicBezTo>
                  <a:pt x="6462" y="12813"/>
                  <a:pt x="5916" y="13585"/>
                  <a:pt x="5134" y="13585"/>
                </a:cubicBezTo>
                <a:cubicBezTo>
                  <a:pt x="4352" y="13585"/>
                  <a:pt x="3805" y="12813"/>
                  <a:pt x="4065" y="12079"/>
                </a:cubicBezTo>
                <a:cubicBezTo>
                  <a:pt x="4195" y="11710"/>
                  <a:pt x="3923" y="11324"/>
                  <a:pt x="3533" y="11324"/>
                </a:cubicBezTo>
                <a:lnTo>
                  <a:pt x="1700" y="11324"/>
                </a:lnTo>
                <a:cubicBezTo>
                  <a:pt x="1386" y="11324"/>
                  <a:pt x="1133" y="11070"/>
                  <a:pt x="1133" y="10756"/>
                </a:cubicBezTo>
                <a:lnTo>
                  <a:pt x="1133" y="3962"/>
                </a:lnTo>
                <a:cubicBezTo>
                  <a:pt x="1133" y="3648"/>
                  <a:pt x="1386" y="3398"/>
                  <a:pt x="1700" y="3398"/>
                </a:cubicBezTo>
                <a:lnTo>
                  <a:pt x="2941" y="3398"/>
                </a:lnTo>
                <a:cubicBezTo>
                  <a:pt x="2570" y="4829"/>
                  <a:pt x="3654" y="6227"/>
                  <a:pt x="5134" y="6227"/>
                </a:cubicBezTo>
                <a:cubicBezTo>
                  <a:pt x="6613" y="6227"/>
                  <a:pt x="7697" y="4829"/>
                  <a:pt x="7326" y="3398"/>
                </a:cubicBezTo>
                <a:close/>
                <a:moveTo>
                  <a:pt x="14192" y="1"/>
                </a:moveTo>
                <a:cubicBezTo>
                  <a:pt x="12942" y="1"/>
                  <a:pt x="11927" y="1012"/>
                  <a:pt x="11927" y="2266"/>
                </a:cubicBezTo>
                <a:lnTo>
                  <a:pt x="6399" y="2266"/>
                </a:lnTo>
                <a:cubicBezTo>
                  <a:pt x="5910" y="2266"/>
                  <a:pt x="5650" y="2842"/>
                  <a:pt x="5979" y="3208"/>
                </a:cubicBezTo>
                <a:cubicBezTo>
                  <a:pt x="6631" y="3938"/>
                  <a:pt x="6112" y="5095"/>
                  <a:pt x="5134" y="5095"/>
                </a:cubicBezTo>
                <a:cubicBezTo>
                  <a:pt x="4155" y="5095"/>
                  <a:pt x="3636" y="3938"/>
                  <a:pt x="4291" y="3208"/>
                </a:cubicBezTo>
                <a:cubicBezTo>
                  <a:pt x="4617" y="2842"/>
                  <a:pt x="4358" y="2266"/>
                  <a:pt x="3868" y="2266"/>
                </a:cubicBezTo>
                <a:lnTo>
                  <a:pt x="1700" y="2266"/>
                </a:lnTo>
                <a:cubicBezTo>
                  <a:pt x="761" y="2266"/>
                  <a:pt x="1" y="3023"/>
                  <a:pt x="1" y="3962"/>
                </a:cubicBezTo>
                <a:lnTo>
                  <a:pt x="1" y="10756"/>
                </a:lnTo>
                <a:cubicBezTo>
                  <a:pt x="1" y="11695"/>
                  <a:pt x="761" y="12453"/>
                  <a:pt x="1700" y="12456"/>
                </a:cubicBezTo>
                <a:lnTo>
                  <a:pt x="2869" y="12456"/>
                </a:lnTo>
                <a:cubicBezTo>
                  <a:pt x="2869" y="13706"/>
                  <a:pt x="3884" y="14718"/>
                  <a:pt x="5134" y="14718"/>
                </a:cubicBezTo>
                <a:cubicBezTo>
                  <a:pt x="6384" y="14718"/>
                  <a:pt x="7398" y="13706"/>
                  <a:pt x="7398" y="12456"/>
                </a:cubicBezTo>
                <a:lnTo>
                  <a:pt x="17628" y="12456"/>
                </a:lnTo>
                <a:cubicBezTo>
                  <a:pt x="18564" y="12453"/>
                  <a:pt x="19325" y="11695"/>
                  <a:pt x="19325" y="10756"/>
                </a:cubicBezTo>
                <a:lnTo>
                  <a:pt x="19325" y="3962"/>
                </a:lnTo>
                <a:cubicBezTo>
                  <a:pt x="19325" y="3023"/>
                  <a:pt x="18564" y="2266"/>
                  <a:pt x="17628" y="2266"/>
                </a:cubicBezTo>
                <a:lnTo>
                  <a:pt x="16457" y="2266"/>
                </a:lnTo>
                <a:cubicBezTo>
                  <a:pt x="16457" y="1012"/>
                  <a:pt x="15442" y="1"/>
                  <a:pt x="14192" y="1"/>
                </a:cubicBezTo>
                <a:close/>
              </a:path>
            </a:pathLst>
          </a:custGeom>
          <a:solidFill>
            <a:srgbClr val="C00000"/>
          </a:solidFill>
          <a:ln>
            <a:solidFill>
              <a:srgbClr val="F0F0F0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3" name="Google Shape;1064;p50">
            <a:extLst>
              <a:ext uri="{FF2B5EF4-FFF2-40B4-BE49-F238E27FC236}">
                <a16:creationId xmlns:a16="http://schemas.microsoft.com/office/drawing/2014/main" id="{DC935CAD-84E0-A3E0-F864-664B6215A2EF}"/>
              </a:ext>
            </a:extLst>
          </p:cNvPr>
          <p:cNvSpPr txBox="1">
            <a:spLocks/>
          </p:cNvSpPr>
          <p:nvPr/>
        </p:nvSpPr>
        <p:spPr>
          <a:xfrm>
            <a:off x="2651014" y="3639055"/>
            <a:ext cx="1919700" cy="49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Karla"/>
              <a:buChar char="●"/>
              <a:defRPr sz="18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 algn="ctr">
              <a:spcAft>
                <a:spcPts val="1200"/>
              </a:spcAft>
              <a:buFont typeface="Karla"/>
              <a:buNone/>
            </a:pPr>
            <a:r>
              <a:rPr lang="en-US" sz="1200" dirty="0"/>
              <a:t>0.8 training &amp;                0.2 testing </a:t>
            </a:r>
          </a:p>
        </p:txBody>
      </p:sp>
      <p:sp>
        <p:nvSpPr>
          <p:cNvPr id="4" name="Google Shape;1066;p50">
            <a:extLst>
              <a:ext uri="{FF2B5EF4-FFF2-40B4-BE49-F238E27FC236}">
                <a16:creationId xmlns:a16="http://schemas.microsoft.com/office/drawing/2014/main" id="{490D7758-2A32-77EF-D03E-3582F5FF5198}"/>
              </a:ext>
            </a:extLst>
          </p:cNvPr>
          <p:cNvSpPr txBox="1">
            <a:spLocks/>
          </p:cNvSpPr>
          <p:nvPr/>
        </p:nvSpPr>
        <p:spPr>
          <a:xfrm>
            <a:off x="710795" y="3639055"/>
            <a:ext cx="1919700" cy="474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Karla"/>
              <a:buChar char="●"/>
              <a:defRPr sz="18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 algn="ctr">
              <a:spcAft>
                <a:spcPts val="1200"/>
              </a:spcAft>
              <a:buFont typeface="Karla"/>
              <a:buNone/>
            </a:pPr>
            <a:r>
              <a:rPr lang="en-US" sz="1200" dirty="0"/>
              <a:t>Import dataset (Numeric)</a:t>
            </a:r>
          </a:p>
        </p:txBody>
      </p:sp>
      <p:sp>
        <p:nvSpPr>
          <p:cNvPr id="8" name="Google Shape;1068;p50">
            <a:extLst>
              <a:ext uri="{FF2B5EF4-FFF2-40B4-BE49-F238E27FC236}">
                <a16:creationId xmlns:a16="http://schemas.microsoft.com/office/drawing/2014/main" id="{1FD93B97-0128-683A-8D2B-4636F6CD098B}"/>
              </a:ext>
            </a:extLst>
          </p:cNvPr>
          <p:cNvSpPr txBox="1">
            <a:spLocks/>
          </p:cNvSpPr>
          <p:nvPr/>
        </p:nvSpPr>
        <p:spPr>
          <a:xfrm>
            <a:off x="6524818" y="3639055"/>
            <a:ext cx="1919700" cy="474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Karla"/>
              <a:buChar char="●"/>
              <a:defRPr sz="18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 algn="ctr">
              <a:spcAft>
                <a:spcPts val="1200"/>
              </a:spcAft>
              <a:buFont typeface="Karla"/>
              <a:buNone/>
            </a:pPr>
            <a:r>
              <a:rPr lang="en-US" sz="1200" dirty="0"/>
              <a:t>Accuracy, precision       &amp; recall</a:t>
            </a:r>
          </a:p>
        </p:txBody>
      </p:sp>
      <p:sp>
        <p:nvSpPr>
          <p:cNvPr id="9" name="Google Shape;1070;p50">
            <a:extLst>
              <a:ext uri="{FF2B5EF4-FFF2-40B4-BE49-F238E27FC236}">
                <a16:creationId xmlns:a16="http://schemas.microsoft.com/office/drawing/2014/main" id="{57650B2D-275B-15D7-243C-EC8EEB2F86FC}"/>
              </a:ext>
            </a:extLst>
          </p:cNvPr>
          <p:cNvSpPr txBox="1">
            <a:spLocks/>
          </p:cNvSpPr>
          <p:nvPr/>
        </p:nvSpPr>
        <p:spPr>
          <a:xfrm>
            <a:off x="4606179" y="3604644"/>
            <a:ext cx="1918639" cy="560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Karla"/>
              <a:buChar char="●"/>
              <a:defRPr sz="18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 algn="ctr">
              <a:spcAft>
                <a:spcPts val="1200"/>
              </a:spcAft>
              <a:buFont typeface="Karla"/>
              <a:buNone/>
            </a:pPr>
            <a:r>
              <a:rPr lang="en-US" sz="1200" dirty="0"/>
              <a:t>Model Training using the processed dataset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3" name="Google Shape;903;p43"/>
          <p:cNvSpPr txBox="1">
            <a:spLocks noGrp="1"/>
          </p:cNvSpPr>
          <p:nvPr>
            <p:ph type="title"/>
          </p:nvPr>
        </p:nvSpPr>
        <p:spPr>
          <a:xfrm>
            <a:off x="732300" y="445025"/>
            <a:ext cx="7679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Building &amp; Evaluation</a:t>
            </a:r>
            <a:endParaRPr dirty="0"/>
          </a:p>
        </p:txBody>
      </p:sp>
      <p:sp>
        <p:nvSpPr>
          <p:cNvPr id="904" name="Google Shape;904;p43"/>
          <p:cNvSpPr txBox="1">
            <a:spLocks noGrp="1"/>
          </p:cNvSpPr>
          <p:nvPr>
            <p:ph type="title" idx="2"/>
          </p:nvPr>
        </p:nvSpPr>
        <p:spPr>
          <a:xfrm>
            <a:off x="1132967" y="1609627"/>
            <a:ext cx="1307444" cy="3613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/>
              <a:t>Random Forest</a:t>
            </a:r>
            <a:endParaRPr sz="1200" dirty="0"/>
          </a:p>
        </p:txBody>
      </p:sp>
      <p:sp>
        <p:nvSpPr>
          <p:cNvPr id="912" name="Google Shape;912;p43"/>
          <p:cNvSpPr/>
          <p:nvPr/>
        </p:nvSpPr>
        <p:spPr>
          <a:xfrm>
            <a:off x="852372" y="1653081"/>
            <a:ext cx="280595" cy="266250"/>
          </a:xfrm>
          <a:prstGeom prst="ellipse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6" name="Google Shape;916;p43"/>
          <p:cNvSpPr txBox="1"/>
          <p:nvPr/>
        </p:nvSpPr>
        <p:spPr>
          <a:xfrm>
            <a:off x="852372" y="1713816"/>
            <a:ext cx="280595" cy="152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dirty="0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rPr>
              <a:t>1</a:t>
            </a:r>
            <a:endParaRPr sz="2000" b="1" dirty="0">
              <a:solidFill>
                <a:schemeClr val="accen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4" name="Google Shape;961;p45">
            <a:extLst>
              <a:ext uri="{FF2B5EF4-FFF2-40B4-BE49-F238E27FC236}">
                <a16:creationId xmlns:a16="http://schemas.microsoft.com/office/drawing/2014/main" id="{D9B5B929-3F74-0A12-CE7D-C8D760233C6D}"/>
              </a:ext>
            </a:extLst>
          </p:cNvPr>
          <p:cNvSpPr txBox="1">
            <a:spLocks/>
          </p:cNvSpPr>
          <p:nvPr/>
        </p:nvSpPr>
        <p:spPr>
          <a:xfrm>
            <a:off x="715030" y="1165373"/>
            <a:ext cx="2131116" cy="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 ExtraBold"/>
              <a:buNone/>
              <a:defRPr sz="3500" b="0" i="0" u="none" strike="noStrike" cap="none">
                <a:solidFill>
                  <a:schemeClr val="dk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pPr algn="l"/>
            <a:r>
              <a:rPr lang="en-US" sz="1800" dirty="0"/>
              <a:t>Imported Models</a:t>
            </a:r>
          </a:p>
        </p:txBody>
      </p:sp>
      <p:sp>
        <p:nvSpPr>
          <p:cNvPr id="44" name="Google Shape;904;p43">
            <a:extLst>
              <a:ext uri="{FF2B5EF4-FFF2-40B4-BE49-F238E27FC236}">
                <a16:creationId xmlns:a16="http://schemas.microsoft.com/office/drawing/2014/main" id="{02CAE5BA-FDFD-EA67-7EE0-106098F3439F}"/>
              </a:ext>
            </a:extLst>
          </p:cNvPr>
          <p:cNvSpPr txBox="1">
            <a:spLocks/>
          </p:cNvSpPr>
          <p:nvPr/>
        </p:nvSpPr>
        <p:spPr>
          <a:xfrm>
            <a:off x="1132967" y="1970967"/>
            <a:ext cx="1761624" cy="361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ExtraBold"/>
              <a:buNone/>
              <a:defRPr sz="2000" b="0" i="0" u="none" strike="noStrike" cap="none">
                <a:solidFill>
                  <a:schemeClr val="dk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pPr algn="l"/>
            <a:r>
              <a:rPr lang="en-US" sz="1200" dirty="0"/>
              <a:t>K-Nearest Neighbors	</a:t>
            </a:r>
          </a:p>
        </p:txBody>
      </p:sp>
      <p:sp>
        <p:nvSpPr>
          <p:cNvPr id="45" name="Google Shape;912;p43">
            <a:extLst>
              <a:ext uri="{FF2B5EF4-FFF2-40B4-BE49-F238E27FC236}">
                <a16:creationId xmlns:a16="http://schemas.microsoft.com/office/drawing/2014/main" id="{818DEB32-5082-938F-512F-1FECCB8FD3EC}"/>
              </a:ext>
            </a:extLst>
          </p:cNvPr>
          <p:cNvSpPr/>
          <p:nvPr/>
        </p:nvSpPr>
        <p:spPr>
          <a:xfrm>
            <a:off x="852372" y="2014421"/>
            <a:ext cx="280595" cy="266250"/>
          </a:xfrm>
          <a:prstGeom prst="ellipse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916;p43">
            <a:extLst>
              <a:ext uri="{FF2B5EF4-FFF2-40B4-BE49-F238E27FC236}">
                <a16:creationId xmlns:a16="http://schemas.microsoft.com/office/drawing/2014/main" id="{2E45D08A-B8D8-C6C9-3CE2-9F5E6CA9DAEB}"/>
              </a:ext>
            </a:extLst>
          </p:cNvPr>
          <p:cNvSpPr txBox="1"/>
          <p:nvPr/>
        </p:nvSpPr>
        <p:spPr>
          <a:xfrm>
            <a:off x="852372" y="2075156"/>
            <a:ext cx="280595" cy="152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dirty="0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rPr>
              <a:t>2</a:t>
            </a:r>
            <a:endParaRPr sz="2000" b="1" dirty="0">
              <a:solidFill>
                <a:schemeClr val="accen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7" name="Google Shape;904;p43">
            <a:extLst>
              <a:ext uri="{FF2B5EF4-FFF2-40B4-BE49-F238E27FC236}">
                <a16:creationId xmlns:a16="http://schemas.microsoft.com/office/drawing/2014/main" id="{B0F2BB97-5B6C-9F79-F0EE-AA08D9AC4A48}"/>
              </a:ext>
            </a:extLst>
          </p:cNvPr>
          <p:cNvSpPr txBox="1">
            <a:spLocks/>
          </p:cNvSpPr>
          <p:nvPr/>
        </p:nvSpPr>
        <p:spPr>
          <a:xfrm>
            <a:off x="1132967" y="2332307"/>
            <a:ext cx="1307444" cy="361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ExtraBold"/>
              <a:buNone/>
              <a:defRPr sz="2000" b="0" i="0" u="none" strike="noStrike" cap="none">
                <a:solidFill>
                  <a:schemeClr val="dk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pPr algn="l"/>
            <a:r>
              <a:rPr lang="en-US" sz="1200" dirty="0"/>
              <a:t>Decision Tree	</a:t>
            </a:r>
          </a:p>
        </p:txBody>
      </p:sp>
      <p:sp>
        <p:nvSpPr>
          <p:cNvPr id="48" name="Google Shape;912;p43">
            <a:extLst>
              <a:ext uri="{FF2B5EF4-FFF2-40B4-BE49-F238E27FC236}">
                <a16:creationId xmlns:a16="http://schemas.microsoft.com/office/drawing/2014/main" id="{27ED0C76-EC5F-A82F-C374-65439EFBED75}"/>
              </a:ext>
            </a:extLst>
          </p:cNvPr>
          <p:cNvSpPr/>
          <p:nvPr/>
        </p:nvSpPr>
        <p:spPr>
          <a:xfrm>
            <a:off x="852372" y="2375761"/>
            <a:ext cx="280595" cy="266250"/>
          </a:xfrm>
          <a:prstGeom prst="ellipse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916;p43">
            <a:extLst>
              <a:ext uri="{FF2B5EF4-FFF2-40B4-BE49-F238E27FC236}">
                <a16:creationId xmlns:a16="http://schemas.microsoft.com/office/drawing/2014/main" id="{CAFAD898-B7A9-B45F-7728-0DE1670EB789}"/>
              </a:ext>
            </a:extLst>
          </p:cNvPr>
          <p:cNvSpPr txBox="1"/>
          <p:nvPr/>
        </p:nvSpPr>
        <p:spPr>
          <a:xfrm>
            <a:off x="852372" y="2436496"/>
            <a:ext cx="280595" cy="152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dirty="0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rPr>
              <a:t>3</a:t>
            </a:r>
            <a:endParaRPr sz="2000" b="1" dirty="0">
              <a:solidFill>
                <a:schemeClr val="accen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0" name="Google Shape;904;p43">
            <a:extLst>
              <a:ext uri="{FF2B5EF4-FFF2-40B4-BE49-F238E27FC236}">
                <a16:creationId xmlns:a16="http://schemas.microsoft.com/office/drawing/2014/main" id="{A491CB52-D36A-35C7-1523-84766732C0BF}"/>
              </a:ext>
            </a:extLst>
          </p:cNvPr>
          <p:cNvSpPr txBox="1">
            <a:spLocks/>
          </p:cNvSpPr>
          <p:nvPr/>
        </p:nvSpPr>
        <p:spPr>
          <a:xfrm>
            <a:off x="1132966" y="2685465"/>
            <a:ext cx="1664735" cy="361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ExtraBold"/>
              <a:buNone/>
              <a:defRPr sz="2000" b="0" i="0" u="none" strike="noStrike" cap="none">
                <a:solidFill>
                  <a:schemeClr val="dk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pPr algn="l"/>
            <a:r>
              <a:rPr lang="en-US" sz="1200" dirty="0"/>
              <a:t>Logistic Regression	</a:t>
            </a:r>
          </a:p>
        </p:txBody>
      </p:sp>
      <p:sp>
        <p:nvSpPr>
          <p:cNvPr id="51" name="Google Shape;912;p43">
            <a:extLst>
              <a:ext uri="{FF2B5EF4-FFF2-40B4-BE49-F238E27FC236}">
                <a16:creationId xmlns:a16="http://schemas.microsoft.com/office/drawing/2014/main" id="{AFA75C36-B578-C775-3A54-33785938BCFB}"/>
              </a:ext>
            </a:extLst>
          </p:cNvPr>
          <p:cNvSpPr/>
          <p:nvPr/>
        </p:nvSpPr>
        <p:spPr>
          <a:xfrm>
            <a:off x="852372" y="2728919"/>
            <a:ext cx="280595" cy="266250"/>
          </a:xfrm>
          <a:prstGeom prst="ellipse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916;p43">
            <a:extLst>
              <a:ext uri="{FF2B5EF4-FFF2-40B4-BE49-F238E27FC236}">
                <a16:creationId xmlns:a16="http://schemas.microsoft.com/office/drawing/2014/main" id="{A7E29695-E636-5890-A039-F160678174B7}"/>
              </a:ext>
            </a:extLst>
          </p:cNvPr>
          <p:cNvSpPr txBox="1"/>
          <p:nvPr/>
        </p:nvSpPr>
        <p:spPr>
          <a:xfrm>
            <a:off x="852372" y="2789654"/>
            <a:ext cx="280595" cy="152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dirty="0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rPr>
              <a:t>4</a:t>
            </a:r>
            <a:endParaRPr sz="2000" b="1" dirty="0">
              <a:solidFill>
                <a:schemeClr val="accen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3" name="Google Shape;904;p43">
            <a:extLst>
              <a:ext uri="{FF2B5EF4-FFF2-40B4-BE49-F238E27FC236}">
                <a16:creationId xmlns:a16="http://schemas.microsoft.com/office/drawing/2014/main" id="{E5A6259B-5631-C03E-1AD8-40089C4EE6BA}"/>
              </a:ext>
            </a:extLst>
          </p:cNvPr>
          <p:cNvSpPr txBox="1">
            <a:spLocks/>
          </p:cNvSpPr>
          <p:nvPr/>
        </p:nvSpPr>
        <p:spPr>
          <a:xfrm>
            <a:off x="1132966" y="3046805"/>
            <a:ext cx="1610233" cy="361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ExtraBold"/>
              <a:buNone/>
              <a:defRPr sz="2000" b="0" i="0" u="none" strike="noStrike" cap="none">
                <a:solidFill>
                  <a:schemeClr val="dk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pPr algn="l"/>
            <a:r>
              <a:rPr lang="en-US" sz="1200" dirty="0"/>
              <a:t>Gradient Boosting	</a:t>
            </a:r>
          </a:p>
        </p:txBody>
      </p:sp>
      <p:sp>
        <p:nvSpPr>
          <p:cNvPr id="54" name="Google Shape;912;p43">
            <a:extLst>
              <a:ext uri="{FF2B5EF4-FFF2-40B4-BE49-F238E27FC236}">
                <a16:creationId xmlns:a16="http://schemas.microsoft.com/office/drawing/2014/main" id="{A0E84A7D-4FEA-F8E7-32FF-A52B0248B0E7}"/>
              </a:ext>
            </a:extLst>
          </p:cNvPr>
          <p:cNvSpPr/>
          <p:nvPr/>
        </p:nvSpPr>
        <p:spPr>
          <a:xfrm>
            <a:off x="852372" y="3090259"/>
            <a:ext cx="280595" cy="266250"/>
          </a:xfrm>
          <a:prstGeom prst="ellipse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916;p43">
            <a:extLst>
              <a:ext uri="{FF2B5EF4-FFF2-40B4-BE49-F238E27FC236}">
                <a16:creationId xmlns:a16="http://schemas.microsoft.com/office/drawing/2014/main" id="{EEB3F012-1DC9-3078-B27C-CFDC59D2FB0F}"/>
              </a:ext>
            </a:extLst>
          </p:cNvPr>
          <p:cNvSpPr txBox="1"/>
          <p:nvPr/>
        </p:nvSpPr>
        <p:spPr>
          <a:xfrm>
            <a:off x="852372" y="3150994"/>
            <a:ext cx="280595" cy="152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dirty="0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rPr>
              <a:t>5</a:t>
            </a:r>
            <a:endParaRPr sz="2000" b="1" dirty="0">
              <a:solidFill>
                <a:schemeClr val="accen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6" name="Google Shape;904;p43">
            <a:extLst>
              <a:ext uri="{FF2B5EF4-FFF2-40B4-BE49-F238E27FC236}">
                <a16:creationId xmlns:a16="http://schemas.microsoft.com/office/drawing/2014/main" id="{9822CA27-BF21-0268-EBC0-2128595F7B45}"/>
              </a:ext>
            </a:extLst>
          </p:cNvPr>
          <p:cNvSpPr txBox="1">
            <a:spLocks/>
          </p:cNvSpPr>
          <p:nvPr/>
        </p:nvSpPr>
        <p:spPr>
          <a:xfrm>
            <a:off x="1132967" y="3399963"/>
            <a:ext cx="1307444" cy="361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ExtraBold"/>
              <a:buNone/>
              <a:defRPr sz="2000" b="0" i="0" u="none" strike="noStrike" cap="none">
                <a:solidFill>
                  <a:schemeClr val="dk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pPr algn="l"/>
            <a:r>
              <a:rPr lang="en-US" sz="1200" dirty="0"/>
              <a:t>Naive Bayes	</a:t>
            </a:r>
          </a:p>
        </p:txBody>
      </p:sp>
      <p:sp>
        <p:nvSpPr>
          <p:cNvPr id="57" name="Google Shape;912;p43">
            <a:extLst>
              <a:ext uri="{FF2B5EF4-FFF2-40B4-BE49-F238E27FC236}">
                <a16:creationId xmlns:a16="http://schemas.microsoft.com/office/drawing/2014/main" id="{B2645507-8EE5-6B4C-1AB8-935F7A1351E2}"/>
              </a:ext>
            </a:extLst>
          </p:cNvPr>
          <p:cNvSpPr/>
          <p:nvPr/>
        </p:nvSpPr>
        <p:spPr>
          <a:xfrm>
            <a:off x="852372" y="3443417"/>
            <a:ext cx="280595" cy="266250"/>
          </a:xfrm>
          <a:prstGeom prst="ellipse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916;p43">
            <a:extLst>
              <a:ext uri="{FF2B5EF4-FFF2-40B4-BE49-F238E27FC236}">
                <a16:creationId xmlns:a16="http://schemas.microsoft.com/office/drawing/2014/main" id="{ECBFAC8A-DB46-0680-1045-94F86403C601}"/>
              </a:ext>
            </a:extLst>
          </p:cNvPr>
          <p:cNvSpPr txBox="1"/>
          <p:nvPr/>
        </p:nvSpPr>
        <p:spPr>
          <a:xfrm>
            <a:off x="852372" y="3504152"/>
            <a:ext cx="280595" cy="152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dirty="0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endParaRPr sz="2000" b="1" dirty="0">
              <a:solidFill>
                <a:schemeClr val="accen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9" name="Google Shape;904;p43">
            <a:extLst>
              <a:ext uri="{FF2B5EF4-FFF2-40B4-BE49-F238E27FC236}">
                <a16:creationId xmlns:a16="http://schemas.microsoft.com/office/drawing/2014/main" id="{50915EF1-83CB-17B7-3325-726929CED75B}"/>
              </a:ext>
            </a:extLst>
          </p:cNvPr>
          <p:cNvSpPr txBox="1">
            <a:spLocks/>
          </p:cNvSpPr>
          <p:nvPr/>
        </p:nvSpPr>
        <p:spPr>
          <a:xfrm>
            <a:off x="1132966" y="3755364"/>
            <a:ext cx="1999977" cy="361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ExtraBold"/>
              <a:buNone/>
              <a:defRPr sz="2000" b="0" i="0" u="none" strike="noStrike" cap="none">
                <a:solidFill>
                  <a:schemeClr val="dk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pPr algn="l"/>
            <a:r>
              <a:rPr lang="en-US" sz="1200" dirty="0"/>
              <a:t>Support Vector Machine</a:t>
            </a:r>
          </a:p>
        </p:txBody>
      </p:sp>
      <p:sp>
        <p:nvSpPr>
          <p:cNvPr id="60" name="Google Shape;912;p43">
            <a:extLst>
              <a:ext uri="{FF2B5EF4-FFF2-40B4-BE49-F238E27FC236}">
                <a16:creationId xmlns:a16="http://schemas.microsoft.com/office/drawing/2014/main" id="{FF0C52A9-7478-06AC-4999-B4B31CA3B0FE}"/>
              </a:ext>
            </a:extLst>
          </p:cNvPr>
          <p:cNvSpPr/>
          <p:nvPr/>
        </p:nvSpPr>
        <p:spPr>
          <a:xfrm>
            <a:off x="852372" y="3798818"/>
            <a:ext cx="280595" cy="266250"/>
          </a:xfrm>
          <a:prstGeom prst="ellipse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916;p43">
            <a:extLst>
              <a:ext uri="{FF2B5EF4-FFF2-40B4-BE49-F238E27FC236}">
                <a16:creationId xmlns:a16="http://schemas.microsoft.com/office/drawing/2014/main" id="{7CFE0E53-388A-CF2D-9162-B1014E3F87D5}"/>
              </a:ext>
            </a:extLst>
          </p:cNvPr>
          <p:cNvSpPr txBox="1"/>
          <p:nvPr/>
        </p:nvSpPr>
        <p:spPr>
          <a:xfrm>
            <a:off x="852372" y="3859553"/>
            <a:ext cx="280595" cy="152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dirty="0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rPr>
              <a:t>7</a:t>
            </a:r>
            <a:endParaRPr sz="2000" b="1" dirty="0">
              <a:solidFill>
                <a:schemeClr val="accen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896" name="Google Shape;961;p45">
            <a:extLst>
              <a:ext uri="{FF2B5EF4-FFF2-40B4-BE49-F238E27FC236}">
                <a16:creationId xmlns:a16="http://schemas.microsoft.com/office/drawing/2014/main" id="{362A91C6-8620-0824-2550-296C6AD308A9}"/>
              </a:ext>
            </a:extLst>
          </p:cNvPr>
          <p:cNvSpPr txBox="1">
            <a:spLocks/>
          </p:cNvSpPr>
          <p:nvPr/>
        </p:nvSpPr>
        <p:spPr>
          <a:xfrm>
            <a:off x="3606360" y="1165373"/>
            <a:ext cx="2131116" cy="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 ExtraBold"/>
              <a:buNone/>
              <a:defRPr sz="3500" b="0" i="0" u="none" strike="noStrike" cap="none">
                <a:solidFill>
                  <a:schemeClr val="dk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r>
              <a:rPr lang="en-US" sz="1800" dirty="0"/>
              <a:t>Best Model</a:t>
            </a:r>
          </a:p>
        </p:txBody>
      </p:sp>
      <p:cxnSp>
        <p:nvCxnSpPr>
          <p:cNvPr id="897" name="Google Shape;868;p46">
            <a:extLst>
              <a:ext uri="{FF2B5EF4-FFF2-40B4-BE49-F238E27FC236}">
                <a16:creationId xmlns:a16="http://schemas.microsoft.com/office/drawing/2014/main" id="{04DCCABC-62E2-8DD7-AB8E-E7480571A86C}"/>
              </a:ext>
            </a:extLst>
          </p:cNvPr>
          <p:cNvCxnSpPr>
            <a:cxnSpLocks/>
          </p:cNvCxnSpPr>
          <p:nvPr/>
        </p:nvCxnSpPr>
        <p:spPr>
          <a:xfrm rot="10800000" flipH="1">
            <a:off x="2603637" y="2579138"/>
            <a:ext cx="2059800" cy="698100"/>
          </a:xfrm>
          <a:prstGeom prst="curvedConnector2">
            <a:avLst/>
          </a:prstGeom>
          <a:noFill/>
          <a:ln w="19050" cap="flat" cmpd="sng">
            <a:solidFill>
              <a:srgbClr val="D93B48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9" name="Google Shape;904;p43">
            <a:extLst>
              <a:ext uri="{FF2B5EF4-FFF2-40B4-BE49-F238E27FC236}">
                <a16:creationId xmlns:a16="http://schemas.microsoft.com/office/drawing/2014/main" id="{6E562A93-9632-5AF6-1B34-126D8144685F}"/>
              </a:ext>
            </a:extLst>
          </p:cNvPr>
          <p:cNvSpPr txBox="1">
            <a:spLocks/>
          </p:cNvSpPr>
          <p:nvPr/>
        </p:nvSpPr>
        <p:spPr>
          <a:xfrm>
            <a:off x="3706813" y="2217446"/>
            <a:ext cx="2239699" cy="361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ExtraBold"/>
              <a:buNone/>
              <a:defRPr sz="2000" b="0" i="0" u="none" strike="noStrike" cap="none">
                <a:solidFill>
                  <a:schemeClr val="dk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pPr algn="l"/>
            <a:r>
              <a:rPr lang="en-US" sz="1600" dirty="0"/>
              <a:t>Gradient Boosting	</a:t>
            </a:r>
          </a:p>
        </p:txBody>
      </p:sp>
      <p:sp>
        <p:nvSpPr>
          <p:cNvPr id="900" name="Google Shape;912;p43">
            <a:extLst>
              <a:ext uri="{FF2B5EF4-FFF2-40B4-BE49-F238E27FC236}">
                <a16:creationId xmlns:a16="http://schemas.microsoft.com/office/drawing/2014/main" id="{A9E4DA65-1F54-561B-77ED-5DC59C16DC7A}"/>
              </a:ext>
            </a:extLst>
          </p:cNvPr>
          <p:cNvSpPr/>
          <p:nvPr/>
        </p:nvSpPr>
        <p:spPr>
          <a:xfrm>
            <a:off x="4523556" y="1920231"/>
            <a:ext cx="296726" cy="296863"/>
          </a:xfrm>
          <a:prstGeom prst="ellipse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2" name="Google Shape;9541;p77">
            <a:extLst>
              <a:ext uri="{FF2B5EF4-FFF2-40B4-BE49-F238E27FC236}">
                <a16:creationId xmlns:a16="http://schemas.microsoft.com/office/drawing/2014/main" id="{B94A4E1E-78E6-DA17-28F0-4CBE842E67B3}"/>
              </a:ext>
            </a:extLst>
          </p:cNvPr>
          <p:cNvSpPr/>
          <p:nvPr/>
        </p:nvSpPr>
        <p:spPr>
          <a:xfrm>
            <a:off x="4585400" y="1994667"/>
            <a:ext cx="173037" cy="148402"/>
          </a:xfrm>
          <a:custGeom>
            <a:avLst/>
            <a:gdLst/>
            <a:ahLst/>
            <a:cxnLst/>
            <a:rect l="l" t="t" r="r" b="b"/>
            <a:pathLst>
              <a:path w="19655" h="18246" extrusionOk="0">
                <a:moveTo>
                  <a:pt x="9829" y="1835"/>
                </a:moveTo>
                <a:lnTo>
                  <a:pt x="12133" y="6452"/>
                </a:lnTo>
                <a:cubicBezTo>
                  <a:pt x="12218" y="6618"/>
                  <a:pt x="12375" y="6733"/>
                  <a:pt x="12559" y="6760"/>
                </a:cubicBezTo>
                <a:lnTo>
                  <a:pt x="17698" y="7500"/>
                </a:lnTo>
                <a:lnTo>
                  <a:pt x="13984" y="11078"/>
                </a:lnTo>
                <a:cubicBezTo>
                  <a:pt x="13848" y="11211"/>
                  <a:pt x="13788" y="11398"/>
                  <a:pt x="13821" y="11582"/>
                </a:cubicBezTo>
                <a:lnTo>
                  <a:pt x="14700" y="16646"/>
                </a:lnTo>
                <a:lnTo>
                  <a:pt x="10092" y="14251"/>
                </a:lnTo>
                <a:cubicBezTo>
                  <a:pt x="10009" y="14209"/>
                  <a:pt x="9919" y="14188"/>
                  <a:pt x="9830" y="14188"/>
                </a:cubicBezTo>
                <a:cubicBezTo>
                  <a:pt x="9740" y="14188"/>
                  <a:pt x="9651" y="14209"/>
                  <a:pt x="9570" y="14251"/>
                </a:cubicBezTo>
                <a:lnTo>
                  <a:pt x="4962" y="16646"/>
                </a:lnTo>
                <a:lnTo>
                  <a:pt x="5838" y="11582"/>
                </a:lnTo>
                <a:cubicBezTo>
                  <a:pt x="5871" y="11398"/>
                  <a:pt x="5810" y="11208"/>
                  <a:pt x="5674" y="11078"/>
                </a:cubicBezTo>
                <a:lnTo>
                  <a:pt x="1961" y="7500"/>
                </a:lnTo>
                <a:lnTo>
                  <a:pt x="7100" y="6760"/>
                </a:lnTo>
                <a:cubicBezTo>
                  <a:pt x="7284" y="6733"/>
                  <a:pt x="7441" y="6618"/>
                  <a:pt x="7525" y="6452"/>
                </a:cubicBezTo>
                <a:lnTo>
                  <a:pt x="9829" y="1835"/>
                </a:lnTo>
                <a:close/>
                <a:moveTo>
                  <a:pt x="9828" y="1"/>
                </a:moveTo>
                <a:cubicBezTo>
                  <a:pt x="9627" y="1"/>
                  <a:pt x="9426" y="105"/>
                  <a:pt x="9322" y="313"/>
                </a:cubicBezTo>
                <a:lnTo>
                  <a:pt x="6641" y="5682"/>
                </a:lnTo>
                <a:lnTo>
                  <a:pt x="653" y="6543"/>
                </a:lnTo>
                <a:cubicBezTo>
                  <a:pt x="188" y="6609"/>
                  <a:pt x="1" y="7183"/>
                  <a:pt x="339" y="7509"/>
                </a:cubicBezTo>
                <a:lnTo>
                  <a:pt x="4672" y="11685"/>
                </a:lnTo>
                <a:lnTo>
                  <a:pt x="3648" y="17579"/>
                </a:lnTo>
                <a:cubicBezTo>
                  <a:pt x="3584" y="17947"/>
                  <a:pt x="3875" y="18245"/>
                  <a:pt x="4207" y="18245"/>
                </a:cubicBezTo>
                <a:cubicBezTo>
                  <a:pt x="4293" y="18245"/>
                  <a:pt x="4383" y="18225"/>
                  <a:pt x="4470" y="18180"/>
                </a:cubicBezTo>
                <a:lnTo>
                  <a:pt x="9829" y="15393"/>
                </a:lnTo>
                <a:lnTo>
                  <a:pt x="15189" y="18180"/>
                </a:lnTo>
                <a:cubicBezTo>
                  <a:pt x="15275" y="18225"/>
                  <a:pt x="15365" y="18245"/>
                  <a:pt x="15452" y="18245"/>
                </a:cubicBezTo>
                <a:cubicBezTo>
                  <a:pt x="15782" y="18245"/>
                  <a:pt x="16072" y="17948"/>
                  <a:pt x="16007" y="17582"/>
                </a:cubicBezTo>
                <a:lnTo>
                  <a:pt x="14986" y="11685"/>
                </a:lnTo>
                <a:lnTo>
                  <a:pt x="19316" y="7512"/>
                </a:lnTo>
                <a:cubicBezTo>
                  <a:pt x="19655" y="7183"/>
                  <a:pt x="19470" y="6609"/>
                  <a:pt x="19005" y="6543"/>
                </a:cubicBezTo>
                <a:lnTo>
                  <a:pt x="13015" y="5682"/>
                </a:lnTo>
                <a:lnTo>
                  <a:pt x="10333" y="313"/>
                </a:lnTo>
                <a:cubicBezTo>
                  <a:pt x="10229" y="105"/>
                  <a:pt x="10029" y="1"/>
                  <a:pt x="9828" y="1"/>
                </a:cubicBezTo>
                <a:close/>
              </a:path>
            </a:pathLst>
          </a:custGeom>
          <a:solidFill>
            <a:srgbClr val="5F7D95"/>
          </a:solidFill>
          <a:ln w="3175">
            <a:solidFill>
              <a:srgbClr val="D93B48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920" name="Google Shape;961;p45">
            <a:extLst>
              <a:ext uri="{FF2B5EF4-FFF2-40B4-BE49-F238E27FC236}">
                <a16:creationId xmlns:a16="http://schemas.microsoft.com/office/drawing/2014/main" id="{B43E0F3B-48A4-E356-6579-37FE0731F885}"/>
              </a:ext>
            </a:extLst>
          </p:cNvPr>
          <p:cNvSpPr txBox="1">
            <a:spLocks/>
          </p:cNvSpPr>
          <p:nvPr/>
        </p:nvSpPr>
        <p:spPr>
          <a:xfrm>
            <a:off x="6443422" y="1165373"/>
            <a:ext cx="2131116" cy="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 ExtraBold"/>
              <a:buNone/>
              <a:defRPr sz="3500" b="0" i="0" u="none" strike="noStrike" cap="none">
                <a:solidFill>
                  <a:schemeClr val="dk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r>
              <a:rPr lang="en-US" sz="1800" dirty="0"/>
              <a:t>Details</a:t>
            </a:r>
          </a:p>
        </p:txBody>
      </p:sp>
      <p:graphicFrame>
        <p:nvGraphicFramePr>
          <p:cNvPr id="921" name="Google Shape;1190;p57">
            <a:extLst>
              <a:ext uri="{FF2B5EF4-FFF2-40B4-BE49-F238E27FC236}">
                <a16:creationId xmlns:a16="http://schemas.microsoft.com/office/drawing/2014/main" id="{14D3E501-DCC8-C2F7-670B-9B2107F73B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22382424"/>
              </p:ext>
            </p:extLst>
          </p:nvPr>
        </p:nvGraphicFramePr>
        <p:xfrm>
          <a:off x="5946512" y="1671323"/>
          <a:ext cx="3197488" cy="2372398"/>
        </p:xfrm>
        <a:graphic>
          <a:graphicData uri="http://schemas.openxmlformats.org/drawingml/2006/table">
            <a:tbl>
              <a:tblPr>
                <a:noFill/>
                <a:tableStyleId>{DAA91EAA-B484-4FD3-B8BB-24EC6005D34D}</a:tableStyleId>
              </a:tblPr>
              <a:tblGrid>
                <a:gridCol w="799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93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9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93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134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dk1"/>
                          </a:solidFill>
                          <a:latin typeface="Outfit ExtraBold"/>
                          <a:ea typeface="Outfit ExtraBold"/>
                          <a:cs typeface="Outfit ExtraBold"/>
                          <a:sym typeface="Outfit ExtraBold"/>
                        </a:rPr>
                        <a:t>Accuracy</a:t>
                      </a:r>
                      <a:endParaRPr sz="1000" dirty="0">
                        <a:solidFill>
                          <a:schemeClr val="dk1"/>
                        </a:solidFill>
                        <a:latin typeface="Outfit ExtraBold"/>
                        <a:ea typeface="Outfit ExtraBold"/>
                        <a:cs typeface="Outfit ExtraBold"/>
                        <a:sym typeface="Outfit ExtraBold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1"/>
                          </a:solidFill>
                          <a:latin typeface="Outfit ExtraBold"/>
                          <a:ea typeface="Outfit ExtraBold"/>
                          <a:cs typeface="Outfit ExtraBold"/>
                          <a:sym typeface="Outfit ExtraBold"/>
                        </a:rPr>
                        <a:t>F1-Score.</a:t>
                      </a:r>
                      <a:endParaRPr sz="1000" dirty="0">
                        <a:solidFill>
                          <a:schemeClr val="dk1"/>
                        </a:solidFill>
                        <a:latin typeface="Outfit ExtraBold"/>
                        <a:ea typeface="Outfit ExtraBold"/>
                        <a:cs typeface="Outfit ExtraBold"/>
                        <a:sym typeface="Outfit ExtraBol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1"/>
                          </a:solidFill>
                          <a:latin typeface="Outfit ExtraBold"/>
                          <a:ea typeface="Outfit ExtraBold"/>
                          <a:cs typeface="Outfit ExtraBold"/>
                          <a:sym typeface="Outfit ExtraBold"/>
                        </a:rPr>
                        <a:t>Precision </a:t>
                      </a:r>
                      <a:endParaRPr sz="1000" dirty="0">
                        <a:solidFill>
                          <a:schemeClr val="dk1"/>
                        </a:solidFill>
                        <a:latin typeface="Outfit ExtraBold"/>
                        <a:ea typeface="Outfit ExtraBold"/>
                        <a:cs typeface="Outfit ExtraBold"/>
                        <a:sym typeface="Outfit ExtraBol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dk1"/>
                          </a:solidFill>
                          <a:latin typeface="Outfit ExtraBold"/>
                          <a:ea typeface="Outfit ExtraBold"/>
                          <a:cs typeface="Outfit ExtraBold"/>
                          <a:sym typeface="Outfit ExtraBold"/>
                        </a:rPr>
                        <a:t>Recall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796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>
                        <a:solidFill>
                          <a:schemeClr val="dk1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1</a:t>
                      </a:r>
                      <a:endParaRPr>
                        <a:solidFill>
                          <a:schemeClr val="dk1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2</a:t>
                      </a:r>
                      <a:endParaRPr>
                        <a:solidFill>
                          <a:schemeClr val="dk1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3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796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7</a:t>
                      </a:r>
                      <a:endParaRPr dirty="0">
                        <a:solidFill>
                          <a:schemeClr val="dk1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8</a:t>
                      </a:r>
                      <a:endParaRPr dirty="0">
                        <a:solidFill>
                          <a:schemeClr val="dk1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9</a:t>
                      </a:r>
                      <a:endParaRPr dirty="0">
                        <a:solidFill>
                          <a:schemeClr val="dk1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10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796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14</a:t>
                      </a:r>
                      <a:endParaRPr dirty="0">
                        <a:solidFill>
                          <a:schemeClr val="dk1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15</a:t>
                      </a:r>
                      <a:endParaRPr dirty="0">
                        <a:solidFill>
                          <a:schemeClr val="dk1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16</a:t>
                      </a:r>
                      <a:endParaRPr>
                        <a:solidFill>
                          <a:schemeClr val="dk1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17</a:t>
                      </a: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796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21</a:t>
                      </a:r>
                      <a:endParaRPr>
                        <a:solidFill>
                          <a:schemeClr val="dk1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22</a:t>
                      </a:r>
                      <a:endParaRPr>
                        <a:solidFill>
                          <a:schemeClr val="dk1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23</a:t>
                      </a:r>
                      <a:endParaRPr dirty="0">
                        <a:solidFill>
                          <a:schemeClr val="dk1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24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796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28</a:t>
                      </a:r>
                      <a:endParaRPr dirty="0">
                        <a:solidFill>
                          <a:schemeClr val="dk1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29</a:t>
                      </a:r>
                      <a:endParaRPr>
                        <a:solidFill>
                          <a:schemeClr val="dk1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30</a:t>
                      </a:r>
                      <a:endParaRPr>
                        <a:solidFill>
                          <a:schemeClr val="dk1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31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289536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Google Shape;1101;p51"/>
          <p:cNvSpPr txBox="1">
            <a:spLocks noGrp="1"/>
          </p:cNvSpPr>
          <p:nvPr>
            <p:ph type="title"/>
          </p:nvPr>
        </p:nvSpPr>
        <p:spPr>
          <a:xfrm>
            <a:off x="3648979" y="1728250"/>
            <a:ext cx="3369495" cy="145953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Model Deployment</a:t>
            </a:r>
          </a:p>
        </p:txBody>
      </p:sp>
      <p:sp>
        <p:nvSpPr>
          <p:cNvPr id="1102" name="Google Shape;1102;p51"/>
          <p:cNvSpPr txBox="1">
            <a:spLocks noGrp="1"/>
          </p:cNvSpPr>
          <p:nvPr>
            <p:ph type="title" idx="2"/>
          </p:nvPr>
        </p:nvSpPr>
        <p:spPr>
          <a:xfrm>
            <a:off x="5837626" y="822250"/>
            <a:ext cx="1180848" cy="90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039348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Google Shape;822;p40"/>
          <p:cNvSpPr txBox="1">
            <a:spLocks noGrp="1"/>
          </p:cNvSpPr>
          <p:nvPr>
            <p:ph type="title"/>
          </p:nvPr>
        </p:nvSpPr>
        <p:spPr>
          <a:xfrm>
            <a:off x="732300" y="445025"/>
            <a:ext cx="7679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Deployment</a:t>
            </a:r>
            <a:endParaRPr dirty="0"/>
          </a:p>
        </p:txBody>
      </p:sp>
      <p:sp>
        <p:nvSpPr>
          <p:cNvPr id="823" name="Google Shape;823;p40"/>
          <p:cNvSpPr txBox="1">
            <a:spLocks noGrp="1"/>
          </p:cNvSpPr>
          <p:nvPr>
            <p:ph type="title" idx="2"/>
          </p:nvPr>
        </p:nvSpPr>
        <p:spPr>
          <a:xfrm>
            <a:off x="5070754" y="2412300"/>
            <a:ext cx="2431800" cy="47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Streamlit App</a:t>
            </a:r>
            <a:br>
              <a:rPr lang="en-US" dirty="0"/>
            </a:br>
            <a:endParaRPr lang="en-US" dirty="0"/>
          </a:p>
        </p:txBody>
      </p:sp>
      <p:sp>
        <p:nvSpPr>
          <p:cNvPr id="824" name="Google Shape;824;p40"/>
          <p:cNvSpPr txBox="1">
            <a:spLocks noGrp="1"/>
          </p:cNvSpPr>
          <p:nvPr>
            <p:ph type="subTitle" idx="1"/>
          </p:nvPr>
        </p:nvSpPr>
        <p:spPr>
          <a:xfrm>
            <a:off x="5070738" y="2886350"/>
            <a:ext cx="2431800" cy="10921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 A user-friendly Web application displays the presence of a heart attack based on the provided data.</a:t>
            </a:r>
            <a:endParaRPr sz="1400" dirty="0"/>
          </a:p>
        </p:txBody>
      </p:sp>
      <p:sp>
        <p:nvSpPr>
          <p:cNvPr id="825" name="Google Shape;825;p40"/>
          <p:cNvSpPr txBox="1">
            <a:spLocks noGrp="1"/>
          </p:cNvSpPr>
          <p:nvPr>
            <p:ph type="title" idx="3"/>
          </p:nvPr>
        </p:nvSpPr>
        <p:spPr>
          <a:xfrm>
            <a:off x="1641475" y="2412300"/>
            <a:ext cx="2431800" cy="47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Model Extraction</a:t>
            </a:r>
            <a:endParaRPr lang="en-US" sz="2000" dirty="0"/>
          </a:p>
        </p:txBody>
      </p:sp>
      <p:sp>
        <p:nvSpPr>
          <p:cNvPr id="826" name="Google Shape;826;p40"/>
          <p:cNvSpPr txBox="1">
            <a:spLocks noGrp="1"/>
          </p:cNvSpPr>
          <p:nvPr>
            <p:ph type="subTitle" idx="4"/>
          </p:nvPr>
        </p:nvSpPr>
        <p:spPr>
          <a:xfrm>
            <a:off x="1641463" y="2886350"/>
            <a:ext cx="2431800" cy="85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 trained model was extract using pickle</a:t>
            </a:r>
            <a:endParaRPr dirty="0"/>
          </a:p>
        </p:txBody>
      </p:sp>
      <p:grpSp>
        <p:nvGrpSpPr>
          <p:cNvPr id="3" name="Google Shape;13208;p74">
            <a:extLst>
              <a:ext uri="{FF2B5EF4-FFF2-40B4-BE49-F238E27FC236}">
                <a16:creationId xmlns:a16="http://schemas.microsoft.com/office/drawing/2014/main" id="{9A090D8B-E98B-30D3-F4C8-5BAF534DC43F}"/>
              </a:ext>
            </a:extLst>
          </p:cNvPr>
          <p:cNvGrpSpPr/>
          <p:nvPr/>
        </p:nvGrpSpPr>
        <p:grpSpPr>
          <a:xfrm>
            <a:off x="2673881" y="1958412"/>
            <a:ext cx="366963" cy="352768"/>
            <a:chOff x="-31889075" y="2658950"/>
            <a:chExt cx="302475" cy="290775"/>
          </a:xfrm>
          <a:solidFill>
            <a:srgbClr val="D93B48"/>
          </a:solidFill>
        </p:grpSpPr>
        <p:sp>
          <p:nvSpPr>
            <p:cNvPr id="4" name="Google Shape;13209;p74">
              <a:extLst>
                <a:ext uri="{FF2B5EF4-FFF2-40B4-BE49-F238E27FC236}">
                  <a16:creationId xmlns:a16="http://schemas.microsoft.com/office/drawing/2014/main" id="{6BFB340B-5756-6E8B-4601-9521804EBF43}"/>
                </a:ext>
              </a:extLst>
            </p:cNvPr>
            <p:cNvSpPr/>
            <p:nvPr/>
          </p:nvSpPr>
          <p:spPr>
            <a:xfrm>
              <a:off x="-31889075" y="2658950"/>
              <a:ext cx="302475" cy="290775"/>
            </a:xfrm>
            <a:custGeom>
              <a:avLst/>
              <a:gdLst/>
              <a:ahLst/>
              <a:cxnLst/>
              <a:rect l="l" t="t" r="r" b="b"/>
              <a:pathLst>
                <a:path w="12099" h="11631" extrusionOk="0">
                  <a:moveTo>
                    <a:pt x="10555" y="712"/>
                  </a:moveTo>
                  <a:lnTo>
                    <a:pt x="11153" y="1310"/>
                  </a:lnTo>
                  <a:lnTo>
                    <a:pt x="10051" y="3138"/>
                  </a:lnTo>
                  <a:lnTo>
                    <a:pt x="8728" y="1814"/>
                  </a:lnTo>
                  <a:lnTo>
                    <a:pt x="10555" y="712"/>
                  </a:lnTo>
                  <a:close/>
                  <a:moveTo>
                    <a:pt x="8665" y="2696"/>
                  </a:moveTo>
                  <a:lnTo>
                    <a:pt x="9137" y="3169"/>
                  </a:lnTo>
                  <a:lnTo>
                    <a:pt x="7278" y="4996"/>
                  </a:lnTo>
                  <a:lnTo>
                    <a:pt x="6806" y="4524"/>
                  </a:lnTo>
                  <a:lnTo>
                    <a:pt x="8665" y="2696"/>
                  </a:lnTo>
                  <a:close/>
                  <a:moveTo>
                    <a:pt x="3022" y="640"/>
                  </a:moveTo>
                  <a:cubicBezTo>
                    <a:pt x="3549" y="640"/>
                    <a:pt x="4066" y="847"/>
                    <a:pt x="4443" y="1247"/>
                  </a:cubicBezTo>
                  <a:cubicBezTo>
                    <a:pt x="5010" y="1783"/>
                    <a:pt x="5199" y="2602"/>
                    <a:pt x="4915" y="3358"/>
                  </a:cubicBezTo>
                  <a:cubicBezTo>
                    <a:pt x="4884" y="3484"/>
                    <a:pt x="4915" y="3642"/>
                    <a:pt x="5010" y="3705"/>
                  </a:cubicBezTo>
                  <a:lnTo>
                    <a:pt x="8160" y="6855"/>
                  </a:lnTo>
                  <a:cubicBezTo>
                    <a:pt x="8208" y="6926"/>
                    <a:pt x="8308" y="6961"/>
                    <a:pt x="8409" y="6961"/>
                  </a:cubicBezTo>
                  <a:cubicBezTo>
                    <a:pt x="8442" y="6961"/>
                    <a:pt x="8476" y="6957"/>
                    <a:pt x="8507" y="6950"/>
                  </a:cubicBezTo>
                  <a:cubicBezTo>
                    <a:pt x="8741" y="6862"/>
                    <a:pt x="8981" y="6819"/>
                    <a:pt x="9217" y="6819"/>
                  </a:cubicBezTo>
                  <a:cubicBezTo>
                    <a:pt x="9743" y="6819"/>
                    <a:pt x="10248" y="7031"/>
                    <a:pt x="10618" y="7422"/>
                  </a:cubicBezTo>
                  <a:cubicBezTo>
                    <a:pt x="11153" y="7926"/>
                    <a:pt x="11342" y="8682"/>
                    <a:pt x="11153" y="9375"/>
                  </a:cubicBezTo>
                  <a:lnTo>
                    <a:pt x="10240" y="8493"/>
                  </a:lnTo>
                  <a:cubicBezTo>
                    <a:pt x="10035" y="8289"/>
                    <a:pt x="9767" y="8186"/>
                    <a:pt x="9503" y="8186"/>
                  </a:cubicBezTo>
                  <a:cubicBezTo>
                    <a:pt x="9240" y="8186"/>
                    <a:pt x="8980" y="8289"/>
                    <a:pt x="8791" y="8493"/>
                  </a:cubicBezTo>
                  <a:cubicBezTo>
                    <a:pt x="8381" y="8871"/>
                    <a:pt x="8381" y="9533"/>
                    <a:pt x="8791" y="9943"/>
                  </a:cubicBezTo>
                  <a:lnTo>
                    <a:pt x="9673" y="10856"/>
                  </a:lnTo>
                  <a:cubicBezTo>
                    <a:pt x="9498" y="10904"/>
                    <a:pt x="9318" y="10928"/>
                    <a:pt x="9140" y="10928"/>
                  </a:cubicBezTo>
                  <a:cubicBezTo>
                    <a:pt x="8614" y="10928"/>
                    <a:pt x="8096" y="10721"/>
                    <a:pt x="7719" y="10321"/>
                  </a:cubicBezTo>
                  <a:cubicBezTo>
                    <a:pt x="7152" y="9785"/>
                    <a:pt x="6963" y="8966"/>
                    <a:pt x="7247" y="8210"/>
                  </a:cubicBezTo>
                  <a:cubicBezTo>
                    <a:pt x="7278" y="8084"/>
                    <a:pt x="7247" y="7926"/>
                    <a:pt x="7152" y="7863"/>
                  </a:cubicBezTo>
                  <a:lnTo>
                    <a:pt x="4002" y="4713"/>
                  </a:lnTo>
                  <a:cubicBezTo>
                    <a:pt x="3960" y="4629"/>
                    <a:pt x="3876" y="4587"/>
                    <a:pt x="3787" y="4587"/>
                  </a:cubicBezTo>
                  <a:cubicBezTo>
                    <a:pt x="3743" y="4587"/>
                    <a:pt x="3697" y="4597"/>
                    <a:pt x="3655" y="4618"/>
                  </a:cubicBezTo>
                  <a:cubicBezTo>
                    <a:pt x="3421" y="4706"/>
                    <a:pt x="3181" y="4749"/>
                    <a:pt x="2945" y="4749"/>
                  </a:cubicBezTo>
                  <a:cubicBezTo>
                    <a:pt x="2419" y="4749"/>
                    <a:pt x="1914" y="4537"/>
                    <a:pt x="1544" y="4146"/>
                  </a:cubicBezTo>
                  <a:cubicBezTo>
                    <a:pt x="1009" y="3642"/>
                    <a:pt x="820" y="2885"/>
                    <a:pt x="1009" y="2192"/>
                  </a:cubicBezTo>
                  <a:lnTo>
                    <a:pt x="1009" y="2192"/>
                  </a:lnTo>
                  <a:lnTo>
                    <a:pt x="1922" y="3075"/>
                  </a:lnTo>
                  <a:cubicBezTo>
                    <a:pt x="2127" y="3279"/>
                    <a:pt x="2395" y="3382"/>
                    <a:pt x="2659" y="3382"/>
                  </a:cubicBezTo>
                  <a:cubicBezTo>
                    <a:pt x="2923" y="3382"/>
                    <a:pt x="3183" y="3279"/>
                    <a:pt x="3372" y="3075"/>
                  </a:cubicBezTo>
                  <a:cubicBezTo>
                    <a:pt x="3781" y="2696"/>
                    <a:pt x="3781" y="2035"/>
                    <a:pt x="3372" y="1625"/>
                  </a:cubicBezTo>
                  <a:lnTo>
                    <a:pt x="2490" y="712"/>
                  </a:lnTo>
                  <a:cubicBezTo>
                    <a:pt x="2665" y="664"/>
                    <a:pt x="2844" y="640"/>
                    <a:pt x="3022" y="640"/>
                  </a:cubicBezTo>
                  <a:close/>
                  <a:moveTo>
                    <a:pt x="4380" y="6036"/>
                  </a:moveTo>
                  <a:lnTo>
                    <a:pt x="5829" y="7485"/>
                  </a:lnTo>
                  <a:lnTo>
                    <a:pt x="2679" y="10636"/>
                  </a:lnTo>
                  <a:cubicBezTo>
                    <a:pt x="2474" y="10840"/>
                    <a:pt x="2206" y="10943"/>
                    <a:pt x="1942" y="10943"/>
                  </a:cubicBezTo>
                  <a:cubicBezTo>
                    <a:pt x="1678" y="10943"/>
                    <a:pt x="1418" y="10840"/>
                    <a:pt x="1229" y="10636"/>
                  </a:cubicBezTo>
                  <a:cubicBezTo>
                    <a:pt x="820" y="10226"/>
                    <a:pt x="820" y="9596"/>
                    <a:pt x="1229" y="9186"/>
                  </a:cubicBezTo>
                  <a:lnTo>
                    <a:pt x="4380" y="6036"/>
                  </a:lnTo>
                  <a:close/>
                  <a:moveTo>
                    <a:pt x="2915" y="1"/>
                  </a:moveTo>
                  <a:cubicBezTo>
                    <a:pt x="2465" y="1"/>
                    <a:pt x="2014" y="112"/>
                    <a:pt x="1607" y="334"/>
                  </a:cubicBezTo>
                  <a:cubicBezTo>
                    <a:pt x="1544" y="365"/>
                    <a:pt x="1450" y="491"/>
                    <a:pt x="1450" y="554"/>
                  </a:cubicBezTo>
                  <a:cubicBezTo>
                    <a:pt x="1450" y="680"/>
                    <a:pt x="1481" y="775"/>
                    <a:pt x="1544" y="838"/>
                  </a:cubicBezTo>
                  <a:lnTo>
                    <a:pt x="2836" y="2129"/>
                  </a:lnTo>
                  <a:cubicBezTo>
                    <a:pt x="2962" y="2255"/>
                    <a:pt x="2962" y="2507"/>
                    <a:pt x="2836" y="2602"/>
                  </a:cubicBezTo>
                  <a:cubicBezTo>
                    <a:pt x="2773" y="2665"/>
                    <a:pt x="2686" y="2696"/>
                    <a:pt x="2600" y="2696"/>
                  </a:cubicBezTo>
                  <a:cubicBezTo>
                    <a:pt x="2513" y="2696"/>
                    <a:pt x="2427" y="2665"/>
                    <a:pt x="2364" y="2602"/>
                  </a:cubicBezTo>
                  <a:lnTo>
                    <a:pt x="1072" y="1310"/>
                  </a:lnTo>
                  <a:cubicBezTo>
                    <a:pt x="1001" y="1239"/>
                    <a:pt x="912" y="1204"/>
                    <a:pt x="846" y="1204"/>
                  </a:cubicBezTo>
                  <a:cubicBezTo>
                    <a:pt x="824" y="1204"/>
                    <a:pt x="804" y="1208"/>
                    <a:pt x="788" y="1216"/>
                  </a:cubicBezTo>
                  <a:cubicBezTo>
                    <a:pt x="662" y="1216"/>
                    <a:pt x="599" y="1310"/>
                    <a:pt x="536" y="1373"/>
                  </a:cubicBezTo>
                  <a:cubicBezTo>
                    <a:pt x="1" y="2413"/>
                    <a:pt x="127" y="3736"/>
                    <a:pt x="1009" y="4618"/>
                  </a:cubicBezTo>
                  <a:cubicBezTo>
                    <a:pt x="1549" y="5135"/>
                    <a:pt x="2230" y="5407"/>
                    <a:pt x="2934" y="5407"/>
                  </a:cubicBezTo>
                  <a:cubicBezTo>
                    <a:pt x="3173" y="5407"/>
                    <a:pt x="3415" y="5375"/>
                    <a:pt x="3655" y="5311"/>
                  </a:cubicBezTo>
                  <a:lnTo>
                    <a:pt x="3907" y="5563"/>
                  </a:lnTo>
                  <a:lnTo>
                    <a:pt x="757" y="8714"/>
                  </a:lnTo>
                  <a:cubicBezTo>
                    <a:pt x="64" y="9344"/>
                    <a:pt x="64" y="10447"/>
                    <a:pt x="757" y="11108"/>
                  </a:cubicBezTo>
                  <a:cubicBezTo>
                    <a:pt x="1088" y="11455"/>
                    <a:pt x="1521" y="11628"/>
                    <a:pt x="1954" y="11628"/>
                  </a:cubicBezTo>
                  <a:cubicBezTo>
                    <a:pt x="2387" y="11628"/>
                    <a:pt x="2820" y="11455"/>
                    <a:pt x="3151" y="11108"/>
                  </a:cubicBezTo>
                  <a:lnTo>
                    <a:pt x="6302" y="7958"/>
                  </a:lnTo>
                  <a:lnTo>
                    <a:pt x="6522" y="8210"/>
                  </a:lnTo>
                  <a:cubicBezTo>
                    <a:pt x="6302" y="9155"/>
                    <a:pt x="6522" y="10132"/>
                    <a:pt x="7247" y="10825"/>
                  </a:cubicBezTo>
                  <a:cubicBezTo>
                    <a:pt x="7765" y="11362"/>
                    <a:pt x="8469" y="11630"/>
                    <a:pt x="9169" y="11630"/>
                  </a:cubicBezTo>
                  <a:cubicBezTo>
                    <a:pt x="9618" y="11630"/>
                    <a:pt x="10066" y="11519"/>
                    <a:pt x="10460" y="11297"/>
                  </a:cubicBezTo>
                  <a:cubicBezTo>
                    <a:pt x="10555" y="11266"/>
                    <a:pt x="10618" y="11140"/>
                    <a:pt x="10618" y="11077"/>
                  </a:cubicBezTo>
                  <a:cubicBezTo>
                    <a:pt x="10618" y="11014"/>
                    <a:pt x="10586" y="10888"/>
                    <a:pt x="10555" y="10793"/>
                  </a:cubicBezTo>
                  <a:lnTo>
                    <a:pt x="9263" y="9501"/>
                  </a:lnTo>
                  <a:cubicBezTo>
                    <a:pt x="9137" y="9375"/>
                    <a:pt x="9137" y="9155"/>
                    <a:pt x="9263" y="9029"/>
                  </a:cubicBezTo>
                  <a:cubicBezTo>
                    <a:pt x="9310" y="8966"/>
                    <a:pt x="9397" y="8934"/>
                    <a:pt x="9488" y="8934"/>
                  </a:cubicBezTo>
                  <a:cubicBezTo>
                    <a:pt x="9578" y="8934"/>
                    <a:pt x="9673" y="8966"/>
                    <a:pt x="9736" y="9029"/>
                  </a:cubicBezTo>
                  <a:lnTo>
                    <a:pt x="11027" y="10321"/>
                  </a:lnTo>
                  <a:cubicBezTo>
                    <a:pt x="11075" y="10392"/>
                    <a:pt x="11157" y="10427"/>
                    <a:pt x="11236" y="10427"/>
                  </a:cubicBezTo>
                  <a:cubicBezTo>
                    <a:pt x="11262" y="10427"/>
                    <a:pt x="11287" y="10423"/>
                    <a:pt x="11311" y="10415"/>
                  </a:cubicBezTo>
                  <a:cubicBezTo>
                    <a:pt x="11405" y="10415"/>
                    <a:pt x="11500" y="10321"/>
                    <a:pt x="11532" y="10258"/>
                  </a:cubicBezTo>
                  <a:cubicBezTo>
                    <a:pt x="12099" y="9218"/>
                    <a:pt x="11973" y="7895"/>
                    <a:pt x="11059" y="7013"/>
                  </a:cubicBezTo>
                  <a:cubicBezTo>
                    <a:pt x="10542" y="6496"/>
                    <a:pt x="9850" y="6224"/>
                    <a:pt x="9139" y="6224"/>
                  </a:cubicBezTo>
                  <a:cubicBezTo>
                    <a:pt x="8897" y="6224"/>
                    <a:pt x="8653" y="6255"/>
                    <a:pt x="8413" y="6320"/>
                  </a:cubicBezTo>
                  <a:lnTo>
                    <a:pt x="7719" y="5595"/>
                  </a:lnTo>
                  <a:lnTo>
                    <a:pt x="9578" y="3736"/>
                  </a:lnTo>
                  <a:lnTo>
                    <a:pt x="9799" y="3988"/>
                  </a:lnTo>
                  <a:cubicBezTo>
                    <a:pt x="9867" y="4056"/>
                    <a:pt x="9958" y="4089"/>
                    <a:pt x="10051" y="4089"/>
                  </a:cubicBezTo>
                  <a:cubicBezTo>
                    <a:pt x="10172" y="4089"/>
                    <a:pt x="10294" y="4032"/>
                    <a:pt x="10366" y="3925"/>
                  </a:cubicBezTo>
                  <a:lnTo>
                    <a:pt x="11815" y="1499"/>
                  </a:lnTo>
                  <a:cubicBezTo>
                    <a:pt x="11878" y="1373"/>
                    <a:pt x="11878" y="1184"/>
                    <a:pt x="11784" y="1090"/>
                  </a:cubicBezTo>
                  <a:lnTo>
                    <a:pt x="10775" y="82"/>
                  </a:lnTo>
                  <a:cubicBezTo>
                    <a:pt x="10723" y="30"/>
                    <a:pt x="10652" y="6"/>
                    <a:pt x="10573" y="6"/>
                  </a:cubicBezTo>
                  <a:cubicBezTo>
                    <a:pt x="10507" y="6"/>
                    <a:pt x="10437" y="22"/>
                    <a:pt x="10366" y="50"/>
                  </a:cubicBezTo>
                  <a:lnTo>
                    <a:pt x="7940" y="1499"/>
                  </a:lnTo>
                  <a:cubicBezTo>
                    <a:pt x="7751" y="1625"/>
                    <a:pt x="7719" y="1909"/>
                    <a:pt x="7877" y="2066"/>
                  </a:cubicBezTo>
                  <a:lnTo>
                    <a:pt x="8097" y="2287"/>
                  </a:lnTo>
                  <a:lnTo>
                    <a:pt x="6270" y="4146"/>
                  </a:lnTo>
                  <a:lnTo>
                    <a:pt x="5546" y="3421"/>
                  </a:lnTo>
                  <a:cubicBezTo>
                    <a:pt x="5798" y="2476"/>
                    <a:pt x="5546" y="1499"/>
                    <a:pt x="4852" y="806"/>
                  </a:cubicBezTo>
                  <a:cubicBezTo>
                    <a:pt x="4315" y="269"/>
                    <a:pt x="3615" y="1"/>
                    <a:pt x="291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13210;p74">
              <a:extLst>
                <a:ext uri="{FF2B5EF4-FFF2-40B4-BE49-F238E27FC236}">
                  <a16:creationId xmlns:a16="http://schemas.microsoft.com/office/drawing/2014/main" id="{6136C0FA-8630-DD92-BBDA-F1468972FEA8}"/>
                </a:ext>
              </a:extLst>
            </p:cNvPr>
            <p:cNvSpPr/>
            <p:nvPr/>
          </p:nvSpPr>
          <p:spPr>
            <a:xfrm>
              <a:off x="-31838650" y="2838200"/>
              <a:ext cx="70100" cy="68550"/>
            </a:xfrm>
            <a:custGeom>
              <a:avLst/>
              <a:gdLst/>
              <a:ahLst/>
              <a:cxnLst/>
              <a:rect l="l" t="t" r="r" b="b"/>
              <a:pathLst>
                <a:path w="2804" h="2742" extrusionOk="0">
                  <a:moveTo>
                    <a:pt x="2430" y="0"/>
                  </a:moveTo>
                  <a:cubicBezTo>
                    <a:pt x="2339" y="0"/>
                    <a:pt x="2253" y="32"/>
                    <a:pt x="2205" y="95"/>
                  </a:cubicBezTo>
                  <a:lnTo>
                    <a:pt x="95" y="2174"/>
                  </a:lnTo>
                  <a:cubicBezTo>
                    <a:pt x="0" y="2300"/>
                    <a:pt x="0" y="2521"/>
                    <a:pt x="95" y="2647"/>
                  </a:cubicBezTo>
                  <a:cubicBezTo>
                    <a:pt x="158" y="2710"/>
                    <a:pt x="236" y="2741"/>
                    <a:pt x="319" y="2741"/>
                  </a:cubicBezTo>
                  <a:cubicBezTo>
                    <a:pt x="402" y="2741"/>
                    <a:pt x="488" y="2710"/>
                    <a:pt x="567" y="2647"/>
                  </a:cubicBezTo>
                  <a:lnTo>
                    <a:pt x="2678" y="567"/>
                  </a:lnTo>
                  <a:cubicBezTo>
                    <a:pt x="2804" y="441"/>
                    <a:pt x="2804" y="221"/>
                    <a:pt x="2678" y="95"/>
                  </a:cubicBezTo>
                  <a:cubicBezTo>
                    <a:pt x="2615" y="32"/>
                    <a:pt x="2520" y="0"/>
                    <a:pt x="24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" name="Google Shape;12367;p71">
            <a:extLst>
              <a:ext uri="{FF2B5EF4-FFF2-40B4-BE49-F238E27FC236}">
                <a16:creationId xmlns:a16="http://schemas.microsoft.com/office/drawing/2014/main" id="{19975FB9-8595-7065-3FA3-E5CC067D4F16}"/>
              </a:ext>
            </a:extLst>
          </p:cNvPr>
          <p:cNvSpPr/>
          <p:nvPr/>
        </p:nvSpPr>
        <p:spPr>
          <a:xfrm>
            <a:off x="6116545" y="1958412"/>
            <a:ext cx="340186" cy="318922"/>
          </a:xfrm>
          <a:custGeom>
            <a:avLst/>
            <a:gdLst/>
            <a:ahLst/>
            <a:cxnLst/>
            <a:rect l="l" t="t" r="r" b="b"/>
            <a:pathLst>
              <a:path w="19326" h="18118" extrusionOk="0">
                <a:moveTo>
                  <a:pt x="17628" y="1133"/>
                </a:moveTo>
                <a:cubicBezTo>
                  <a:pt x="17939" y="1133"/>
                  <a:pt x="18193" y="1387"/>
                  <a:pt x="18193" y="1701"/>
                </a:cubicBezTo>
                <a:lnTo>
                  <a:pt x="18193" y="11324"/>
                </a:lnTo>
                <a:lnTo>
                  <a:pt x="1133" y="11324"/>
                </a:lnTo>
                <a:lnTo>
                  <a:pt x="1133" y="1701"/>
                </a:lnTo>
                <a:cubicBezTo>
                  <a:pt x="1133" y="1387"/>
                  <a:pt x="1387" y="1133"/>
                  <a:pt x="1701" y="1133"/>
                </a:cubicBezTo>
                <a:close/>
                <a:moveTo>
                  <a:pt x="18193" y="12456"/>
                </a:moveTo>
                <a:lnTo>
                  <a:pt x="18193" y="13024"/>
                </a:lnTo>
                <a:cubicBezTo>
                  <a:pt x="18193" y="13335"/>
                  <a:pt x="17939" y="13588"/>
                  <a:pt x="17628" y="13588"/>
                </a:cubicBezTo>
                <a:lnTo>
                  <a:pt x="1701" y="13588"/>
                </a:lnTo>
                <a:cubicBezTo>
                  <a:pt x="1387" y="13588"/>
                  <a:pt x="1133" y="13335"/>
                  <a:pt x="1133" y="13024"/>
                </a:cubicBezTo>
                <a:lnTo>
                  <a:pt x="1133" y="12456"/>
                </a:lnTo>
                <a:close/>
                <a:moveTo>
                  <a:pt x="11520" y="14720"/>
                </a:moveTo>
                <a:lnTo>
                  <a:pt x="12275" y="16985"/>
                </a:lnTo>
                <a:lnTo>
                  <a:pt x="7051" y="16985"/>
                </a:lnTo>
                <a:lnTo>
                  <a:pt x="7806" y="14720"/>
                </a:lnTo>
                <a:close/>
                <a:moveTo>
                  <a:pt x="1701" y="1"/>
                </a:moveTo>
                <a:cubicBezTo>
                  <a:pt x="762" y="1"/>
                  <a:pt x="1" y="762"/>
                  <a:pt x="1" y="1701"/>
                </a:cubicBezTo>
                <a:lnTo>
                  <a:pt x="1" y="13024"/>
                </a:lnTo>
                <a:cubicBezTo>
                  <a:pt x="1" y="13960"/>
                  <a:pt x="762" y="14720"/>
                  <a:pt x="1701" y="14720"/>
                </a:cubicBezTo>
                <a:lnTo>
                  <a:pt x="6614" y="14720"/>
                </a:lnTo>
                <a:lnTo>
                  <a:pt x="5859" y="16985"/>
                </a:lnTo>
                <a:lnTo>
                  <a:pt x="4002" y="16985"/>
                </a:lnTo>
                <a:cubicBezTo>
                  <a:pt x="3688" y="16985"/>
                  <a:pt x="3437" y="17239"/>
                  <a:pt x="3437" y="17553"/>
                </a:cubicBezTo>
                <a:cubicBezTo>
                  <a:pt x="3437" y="17864"/>
                  <a:pt x="3688" y="18117"/>
                  <a:pt x="4002" y="18117"/>
                </a:cubicBezTo>
                <a:lnTo>
                  <a:pt x="15325" y="18117"/>
                </a:lnTo>
                <a:cubicBezTo>
                  <a:pt x="15639" y="18117"/>
                  <a:pt x="15889" y="17864"/>
                  <a:pt x="15889" y="17553"/>
                </a:cubicBezTo>
                <a:cubicBezTo>
                  <a:pt x="15889" y="17239"/>
                  <a:pt x="15639" y="16985"/>
                  <a:pt x="15325" y="16985"/>
                </a:cubicBezTo>
                <a:lnTo>
                  <a:pt x="13468" y="16985"/>
                </a:lnTo>
                <a:lnTo>
                  <a:pt x="12713" y="14720"/>
                </a:lnTo>
                <a:lnTo>
                  <a:pt x="17628" y="14720"/>
                </a:lnTo>
                <a:cubicBezTo>
                  <a:pt x="18565" y="14720"/>
                  <a:pt x="19325" y="13960"/>
                  <a:pt x="19325" y="13024"/>
                </a:cubicBezTo>
                <a:lnTo>
                  <a:pt x="19325" y="1701"/>
                </a:lnTo>
                <a:cubicBezTo>
                  <a:pt x="19325" y="762"/>
                  <a:pt x="18565" y="1"/>
                  <a:pt x="17628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Google Shape;1272;p60"/>
          <p:cNvSpPr txBox="1">
            <a:spLocks noGrp="1"/>
          </p:cNvSpPr>
          <p:nvPr>
            <p:ph type="title"/>
          </p:nvPr>
        </p:nvSpPr>
        <p:spPr>
          <a:xfrm>
            <a:off x="5182550" y="1727625"/>
            <a:ext cx="2985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Website</a:t>
            </a:r>
            <a:endParaRPr dirty="0"/>
          </a:p>
        </p:txBody>
      </p:sp>
      <p:sp>
        <p:nvSpPr>
          <p:cNvPr id="1273" name="Google Shape;1273;p60"/>
          <p:cNvSpPr txBox="1">
            <a:spLocks noGrp="1"/>
          </p:cNvSpPr>
          <p:nvPr>
            <p:ph type="subTitle" idx="1"/>
          </p:nvPr>
        </p:nvSpPr>
        <p:spPr>
          <a:xfrm>
            <a:off x="5182549" y="2465163"/>
            <a:ext cx="3691627" cy="7560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https://heartattackml.streamlit.app</a:t>
            </a:r>
            <a:endParaRPr dirty="0"/>
          </a:p>
        </p:txBody>
      </p:sp>
      <p:grpSp>
        <p:nvGrpSpPr>
          <p:cNvPr id="1274" name="Google Shape;1274;p60"/>
          <p:cNvGrpSpPr/>
          <p:nvPr/>
        </p:nvGrpSpPr>
        <p:grpSpPr>
          <a:xfrm>
            <a:off x="975534" y="1351151"/>
            <a:ext cx="3785148" cy="2903685"/>
            <a:chOff x="4874925" y="1828707"/>
            <a:chExt cx="3325849" cy="2551344"/>
          </a:xfrm>
          <a:solidFill>
            <a:srgbClr val="D93B48"/>
          </a:solidFill>
        </p:grpSpPr>
        <p:sp>
          <p:nvSpPr>
            <p:cNvPr id="1275" name="Google Shape;1275;p60"/>
            <p:cNvSpPr/>
            <p:nvPr/>
          </p:nvSpPr>
          <p:spPr>
            <a:xfrm>
              <a:off x="4874925" y="1828707"/>
              <a:ext cx="3325849" cy="2183799"/>
            </a:xfrm>
            <a:custGeom>
              <a:avLst/>
              <a:gdLst/>
              <a:ahLst/>
              <a:cxnLst/>
              <a:rect l="l" t="t" r="r" b="b"/>
              <a:pathLst>
                <a:path w="159494" h="104726" extrusionOk="0">
                  <a:moveTo>
                    <a:pt x="8571" y="0"/>
                  </a:moveTo>
                  <a:lnTo>
                    <a:pt x="7682" y="52"/>
                  </a:lnTo>
                  <a:lnTo>
                    <a:pt x="6846" y="157"/>
                  </a:lnTo>
                  <a:lnTo>
                    <a:pt x="6010" y="366"/>
                  </a:lnTo>
                  <a:lnTo>
                    <a:pt x="5226" y="679"/>
                  </a:lnTo>
                  <a:lnTo>
                    <a:pt x="4442" y="1045"/>
                  </a:lnTo>
                  <a:lnTo>
                    <a:pt x="3763" y="1463"/>
                  </a:lnTo>
                  <a:lnTo>
                    <a:pt x="3084" y="1934"/>
                  </a:lnTo>
                  <a:lnTo>
                    <a:pt x="2509" y="2508"/>
                  </a:lnTo>
                  <a:lnTo>
                    <a:pt x="1934" y="3136"/>
                  </a:lnTo>
                  <a:lnTo>
                    <a:pt x="1464" y="3763"/>
                  </a:lnTo>
                  <a:lnTo>
                    <a:pt x="1045" y="4494"/>
                  </a:lnTo>
                  <a:lnTo>
                    <a:pt x="680" y="5226"/>
                  </a:lnTo>
                  <a:lnTo>
                    <a:pt x="366" y="6010"/>
                  </a:lnTo>
                  <a:lnTo>
                    <a:pt x="157" y="6846"/>
                  </a:lnTo>
                  <a:lnTo>
                    <a:pt x="53" y="7682"/>
                  </a:lnTo>
                  <a:lnTo>
                    <a:pt x="0" y="8570"/>
                  </a:lnTo>
                  <a:lnTo>
                    <a:pt x="0" y="96156"/>
                  </a:lnTo>
                  <a:lnTo>
                    <a:pt x="53" y="97044"/>
                  </a:lnTo>
                  <a:lnTo>
                    <a:pt x="157" y="97880"/>
                  </a:lnTo>
                  <a:lnTo>
                    <a:pt x="366" y="98716"/>
                  </a:lnTo>
                  <a:lnTo>
                    <a:pt x="680" y="99500"/>
                  </a:lnTo>
                  <a:lnTo>
                    <a:pt x="1045" y="100232"/>
                  </a:lnTo>
                  <a:lnTo>
                    <a:pt x="1464" y="100963"/>
                  </a:lnTo>
                  <a:lnTo>
                    <a:pt x="1934" y="101590"/>
                  </a:lnTo>
                  <a:lnTo>
                    <a:pt x="2509" y="102218"/>
                  </a:lnTo>
                  <a:lnTo>
                    <a:pt x="3084" y="102792"/>
                  </a:lnTo>
                  <a:lnTo>
                    <a:pt x="3763" y="103263"/>
                  </a:lnTo>
                  <a:lnTo>
                    <a:pt x="4442" y="103681"/>
                  </a:lnTo>
                  <a:lnTo>
                    <a:pt x="5226" y="104047"/>
                  </a:lnTo>
                  <a:lnTo>
                    <a:pt x="6010" y="104360"/>
                  </a:lnTo>
                  <a:lnTo>
                    <a:pt x="6846" y="104569"/>
                  </a:lnTo>
                  <a:lnTo>
                    <a:pt x="7682" y="104674"/>
                  </a:lnTo>
                  <a:lnTo>
                    <a:pt x="8571" y="104726"/>
                  </a:lnTo>
                  <a:lnTo>
                    <a:pt x="150923" y="104726"/>
                  </a:lnTo>
                  <a:lnTo>
                    <a:pt x="151811" y="104674"/>
                  </a:lnTo>
                  <a:lnTo>
                    <a:pt x="152648" y="104569"/>
                  </a:lnTo>
                  <a:lnTo>
                    <a:pt x="153484" y="104360"/>
                  </a:lnTo>
                  <a:lnTo>
                    <a:pt x="154268" y="104047"/>
                  </a:lnTo>
                  <a:lnTo>
                    <a:pt x="154999" y="103681"/>
                  </a:lnTo>
                  <a:lnTo>
                    <a:pt x="155679" y="103263"/>
                  </a:lnTo>
                  <a:lnTo>
                    <a:pt x="156358" y="102792"/>
                  </a:lnTo>
                  <a:lnTo>
                    <a:pt x="156985" y="102218"/>
                  </a:lnTo>
                  <a:lnTo>
                    <a:pt x="157508" y="101590"/>
                  </a:lnTo>
                  <a:lnTo>
                    <a:pt x="158030" y="100963"/>
                  </a:lnTo>
                  <a:lnTo>
                    <a:pt x="158448" y="100232"/>
                  </a:lnTo>
                  <a:lnTo>
                    <a:pt x="158814" y="99500"/>
                  </a:lnTo>
                  <a:lnTo>
                    <a:pt x="159075" y="98716"/>
                  </a:lnTo>
                  <a:lnTo>
                    <a:pt x="159284" y="97880"/>
                  </a:lnTo>
                  <a:lnTo>
                    <a:pt x="159441" y="97044"/>
                  </a:lnTo>
                  <a:lnTo>
                    <a:pt x="159493" y="96156"/>
                  </a:lnTo>
                  <a:lnTo>
                    <a:pt x="159493" y="8570"/>
                  </a:lnTo>
                  <a:lnTo>
                    <a:pt x="159441" y="7682"/>
                  </a:lnTo>
                  <a:lnTo>
                    <a:pt x="159284" y="6846"/>
                  </a:lnTo>
                  <a:lnTo>
                    <a:pt x="159075" y="6010"/>
                  </a:lnTo>
                  <a:lnTo>
                    <a:pt x="158814" y="5226"/>
                  </a:lnTo>
                  <a:lnTo>
                    <a:pt x="158448" y="4494"/>
                  </a:lnTo>
                  <a:lnTo>
                    <a:pt x="158030" y="3763"/>
                  </a:lnTo>
                  <a:lnTo>
                    <a:pt x="157508" y="3136"/>
                  </a:lnTo>
                  <a:lnTo>
                    <a:pt x="156985" y="2508"/>
                  </a:lnTo>
                  <a:lnTo>
                    <a:pt x="156358" y="1934"/>
                  </a:lnTo>
                  <a:lnTo>
                    <a:pt x="155679" y="1463"/>
                  </a:lnTo>
                  <a:lnTo>
                    <a:pt x="154999" y="1045"/>
                  </a:lnTo>
                  <a:lnTo>
                    <a:pt x="154268" y="679"/>
                  </a:lnTo>
                  <a:lnTo>
                    <a:pt x="153484" y="366"/>
                  </a:lnTo>
                  <a:lnTo>
                    <a:pt x="152648" y="157"/>
                  </a:lnTo>
                  <a:lnTo>
                    <a:pt x="151811" y="52"/>
                  </a:lnTo>
                  <a:lnTo>
                    <a:pt x="150923" y="0"/>
                  </a:lnTo>
                  <a:close/>
                </a:path>
              </a:pathLst>
            </a:custGeom>
            <a:ln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Google Shape;1276;p60"/>
            <p:cNvSpPr/>
            <p:nvPr/>
          </p:nvSpPr>
          <p:spPr>
            <a:xfrm>
              <a:off x="4874925" y="1828707"/>
              <a:ext cx="3325849" cy="1961511"/>
            </a:xfrm>
            <a:custGeom>
              <a:avLst/>
              <a:gdLst/>
              <a:ahLst/>
              <a:cxnLst/>
              <a:rect l="l" t="t" r="r" b="b"/>
              <a:pathLst>
                <a:path w="159494" h="94066" extrusionOk="0">
                  <a:moveTo>
                    <a:pt x="8571" y="0"/>
                  </a:moveTo>
                  <a:lnTo>
                    <a:pt x="7682" y="52"/>
                  </a:lnTo>
                  <a:lnTo>
                    <a:pt x="6846" y="157"/>
                  </a:lnTo>
                  <a:lnTo>
                    <a:pt x="6010" y="366"/>
                  </a:lnTo>
                  <a:lnTo>
                    <a:pt x="5226" y="679"/>
                  </a:lnTo>
                  <a:lnTo>
                    <a:pt x="4442" y="1045"/>
                  </a:lnTo>
                  <a:lnTo>
                    <a:pt x="3763" y="1463"/>
                  </a:lnTo>
                  <a:lnTo>
                    <a:pt x="3084" y="1934"/>
                  </a:lnTo>
                  <a:lnTo>
                    <a:pt x="2509" y="2508"/>
                  </a:lnTo>
                  <a:lnTo>
                    <a:pt x="1934" y="3136"/>
                  </a:lnTo>
                  <a:lnTo>
                    <a:pt x="1464" y="3763"/>
                  </a:lnTo>
                  <a:lnTo>
                    <a:pt x="1045" y="4494"/>
                  </a:lnTo>
                  <a:lnTo>
                    <a:pt x="680" y="5226"/>
                  </a:lnTo>
                  <a:lnTo>
                    <a:pt x="366" y="6010"/>
                  </a:lnTo>
                  <a:lnTo>
                    <a:pt x="157" y="6846"/>
                  </a:lnTo>
                  <a:lnTo>
                    <a:pt x="53" y="7682"/>
                  </a:lnTo>
                  <a:lnTo>
                    <a:pt x="0" y="8570"/>
                  </a:lnTo>
                  <a:lnTo>
                    <a:pt x="0" y="94065"/>
                  </a:lnTo>
                  <a:lnTo>
                    <a:pt x="159493" y="94065"/>
                  </a:lnTo>
                  <a:lnTo>
                    <a:pt x="159493" y="8570"/>
                  </a:lnTo>
                  <a:lnTo>
                    <a:pt x="159441" y="7682"/>
                  </a:lnTo>
                  <a:lnTo>
                    <a:pt x="159284" y="6846"/>
                  </a:lnTo>
                  <a:lnTo>
                    <a:pt x="159075" y="6010"/>
                  </a:lnTo>
                  <a:lnTo>
                    <a:pt x="158814" y="5226"/>
                  </a:lnTo>
                  <a:lnTo>
                    <a:pt x="158448" y="4494"/>
                  </a:lnTo>
                  <a:lnTo>
                    <a:pt x="158030" y="3763"/>
                  </a:lnTo>
                  <a:lnTo>
                    <a:pt x="157508" y="3136"/>
                  </a:lnTo>
                  <a:lnTo>
                    <a:pt x="156985" y="2508"/>
                  </a:lnTo>
                  <a:lnTo>
                    <a:pt x="156358" y="1934"/>
                  </a:lnTo>
                  <a:lnTo>
                    <a:pt x="155679" y="1463"/>
                  </a:lnTo>
                  <a:lnTo>
                    <a:pt x="154999" y="1045"/>
                  </a:lnTo>
                  <a:lnTo>
                    <a:pt x="154268" y="679"/>
                  </a:lnTo>
                  <a:lnTo>
                    <a:pt x="153484" y="366"/>
                  </a:lnTo>
                  <a:lnTo>
                    <a:pt x="152648" y="157"/>
                  </a:lnTo>
                  <a:lnTo>
                    <a:pt x="151811" y="52"/>
                  </a:lnTo>
                  <a:lnTo>
                    <a:pt x="150923" y="0"/>
                  </a:lnTo>
                  <a:close/>
                </a:path>
              </a:pathLst>
            </a:custGeom>
            <a:ln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Google Shape;1277;p60"/>
            <p:cNvSpPr/>
            <p:nvPr/>
          </p:nvSpPr>
          <p:spPr>
            <a:xfrm>
              <a:off x="6481396" y="3838405"/>
              <a:ext cx="113354" cy="113354"/>
            </a:xfrm>
            <a:custGeom>
              <a:avLst/>
              <a:gdLst/>
              <a:ahLst/>
              <a:cxnLst/>
              <a:rect l="l" t="t" r="r" b="b"/>
              <a:pathLst>
                <a:path w="5436" h="5436" extrusionOk="0">
                  <a:moveTo>
                    <a:pt x="2718" y="1"/>
                  </a:moveTo>
                  <a:lnTo>
                    <a:pt x="2143" y="53"/>
                  </a:lnTo>
                  <a:lnTo>
                    <a:pt x="1620" y="210"/>
                  </a:lnTo>
                  <a:lnTo>
                    <a:pt x="1202" y="471"/>
                  </a:lnTo>
                  <a:lnTo>
                    <a:pt x="784" y="784"/>
                  </a:lnTo>
                  <a:lnTo>
                    <a:pt x="471" y="1203"/>
                  </a:lnTo>
                  <a:lnTo>
                    <a:pt x="209" y="1673"/>
                  </a:lnTo>
                  <a:lnTo>
                    <a:pt x="53" y="2195"/>
                  </a:lnTo>
                  <a:lnTo>
                    <a:pt x="0" y="2718"/>
                  </a:lnTo>
                  <a:lnTo>
                    <a:pt x="53" y="3241"/>
                  </a:lnTo>
                  <a:lnTo>
                    <a:pt x="209" y="3763"/>
                  </a:lnTo>
                  <a:lnTo>
                    <a:pt x="471" y="4234"/>
                  </a:lnTo>
                  <a:lnTo>
                    <a:pt x="784" y="4652"/>
                  </a:lnTo>
                  <a:lnTo>
                    <a:pt x="1202" y="4965"/>
                  </a:lnTo>
                  <a:lnTo>
                    <a:pt x="1620" y="5226"/>
                  </a:lnTo>
                  <a:lnTo>
                    <a:pt x="2143" y="5383"/>
                  </a:lnTo>
                  <a:lnTo>
                    <a:pt x="2718" y="5435"/>
                  </a:lnTo>
                  <a:lnTo>
                    <a:pt x="3240" y="5383"/>
                  </a:lnTo>
                  <a:lnTo>
                    <a:pt x="3763" y="5226"/>
                  </a:lnTo>
                  <a:lnTo>
                    <a:pt x="4233" y="4965"/>
                  </a:lnTo>
                  <a:lnTo>
                    <a:pt x="4651" y="4652"/>
                  </a:lnTo>
                  <a:lnTo>
                    <a:pt x="4965" y="4234"/>
                  </a:lnTo>
                  <a:lnTo>
                    <a:pt x="5226" y="3763"/>
                  </a:lnTo>
                  <a:lnTo>
                    <a:pt x="5383" y="3241"/>
                  </a:lnTo>
                  <a:lnTo>
                    <a:pt x="5435" y="2718"/>
                  </a:lnTo>
                  <a:lnTo>
                    <a:pt x="5383" y="2195"/>
                  </a:lnTo>
                  <a:lnTo>
                    <a:pt x="5226" y="1673"/>
                  </a:lnTo>
                  <a:lnTo>
                    <a:pt x="4965" y="1203"/>
                  </a:lnTo>
                  <a:lnTo>
                    <a:pt x="4651" y="784"/>
                  </a:lnTo>
                  <a:lnTo>
                    <a:pt x="4233" y="471"/>
                  </a:lnTo>
                  <a:lnTo>
                    <a:pt x="3763" y="210"/>
                  </a:lnTo>
                  <a:lnTo>
                    <a:pt x="3240" y="53"/>
                  </a:lnTo>
                  <a:lnTo>
                    <a:pt x="2718" y="1"/>
                  </a:lnTo>
                  <a:close/>
                </a:path>
              </a:pathLst>
            </a:custGeom>
            <a:ln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60"/>
            <p:cNvSpPr/>
            <p:nvPr/>
          </p:nvSpPr>
          <p:spPr>
            <a:xfrm>
              <a:off x="6041076" y="4012776"/>
              <a:ext cx="993851" cy="367275"/>
            </a:xfrm>
            <a:custGeom>
              <a:avLst/>
              <a:gdLst/>
              <a:ahLst/>
              <a:cxnLst/>
              <a:rect l="l" t="t" r="r" b="b"/>
              <a:pathLst>
                <a:path w="47661" h="17613" extrusionOk="0">
                  <a:moveTo>
                    <a:pt x="7056" y="1"/>
                  </a:moveTo>
                  <a:lnTo>
                    <a:pt x="7056" y="8624"/>
                  </a:lnTo>
                  <a:lnTo>
                    <a:pt x="1" y="15940"/>
                  </a:lnTo>
                  <a:lnTo>
                    <a:pt x="1" y="17612"/>
                  </a:lnTo>
                  <a:lnTo>
                    <a:pt x="47661" y="17612"/>
                  </a:lnTo>
                  <a:lnTo>
                    <a:pt x="47661" y="15940"/>
                  </a:lnTo>
                  <a:lnTo>
                    <a:pt x="40345" y="8624"/>
                  </a:lnTo>
                  <a:lnTo>
                    <a:pt x="40345" y="1"/>
                  </a:lnTo>
                  <a:close/>
                </a:path>
              </a:pathLst>
            </a:custGeom>
            <a:ln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79" name="Google Shape;1279;p60"/>
          <p:cNvSpPr/>
          <p:nvPr/>
        </p:nvSpPr>
        <p:spPr>
          <a:xfrm>
            <a:off x="1139323" y="1529550"/>
            <a:ext cx="3462900" cy="1952400"/>
          </a:xfrm>
          <a:prstGeom prst="rect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80" name="Google Shape;1280;p60"/>
          <p:cNvPicPr preferRelativeResize="0"/>
          <p:nvPr/>
        </p:nvPicPr>
        <p:blipFill>
          <a:blip r:embed="rId3"/>
          <a:srcRect/>
          <a:stretch/>
        </p:blipFill>
        <p:spPr>
          <a:xfrm>
            <a:off x="1145586" y="1535260"/>
            <a:ext cx="3454949" cy="1952400"/>
          </a:xfrm>
          <a:prstGeom prst="rect">
            <a:avLst/>
          </a:prstGeom>
          <a:noFill/>
          <a:ln>
            <a:solidFill>
              <a:srgbClr val="D93B48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39"/>
          <p:cNvSpPr txBox="1">
            <a:spLocks noGrp="1"/>
          </p:cNvSpPr>
          <p:nvPr>
            <p:ph type="title"/>
          </p:nvPr>
        </p:nvSpPr>
        <p:spPr>
          <a:xfrm>
            <a:off x="2663789" y="2797204"/>
            <a:ext cx="3429584" cy="14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Conclusion &amp; Future Work</a:t>
            </a:r>
            <a:endParaRPr dirty="0"/>
          </a:p>
        </p:txBody>
      </p:sp>
      <p:sp>
        <p:nvSpPr>
          <p:cNvPr id="816" name="Google Shape;816;p39"/>
          <p:cNvSpPr txBox="1">
            <a:spLocks noGrp="1"/>
          </p:cNvSpPr>
          <p:nvPr>
            <p:ph type="title" idx="2"/>
          </p:nvPr>
        </p:nvSpPr>
        <p:spPr>
          <a:xfrm>
            <a:off x="2663789" y="1893296"/>
            <a:ext cx="1275300" cy="90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781972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Google Shape;1285;p61"/>
          <p:cNvSpPr txBox="1">
            <a:spLocks noGrp="1"/>
          </p:cNvSpPr>
          <p:nvPr>
            <p:ph type="title"/>
          </p:nvPr>
        </p:nvSpPr>
        <p:spPr>
          <a:xfrm>
            <a:off x="932525" y="445025"/>
            <a:ext cx="7479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Conclusions &amp; </a:t>
            </a:r>
            <a:r>
              <a:rPr lang="en-US" dirty="0"/>
              <a:t>Future Work</a:t>
            </a:r>
            <a:endParaRPr dirty="0"/>
          </a:p>
        </p:txBody>
      </p:sp>
      <p:sp>
        <p:nvSpPr>
          <p:cNvPr id="1286" name="Google Shape;1286;p61"/>
          <p:cNvSpPr txBox="1">
            <a:spLocks noGrp="1"/>
          </p:cNvSpPr>
          <p:nvPr>
            <p:ph type="subTitle" idx="1"/>
          </p:nvPr>
        </p:nvSpPr>
        <p:spPr>
          <a:xfrm>
            <a:off x="932525" y="1388199"/>
            <a:ext cx="4623300" cy="218695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273D40"/>
              </a:buClr>
              <a:buSzPts val="600"/>
              <a:buFont typeface="Arial"/>
              <a:buNone/>
            </a:pPr>
            <a:r>
              <a:rPr lang="en-US" dirty="0"/>
              <a:t>Our heart attack prediction system demonstrates promising results in accurately identifying individuals at high risk.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273D40"/>
              </a:buClr>
              <a:buSzPts val="600"/>
              <a:buFont typeface="Arial"/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273D40"/>
              </a:buClr>
              <a:buSzPts val="600"/>
              <a:buFont typeface="Arial"/>
              <a:buNone/>
            </a:pPr>
            <a:r>
              <a:rPr lang="en-US" dirty="0"/>
              <a:t>By integrating machine learning Approach with patient data, we provide a valuable tool for healthcare institutions to make informed decisions and implement preventive measures.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273D40"/>
              </a:buClr>
              <a:buSzPts val="600"/>
              <a:buFont typeface="Arial"/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Google Shape;1285;p61"/>
          <p:cNvSpPr txBox="1">
            <a:spLocks noGrp="1"/>
          </p:cNvSpPr>
          <p:nvPr>
            <p:ph type="title"/>
          </p:nvPr>
        </p:nvSpPr>
        <p:spPr>
          <a:xfrm>
            <a:off x="932525" y="445025"/>
            <a:ext cx="7479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Conclusions &amp; </a:t>
            </a:r>
            <a:r>
              <a:rPr lang="en-US" dirty="0"/>
              <a:t>Future Work</a:t>
            </a:r>
            <a:endParaRPr dirty="0"/>
          </a:p>
        </p:txBody>
      </p:sp>
      <p:sp>
        <p:nvSpPr>
          <p:cNvPr id="1286" name="Google Shape;1286;p61"/>
          <p:cNvSpPr txBox="1">
            <a:spLocks noGrp="1"/>
          </p:cNvSpPr>
          <p:nvPr>
            <p:ph type="subTitle" idx="1"/>
          </p:nvPr>
        </p:nvSpPr>
        <p:spPr>
          <a:xfrm>
            <a:off x="932525" y="1388199"/>
            <a:ext cx="4988590" cy="270411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273D40"/>
              </a:buClr>
              <a:buSzPts val="600"/>
              <a:buFont typeface="Arial"/>
              <a:buNone/>
            </a:pPr>
            <a:r>
              <a:rPr lang="en-US" dirty="0"/>
              <a:t>Our future plans for the heart attack prediction project revolve around two key areas:</a:t>
            </a:r>
          </a:p>
          <a:p>
            <a:pPr marL="241300" marR="0" lvl="0" indent="-215900" algn="l" defTabSz="914400" rtl="0" eaLnBrk="1" fontAlgn="auto" latinLnBrk="0" hangingPunct="1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D93B48"/>
              </a:buClr>
              <a:buSzPts val="1400"/>
              <a:buFont typeface="Karla"/>
              <a:buChar char="●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10440"/>
                </a:solidFill>
                <a:effectLst/>
                <a:uLnTx/>
                <a:uFillTx/>
                <a:latin typeface="Karla"/>
                <a:sym typeface="Karla"/>
              </a:rPr>
              <a:t>Enhancing model performance.</a:t>
            </a:r>
          </a:p>
          <a:p>
            <a:pPr marL="241300" marR="0" lvl="0" indent="-215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93B48"/>
              </a:buClr>
              <a:buSzPts val="1400"/>
              <a:buFont typeface="Karla"/>
              <a:buChar char="●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10440"/>
                </a:solidFill>
                <a:effectLst/>
                <a:uLnTx/>
                <a:uFillTx/>
                <a:latin typeface="Karla"/>
                <a:sym typeface="Karla"/>
              </a:rPr>
              <a:t>Integrating with health records server.</a:t>
            </a:r>
          </a:p>
          <a:p>
            <a:pPr marL="0" indent="0">
              <a:buClr>
                <a:srgbClr val="273D40"/>
              </a:buClr>
              <a:buSzPts val="600"/>
              <a:buNone/>
            </a:pPr>
            <a:endParaRPr lang="en-US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273D40"/>
              </a:buClr>
              <a:buSzPts val="600"/>
              <a:buFont typeface="Arial"/>
              <a:buNone/>
            </a:pPr>
            <a:r>
              <a:rPr lang="en-US" dirty="0"/>
              <a:t>By pursuing these future plans, we can contribute to more effective early detection of heart attacks and better patient care, ultimately reducing mortality rates and improving cardiovascular health on a global scale.</a:t>
            </a:r>
          </a:p>
        </p:txBody>
      </p:sp>
    </p:spTree>
    <p:extLst>
      <p:ext uri="{BB962C8B-B14F-4D97-AF65-F5344CB8AC3E}">
        <p14:creationId xmlns:p14="http://schemas.microsoft.com/office/powerpoint/2010/main" val="5483607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39"/>
          <p:cNvSpPr txBox="1">
            <a:spLocks noGrp="1"/>
          </p:cNvSpPr>
          <p:nvPr>
            <p:ph type="title"/>
          </p:nvPr>
        </p:nvSpPr>
        <p:spPr>
          <a:xfrm>
            <a:off x="2857208" y="2091936"/>
            <a:ext cx="3429584" cy="90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References</a:t>
            </a:r>
            <a:endParaRPr lang="en-US" dirty="0"/>
          </a:p>
        </p:txBody>
      </p:sp>
      <p:sp>
        <p:nvSpPr>
          <p:cNvPr id="816" name="Google Shape;816;p39"/>
          <p:cNvSpPr txBox="1">
            <a:spLocks noGrp="1"/>
          </p:cNvSpPr>
          <p:nvPr>
            <p:ph type="title" idx="2"/>
          </p:nvPr>
        </p:nvSpPr>
        <p:spPr>
          <a:xfrm>
            <a:off x="2857208" y="1185936"/>
            <a:ext cx="1275300" cy="90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100369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Google Shape;1267;p59"/>
          <p:cNvSpPr txBox="1">
            <a:spLocks noGrp="1"/>
          </p:cNvSpPr>
          <p:nvPr>
            <p:ph type="title"/>
          </p:nvPr>
        </p:nvSpPr>
        <p:spPr>
          <a:xfrm>
            <a:off x="788900" y="434600"/>
            <a:ext cx="7679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References</a:t>
            </a:r>
            <a:endParaRPr dirty="0"/>
          </a:p>
        </p:txBody>
      </p:sp>
      <p:sp>
        <p:nvSpPr>
          <p:cNvPr id="2" name="Google Shape;810;p38">
            <a:extLst>
              <a:ext uri="{FF2B5EF4-FFF2-40B4-BE49-F238E27FC236}">
                <a16:creationId xmlns:a16="http://schemas.microsoft.com/office/drawing/2014/main" id="{3ED8D7EC-5A22-B8EB-79CE-7C7A26010971}"/>
              </a:ext>
            </a:extLst>
          </p:cNvPr>
          <p:cNvSpPr txBox="1">
            <a:spLocks/>
          </p:cNvSpPr>
          <p:nvPr/>
        </p:nvSpPr>
        <p:spPr>
          <a:xfrm>
            <a:off x="2975741" y="2298950"/>
            <a:ext cx="3192517" cy="1200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Karla"/>
              <a:buChar char="●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 algn="ctr">
              <a:spcAft>
                <a:spcPts val="1200"/>
              </a:spcAft>
              <a:buNone/>
            </a:pPr>
            <a:r>
              <a:rPr lang="en-US" sz="1800" dirty="0"/>
              <a:t>Available upon request </a:t>
            </a:r>
          </a:p>
          <a:p>
            <a:pPr marL="0" indent="0" algn="ctr">
              <a:spcAft>
                <a:spcPts val="1200"/>
              </a:spcAft>
              <a:buNone/>
            </a:pPr>
            <a:r>
              <a:rPr lang="en-US" sz="1800" dirty="0"/>
              <a:t>-See documentation 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4" name="Google Shape;1184;p56"/>
          <p:cNvSpPr txBox="1">
            <a:spLocks noGrp="1"/>
          </p:cNvSpPr>
          <p:nvPr>
            <p:ph type="title"/>
          </p:nvPr>
        </p:nvSpPr>
        <p:spPr>
          <a:xfrm>
            <a:off x="1509150" y="1579650"/>
            <a:ext cx="6125700" cy="198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Awesome </a:t>
            </a:r>
            <a:r>
              <a:rPr lang="en" dirty="0">
                <a:solidFill>
                  <a:schemeClr val="accent1"/>
                </a:solidFill>
              </a:rPr>
              <a:t>words</a:t>
            </a:r>
            <a:endParaRPr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rdiovascular Diseases: Arrhythmia by Slidesgo">
  <a:themeElements>
    <a:clrScheme name="Simple Light">
      <a:dk1>
        <a:srgbClr val="010440"/>
      </a:dk1>
      <a:lt1>
        <a:srgbClr val="F2F2F2"/>
      </a:lt1>
      <a:dk2>
        <a:srgbClr val="9E9E9E"/>
      </a:dk2>
      <a:lt2>
        <a:srgbClr val="D93B48"/>
      </a:lt2>
      <a:accent1>
        <a:srgbClr val="A22933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1044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537</Words>
  <Application>Microsoft Office PowerPoint</Application>
  <PresentationFormat>On-screen Show (16:9)</PresentationFormat>
  <Paragraphs>132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Outfit</vt:lpstr>
      <vt:lpstr>Roboto Condensed Light</vt:lpstr>
      <vt:lpstr>Outfit ExtraBold</vt:lpstr>
      <vt:lpstr>Karla</vt:lpstr>
      <vt:lpstr>Arial</vt:lpstr>
      <vt:lpstr>Cardiovascular Diseases: Arrhythmia by Slidesgo</vt:lpstr>
      <vt:lpstr>Heart Attack Analyis &amp; Prediction  Using Machine Learning </vt:lpstr>
      <vt:lpstr>OverView</vt:lpstr>
      <vt:lpstr>OverView</vt:lpstr>
      <vt:lpstr>Introduction</vt:lpstr>
      <vt:lpstr>17,900,000</vt:lpstr>
      <vt:lpstr>Introduction</vt:lpstr>
      <vt:lpstr>Data Preprocessing </vt:lpstr>
      <vt:lpstr>Steps</vt:lpstr>
      <vt:lpstr>Exploratory Data Analysis (EDA)</vt:lpstr>
      <vt:lpstr>Model Building &amp;  Evaluation</vt:lpstr>
      <vt:lpstr>Steps</vt:lpstr>
      <vt:lpstr>Building &amp; Evaluation</vt:lpstr>
      <vt:lpstr>Model Deployment</vt:lpstr>
      <vt:lpstr>Deployment</vt:lpstr>
      <vt:lpstr>Website</vt:lpstr>
      <vt:lpstr>Conclusion &amp; Future Work</vt:lpstr>
      <vt:lpstr>Conclusions &amp; Future Work</vt:lpstr>
      <vt:lpstr>Conclusions &amp; Future Work</vt:lpstr>
      <vt:lpstr>References</vt:lpstr>
      <vt:lpstr>References</vt:lpstr>
      <vt:lpstr>Awesome words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Cardiovascular Diseases: Arrhythmia </dc:title>
  <cp:lastModifiedBy>محمد قاسم محمد ابو عاقوله</cp:lastModifiedBy>
  <cp:revision>19</cp:revision>
  <dcterms:modified xsi:type="dcterms:W3CDTF">2023-05-29T20:35:58Z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84e309d-6359-4367-9d03-e248bac620e6_Enabled">
    <vt:lpwstr>true</vt:lpwstr>
  </property>
  <property fmtid="{D5CDD505-2E9C-101B-9397-08002B2CF9AE}" pid="3" name="MSIP_Label_284e309d-6359-4367-9d03-e248bac620e6_SetDate">
    <vt:lpwstr>2023-05-22T09:41:34Z</vt:lpwstr>
  </property>
  <property fmtid="{D5CDD505-2E9C-101B-9397-08002B2CF9AE}" pid="4" name="MSIP_Label_284e309d-6359-4367-9d03-e248bac620e6_Method">
    <vt:lpwstr>Standard</vt:lpwstr>
  </property>
  <property fmtid="{D5CDD505-2E9C-101B-9397-08002B2CF9AE}" pid="5" name="MSIP_Label_284e309d-6359-4367-9d03-e248bac620e6_Name">
    <vt:lpwstr>defa4170-0d19-0005-0004-bc88714345d2</vt:lpwstr>
  </property>
  <property fmtid="{D5CDD505-2E9C-101B-9397-08002B2CF9AE}" pid="6" name="MSIP_Label_284e309d-6359-4367-9d03-e248bac620e6_SiteId">
    <vt:lpwstr>4bf7cbc0-71a9-4cae-9625-6dc374768c3e</vt:lpwstr>
  </property>
  <property fmtid="{D5CDD505-2E9C-101B-9397-08002B2CF9AE}" pid="7" name="MSIP_Label_284e309d-6359-4367-9d03-e248bac620e6_ActionId">
    <vt:lpwstr>c848e963-eaa1-4e7c-9ab3-195d228f33d2</vt:lpwstr>
  </property>
  <property fmtid="{D5CDD505-2E9C-101B-9397-08002B2CF9AE}" pid="8" name="MSIP_Label_284e309d-6359-4367-9d03-e248bac620e6_ContentBits">
    <vt:lpwstr>0</vt:lpwstr>
  </property>
</Properties>
</file>